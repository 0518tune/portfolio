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3.svg" ContentType="image/svg+xml"/>
  <Override PartName="/ppt/media/image114.svg" ContentType="image/svg+xml"/>
  <Override PartName="/ppt/media/image13.svg" ContentType="image/svg+xml"/>
  <Override PartName="/ppt/media/image148.svg" ContentType="image/svg+xml"/>
  <Override PartName="/ppt/media/image52.svg" ContentType="image/svg+xml"/>
  <Override PartName="/ppt/media/image7.svg" ContentType="image/svg+xml"/>
  <Override PartName="/ppt/media/image8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3"/>
  </p:notesMasterIdLst>
  <p:sldIdLst>
    <p:sldId id="256" r:id="rId2"/>
    <p:sldId id="257" r:id="rId3"/>
    <p:sldId id="326" r:id="rId4"/>
    <p:sldId id="343" r:id="rId98"/>
    <p:sldId id="258" r:id="rId5"/>
    <p:sldId id="259" r:id="rId6"/>
    <p:sldId id="260" r:id="rId7"/>
    <p:sldId id="261" r:id="rId8"/>
    <p:sldId id="262" r:id="rId9"/>
    <p:sldId id="263" r:id="rId10"/>
    <p:sldId id="325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324" r:id="rId23"/>
    <p:sldId id="275" r:id="rId24"/>
    <p:sldId id="276" r:id="rId25"/>
    <p:sldId id="327" r:id="rId82"/>
    <p:sldId id="277" r:id="rId26"/>
    <p:sldId id="278" r:id="rId27"/>
    <p:sldId id="279" r:id="rId28"/>
    <p:sldId id="280" r:id="rId29"/>
    <p:sldId id="281" r:id="rId30"/>
    <p:sldId id="282" r:id="rId31"/>
    <p:sldId id="328" r:id="rId83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23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22" r:id="rId60"/>
    <p:sldId id="321" r:id="rId61"/>
    <p:sldId id="320" r:id="rId62"/>
    <p:sldId id="330" r:id="rId85"/>
    <p:sldId id="331" r:id="rId86"/>
    <p:sldId id="310" r:id="rId63"/>
    <p:sldId id="311" r:id="rId64"/>
    <p:sldId id="329" r:id="rId84"/>
    <p:sldId id="312" r:id="rId65"/>
    <p:sldId id="332" r:id="rId87"/>
    <p:sldId id="336" r:id="rId91"/>
    <p:sldId id="333" r:id="rId88"/>
    <p:sldId id="337" r:id="rId92"/>
    <p:sldId id="338" r:id="rId93"/>
    <p:sldId id="339" r:id="rId94"/>
    <p:sldId id="340" r:id="rId95"/>
    <p:sldId id="341" r:id="rId96"/>
    <p:sldId id="334" r:id="rId89"/>
    <p:sldId id="335" r:id="rId90"/>
    <p:sldId id="342" r:id="rId97"/>
    <p:sldId id="313" r:id="rId66"/>
    <p:sldId id="314" r:id="rId67"/>
    <p:sldId id="315" r:id="rId68"/>
    <p:sldId id="319" r:id="rId69"/>
    <p:sldId id="318" r:id="rId70"/>
    <p:sldId id="316" r:id="rId71"/>
    <p:sldId id="317" r:id="rId72"/>
  </p:sldIdLst>
  <p:sldSz cx="18288000" cy="10287000"/>
  <p:notesSz cx="6858000" cy="9144000"/>
  <p:embeddedFontLst>
    <p:embeddedFont>
      <p:font typeface="맑은 고딕" panose="020B0503020000020004" pitchFamily="50" charset="-127"/>
      <p:regular r:id="rId74"/>
      <p:bold r:id="rId75"/>
    </p:embeddedFont>
    <p:embeddedFont>
      <p:font typeface="Arimo" panose="020B0600000101010101" charset="0"/>
      <p:regular r:id="rId76"/>
    </p:embeddedFont>
    <p:embeddedFont>
      <p:font typeface="Arimo Bold" panose="020B0600000101010101" charset="0"/>
      <p:regular r:id="rId7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1" d="100"/>
          <a:sy n="101" d="100"/>
        </p:scale>
        <p:origin x="654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font" Target="fonts/font1.fntdata"/><Relationship Id="rId75" Type="http://schemas.openxmlformats.org/officeDocument/2006/relationships/font" Target="fonts/font2.fntdata"/><Relationship Id="rId76" Type="http://schemas.openxmlformats.org/officeDocument/2006/relationships/font" Target="fonts/font3.fntdata"/><Relationship Id="rId77" Type="http://schemas.openxmlformats.org/officeDocument/2006/relationships/font" Target="fonts/font4.fntdata"/><Relationship Id="rId78" Type="http://schemas.openxmlformats.org/officeDocument/2006/relationships/presProps" Target="presProps.xml"/><Relationship Id="rId79" Type="http://schemas.openxmlformats.org/officeDocument/2006/relationships/viewProps" Target="viewProps.xml"/><Relationship Id="rId80" Type="http://schemas.openxmlformats.org/officeDocument/2006/relationships/theme" Target="theme/theme1.xml"/><Relationship Id="rId81" Type="http://schemas.openxmlformats.org/officeDocument/2006/relationships/tableStyles" Target="tableStyles.xml"/><Relationship Id="rId82" Type="http://schemas.openxmlformats.org/officeDocument/2006/relationships/slide" Target="slides/slide72.xml"/><Relationship Id="rId83" Type="http://schemas.openxmlformats.org/officeDocument/2006/relationships/slide" Target="slides/slide73.xml"/><Relationship Id="rId84" Type="http://schemas.openxmlformats.org/officeDocument/2006/relationships/slide" Target="slides/slide74.xml"/><Relationship Id="rId85" Type="http://schemas.openxmlformats.org/officeDocument/2006/relationships/slide" Target="slides/slide75.xml"/><Relationship Id="rId86" Type="http://schemas.openxmlformats.org/officeDocument/2006/relationships/slide" Target="slides/slide76.xml"/><Relationship Id="rId87" Type="http://schemas.openxmlformats.org/officeDocument/2006/relationships/slide" Target="slides/slide77.xml"/><Relationship Id="rId88" Type="http://schemas.openxmlformats.org/officeDocument/2006/relationships/slide" Target="slides/slide78.xml"/><Relationship Id="rId89" Type="http://schemas.openxmlformats.org/officeDocument/2006/relationships/slide" Target="slides/slide79.xml"/><Relationship Id="rId90" Type="http://schemas.openxmlformats.org/officeDocument/2006/relationships/slide" Target="slides/slide80.xml"/><Relationship Id="rId91" Type="http://schemas.openxmlformats.org/officeDocument/2006/relationships/slide" Target="slides/slide81.xml"/><Relationship Id="rId92" Type="http://schemas.openxmlformats.org/officeDocument/2006/relationships/slide" Target="slides/slide82.xml"/><Relationship Id="rId93" Type="http://schemas.openxmlformats.org/officeDocument/2006/relationships/slide" Target="slides/slide83.xml"/><Relationship Id="rId94" Type="http://schemas.openxmlformats.org/officeDocument/2006/relationships/slide" Target="slides/slide84.xml"/><Relationship Id="rId95" Type="http://schemas.openxmlformats.org/officeDocument/2006/relationships/slide" Target="slides/slide85.xml"/><Relationship Id="rId96" Type="http://schemas.openxmlformats.org/officeDocument/2006/relationships/slide" Target="slides/slide86.xml"/><Relationship Id="rId97" Type="http://schemas.openxmlformats.org/officeDocument/2006/relationships/slide" Target="slides/slide87.xml"/><Relationship Id="rId98" Type="http://schemas.openxmlformats.org/officeDocument/2006/relationships/slide" Target="slides/slide8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기존 이벤트와 관련된 부정적 반응도 있습니다.</a:t>
            </a:r>
          </a:p>
          <a:p>
            <a:r>
              <a:t>썸네일은 달라지지만, 내용은 필드 보스 잡기, 사냥터 돌기, 어비스 돌기 등 반복적인 콘텐츠로 구성된다.</a:t>
            </a:r>
          </a:p>
          <a:p>
            <a:r>
              <a:t>이벤트 보상이 획일적이며, 보상이 유의미한 업그레이드로 이어지지 않는다.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해당 퀘스트를 진행하는 동안에도 월드 채팅 및 지역 채팅을 통해 수수께끼와 관련된 소통을 하는 플레이어를 확인할 수 있었다.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파티원들이 에릭 호는 엘리와 함께 미지의 공간을 파헤쳐나가는 이야기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파티원들이 에릭 혹은 엘리스와 함께 미지의 공간을 파헤쳐 나가는 이야기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서로 다른 경로로 만들어 퍼즐을 만들면 서로의 힌트에 귀기울일 수 있으며, 그것을 통해 협동 퍼즐의 의미와 재미를 배가할 수 있을 것이라 생각했다. 전체적으로 던바튼 – 콜헨으로 나뉘어져 있는데, 던바튼의 맵들이 아이보리 색 계열의 밝은 느낌이 강한 반면, 콜헨의 맵들은 대부분 짙은 회색 계열의 어두운 느낌이 강하다. 그렇기에 이런 대비를 통해 유저의 낯섦을 유발하고, 거기에서 긴장감을 주고자 하였다.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사방이 하나도 보이지 않는 안개 속을 한없이 걸어간다. 어둡고 으스스한 분위기를 주기 위함이다.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e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3.svg"/><Relationship Id="rId5" Type="http://schemas.openxmlformats.org/officeDocument/2006/relationships/image" Target="../media/image7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34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37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Relationship Id="rId11" Type="http://schemas.openxmlformats.org/officeDocument/2006/relationships/image" Target="../media/image5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2.svg"/><Relationship Id="rId4" Type="http://schemas.openxmlformats.org/officeDocument/2006/relationships/image" Target="../media/image7.svg"/><Relationship Id="rId5" Type="http://schemas.openxmlformats.org/officeDocument/2006/relationships/image" Target="../media/image5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54.png"/><Relationship Id="rId5" Type="http://schemas.openxmlformats.org/officeDocument/2006/relationships/image" Target="../media/image7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55.jpeg"/><Relationship Id="rId5" Type="http://schemas.openxmlformats.org/officeDocument/2006/relationships/image" Target="../media/image5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1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1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Relationship Id="rId4" Type="http://schemas.openxmlformats.org/officeDocument/2006/relationships/image" Target="../media/image65.png"/><Relationship Id="rId5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8.png"/><Relationship Id="rId4" Type="http://schemas.openxmlformats.org/officeDocument/2006/relationships/image" Target="../media/image17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Relationship Id="rId8" Type="http://schemas.openxmlformats.org/officeDocument/2006/relationships/image" Target="../media/image72.png"/><Relationship Id="rId9" Type="http://schemas.openxmlformats.org/officeDocument/2006/relationships/image" Target="../media/image7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8.png"/><Relationship Id="rId4" Type="http://schemas.openxmlformats.org/officeDocument/2006/relationships/image" Target="../media/image17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8.png"/><Relationship Id="rId4" Type="http://schemas.openxmlformats.org/officeDocument/2006/relationships/image" Target="../media/image76.png"/><Relationship Id="rId5" Type="http://schemas.openxmlformats.org/officeDocument/2006/relationships/image" Target="../media/image7.sv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2.svg"/><Relationship Id="rId4" Type="http://schemas.openxmlformats.org/officeDocument/2006/relationships/image" Target="../media/image7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9.png"/><Relationship Id="rId4" Type="http://schemas.openxmlformats.org/officeDocument/2006/relationships/image" Target="../media/image17.png"/><Relationship Id="rId5" Type="http://schemas.openxmlformats.org/officeDocument/2006/relationships/image" Target="../media/image80.png"/><Relationship Id="rId6" Type="http://schemas.openxmlformats.org/officeDocument/2006/relationships/image" Target="../media/image81.svg"/><Relationship Id="rId7" Type="http://schemas.openxmlformats.org/officeDocument/2006/relationships/image" Target="../media/image8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1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Relationship Id="rId3" Type="http://schemas.openxmlformats.org/officeDocument/2006/relationships/image" Target="../media/image1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80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3" Type="http://schemas.openxmlformats.org/officeDocument/2006/relationships/image" Target="../media/image8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17.png"/><Relationship Id="rId4" Type="http://schemas.openxmlformats.org/officeDocument/2006/relationships/image" Target="../media/image91.png"/><Relationship Id="rId5" Type="http://schemas.openxmlformats.org/officeDocument/2006/relationships/image" Target="../media/image9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8.png"/><Relationship Id="rId4" Type="http://schemas.openxmlformats.org/officeDocument/2006/relationships/image" Target="../media/image56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96.png"/><Relationship Id="rId8" Type="http://schemas.openxmlformats.org/officeDocument/2006/relationships/image" Target="../media/image97.png"/><Relationship Id="rId9" Type="http://schemas.openxmlformats.org/officeDocument/2006/relationships/image" Target="../media/image98.png"/><Relationship Id="rId10" Type="http://schemas.openxmlformats.org/officeDocument/2006/relationships/image" Target="../media/image9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8.png"/><Relationship Id="rId4" Type="http://schemas.openxmlformats.org/officeDocument/2006/relationships/image" Target="../media/image56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Relationship Id="rId7" Type="http://schemas.openxmlformats.org/officeDocument/2006/relationships/image" Target="../media/image102.png"/><Relationship Id="rId8" Type="http://schemas.openxmlformats.org/officeDocument/2006/relationships/image" Target="../media/image103.png"/><Relationship Id="rId9" Type="http://schemas.openxmlformats.org/officeDocument/2006/relationships/image" Target="../media/image104.png"/><Relationship Id="rId10" Type="http://schemas.openxmlformats.org/officeDocument/2006/relationships/image" Target="../media/image105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8.png"/><Relationship Id="rId4" Type="http://schemas.openxmlformats.org/officeDocument/2006/relationships/image" Target="../media/image56.png"/><Relationship Id="rId5" Type="http://schemas.openxmlformats.org/officeDocument/2006/relationships/image" Target="../media/image106.png"/><Relationship Id="rId6" Type="http://schemas.openxmlformats.org/officeDocument/2006/relationships/image" Target="../media/image107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8.png"/><Relationship Id="rId4" Type="http://schemas.openxmlformats.org/officeDocument/2006/relationships/image" Target="../media/image56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8.png"/><Relationship Id="rId4" Type="http://schemas.openxmlformats.org/officeDocument/2006/relationships/image" Target="../media/image56.png"/><Relationship Id="rId5" Type="http://schemas.openxmlformats.org/officeDocument/2006/relationships/image" Target="../media/image110.png"/><Relationship Id="rId6" Type="http://schemas.openxmlformats.org/officeDocument/2006/relationships/image" Target="../media/image11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jpeg"/><Relationship Id="rId3" Type="http://schemas.openxmlformats.org/officeDocument/2006/relationships/image" Target="../media/image113.svg"/><Relationship Id="rId4" Type="http://schemas.openxmlformats.org/officeDocument/2006/relationships/image" Target="../media/image114.svg"/><Relationship Id="rId5" Type="http://schemas.openxmlformats.org/officeDocument/2006/relationships/image" Target="../media/image115.png"/><Relationship Id="rId6" Type="http://schemas.openxmlformats.org/officeDocument/2006/relationships/image" Target="../media/image116.png"/><Relationship Id="rId7" Type="http://schemas.openxmlformats.org/officeDocument/2006/relationships/image" Target="../media/image117.png"/><Relationship Id="rId8" Type="http://schemas.openxmlformats.org/officeDocument/2006/relationships/image" Target="../media/image118.png"/><Relationship Id="rId9" Type="http://schemas.openxmlformats.org/officeDocument/2006/relationships/image" Target="../media/image119.png"/><Relationship Id="rId10" Type="http://schemas.openxmlformats.org/officeDocument/2006/relationships/image" Target="../media/image120.png"/><Relationship Id="rId11" Type="http://schemas.openxmlformats.org/officeDocument/2006/relationships/image" Target="../media/image121.png"/><Relationship Id="rId12" Type="http://schemas.openxmlformats.org/officeDocument/2006/relationships/image" Target="../media/image122.png"/><Relationship Id="rId13" Type="http://schemas.openxmlformats.org/officeDocument/2006/relationships/image" Target="../media/image123.png"/><Relationship Id="rId14" Type="http://schemas.openxmlformats.org/officeDocument/2006/relationships/image" Target="../media/image12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2.jpeg"/><Relationship Id="rId4" Type="http://schemas.openxmlformats.org/officeDocument/2006/relationships/image" Target="../media/image113.svg"/><Relationship Id="rId5" Type="http://schemas.openxmlformats.org/officeDocument/2006/relationships/image" Target="../media/image114.svg"/><Relationship Id="rId6" Type="http://schemas.openxmlformats.org/officeDocument/2006/relationships/image" Target="../media/image115.png"/><Relationship Id="rId7" Type="http://schemas.openxmlformats.org/officeDocument/2006/relationships/image" Target="../media/image125.png"/><Relationship Id="rId8" Type="http://schemas.openxmlformats.org/officeDocument/2006/relationships/image" Target="../media/image126.png"/><Relationship Id="rId9" Type="http://schemas.openxmlformats.org/officeDocument/2006/relationships/image" Target="../media/image127.png"/><Relationship Id="rId10" Type="http://schemas.openxmlformats.org/officeDocument/2006/relationships/image" Target="../media/image128.png"/><Relationship Id="rId11" Type="http://schemas.openxmlformats.org/officeDocument/2006/relationships/image" Target="../media/image129.png"/><Relationship Id="rId12" Type="http://schemas.openxmlformats.org/officeDocument/2006/relationships/image" Target="../media/image130.png"/><Relationship Id="rId13" Type="http://schemas.openxmlformats.org/officeDocument/2006/relationships/image" Target="../media/image131.png"/><Relationship Id="rId14" Type="http://schemas.openxmlformats.org/officeDocument/2006/relationships/image" Target="../media/image132.png"/><Relationship Id="rId15" Type="http://schemas.openxmlformats.org/officeDocument/2006/relationships/image" Target="../media/image133.png"/><Relationship Id="rId16" Type="http://schemas.openxmlformats.org/officeDocument/2006/relationships/image" Target="../media/image134.png"/><Relationship Id="rId17" Type="http://schemas.openxmlformats.org/officeDocument/2006/relationships/image" Target="../media/image13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8.png"/><Relationship Id="rId4" Type="http://schemas.openxmlformats.org/officeDocument/2006/relationships/image" Target="../media/image13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8.png"/><Relationship Id="rId4" Type="http://schemas.openxmlformats.org/officeDocument/2006/relationships/image" Target="../media/image74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8.png"/><Relationship Id="rId4" Type="http://schemas.openxmlformats.org/officeDocument/2006/relationships/image" Target="../media/image13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png"/><Relationship Id="rId3" Type="http://schemas.openxmlformats.org/officeDocument/2006/relationships/image" Target="../media/image139.png"/><Relationship Id="rId4" Type="http://schemas.openxmlformats.org/officeDocument/2006/relationships/image" Target="../media/image140.png"/><Relationship Id="rId5" Type="http://schemas.openxmlformats.org/officeDocument/2006/relationships/image" Target="../media/image141.png"/><Relationship Id="rId6" Type="http://schemas.openxmlformats.org/officeDocument/2006/relationships/image" Target="../media/image142.png"/><Relationship Id="rId7" Type="http://schemas.openxmlformats.org/officeDocument/2006/relationships/image" Target="../media/image143.png"/><Relationship Id="rId8" Type="http://schemas.openxmlformats.org/officeDocument/2006/relationships/image" Target="../media/image144.png"/><Relationship Id="rId9" Type="http://schemas.openxmlformats.org/officeDocument/2006/relationships/image" Target="../media/image145.png"/><Relationship Id="rId10" Type="http://schemas.openxmlformats.org/officeDocument/2006/relationships/image" Target="../media/image146.png"/><Relationship Id="rId11" Type="http://schemas.openxmlformats.org/officeDocument/2006/relationships/image" Target="../media/image147.png"/><Relationship Id="rId12" Type="http://schemas.openxmlformats.org/officeDocument/2006/relationships/image" Target="../media/image148.svg"/><Relationship Id="rId13" Type="http://schemas.openxmlformats.org/officeDocument/2006/relationships/image" Target="../media/image149.png"/><Relationship Id="rId14" Type="http://schemas.openxmlformats.org/officeDocument/2006/relationships/image" Target="../media/image150.png"/><Relationship Id="rId15" Type="http://schemas.openxmlformats.org/officeDocument/2006/relationships/image" Target="../media/image151.png"/><Relationship Id="rId16" Type="http://schemas.openxmlformats.org/officeDocument/2006/relationships/image" Target="../media/image152.png"/><Relationship Id="rId17" Type="http://schemas.openxmlformats.org/officeDocument/2006/relationships/image" Target="../media/image153.png"/><Relationship Id="rId18" Type="http://schemas.openxmlformats.org/officeDocument/2006/relationships/image" Target="../media/image154.png"/><Relationship Id="rId19" Type="http://schemas.openxmlformats.org/officeDocument/2006/relationships/image" Target="../media/image155.png"/><Relationship Id="rId20" Type="http://schemas.openxmlformats.org/officeDocument/2006/relationships/image" Target="../media/image156.png"/><Relationship Id="rId21" Type="http://schemas.openxmlformats.org/officeDocument/2006/relationships/image" Target="../media/image157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2.sv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svg"/><Relationship Id="rId4" Type="http://schemas.openxmlformats.org/officeDocument/2006/relationships/image" Target="../media/image158.png"/><Relationship Id="rId5" Type="http://schemas.openxmlformats.org/officeDocument/2006/relationships/image" Target="../media/image159.png"/><Relationship Id="rId6" Type="http://schemas.openxmlformats.org/officeDocument/2006/relationships/image" Target="../media/image160.png"/><Relationship Id="rId7" Type="http://schemas.openxmlformats.org/officeDocument/2006/relationships/image" Target="../media/image161.png"/><Relationship Id="rId8" Type="http://schemas.openxmlformats.org/officeDocument/2006/relationships/image" Target="../media/image162.png"/><Relationship Id="rId9" Type="http://schemas.openxmlformats.org/officeDocument/2006/relationships/image" Target="../media/image163.png"/><Relationship Id="rId10" Type="http://schemas.openxmlformats.org/officeDocument/2006/relationships/image" Target="../media/image157.png"/><Relationship Id="rId11" Type="http://schemas.openxmlformats.org/officeDocument/2006/relationships/image" Target="../media/image164.png"/><Relationship Id="rId12" Type="http://schemas.openxmlformats.org/officeDocument/2006/relationships/image" Target="../media/image165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8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66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67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-772417"/>
            <a:ext cx="18288000" cy="11831836"/>
            <a:chOff x="0" y="0"/>
            <a:chExt cx="24384000" cy="15775782"/>
          </a:xfrm>
        </p:grpSpPr>
        <p:sp>
          <p:nvSpPr>
            <p:cNvPr id="3" name="Freeform 3" descr="PC 게임, 전략 비디오 게임, 만화 영화, 비디오 게임 소프트웨어이(가) 표시된 사진  AI 생성 콘텐츠는 정확하지 않을 수 있습니다."/>
            <p:cNvSpPr/>
            <p:nvPr/>
          </p:nvSpPr>
          <p:spPr>
            <a:xfrm>
              <a:off x="0" y="0"/>
              <a:ext cx="24384000" cy="15775812"/>
            </a:xfrm>
            <a:custGeom>
              <a:avLst/>
              <a:gdLst/>
              <a:ahLst/>
              <a:cxnLst/>
              <a:rect l="l" t="t" r="r" b="b"/>
              <a:pathLst>
                <a:path w="24384000" h="15775812">
                  <a:moveTo>
                    <a:pt x="0" y="0"/>
                  </a:moveTo>
                  <a:lnTo>
                    <a:pt x="24384000" y="0"/>
                  </a:lnTo>
                  <a:lnTo>
                    <a:pt x="24384000" y="15775812"/>
                  </a:lnTo>
                  <a:lnTo>
                    <a:pt x="0" y="157758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>
                <a:alpha val="5882"/>
              </a:srgbClr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265670" y="7777299"/>
            <a:ext cx="3756660" cy="766626"/>
            <a:chOff x="0" y="0"/>
            <a:chExt cx="5008880" cy="10221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08880" cy="1022223"/>
            </a:xfrm>
            <a:custGeom>
              <a:avLst/>
              <a:gdLst/>
              <a:ahLst/>
              <a:cxnLst/>
              <a:rect l="l" t="t" r="r" b="b"/>
              <a:pathLst>
                <a:path w="5008880" h="1022223">
                  <a:moveTo>
                    <a:pt x="0" y="0"/>
                  </a:moveTo>
                  <a:lnTo>
                    <a:pt x="5008880" y="0"/>
                  </a:lnTo>
                  <a:lnTo>
                    <a:pt x="5008880" y="1022223"/>
                  </a:lnTo>
                  <a:lnTo>
                    <a:pt x="0" y="1022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17" r="-1017" b="5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8335566" y="6113624"/>
            <a:ext cx="1616867" cy="1616867"/>
            <a:chOff x="0" y="0"/>
            <a:chExt cx="2155822" cy="215582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55825" cy="2155825"/>
            </a:xfrm>
            <a:custGeom>
              <a:avLst/>
              <a:gdLst/>
              <a:ahLst/>
              <a:cxnLst/>
              <a:rect l="l" t="t" r="r" b="b"/>
              <a:pathLst>
                <a:path w="2155825" h="2155825">
                  <a:moveTo>
                    <a:pt x="0" y="0"/>
                  </a:moveTo>
                  <a:lnTo>
                    <a:pt x="2155825" y="0"/>
                  </a:lnTo>
                  <a:lnTo>
                    <a:pt x="2155825" y="2155825"/>
                  </a:lnTo>
                  <a:lnTo>
                    <a:pt x="0" y="2155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8193167" y="895635"/>
            <a:ext cx="1901666" cy="1872588"/>
            <a:chOff x="0" y="0"/>
            <a:chExt cx="2535554" cy="249678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535555" cy="2496820"/>
            </a:xfrm>
            <a:custGeom>
              <a:avLst/>
              <a:gdLst/>
              <a:ahLst/>
              <a:cxnLst/>
              <a:rect l="l" t="t" r="r" b="b"/>
              <a:pathLst>
                <a:path w="2535555" h="2496820">
                  <a:moveTo>
                    <a:pt x="0" y="0"/>
                  </a:moveTo>
                  <a:lnTo>
                    <a:pt x="2535555" y="0"/>
                  </a:lnTo>
                  <a:lnTo>
                    <a:pt x="2535555" y="2496820"/>
                  </a:lnTo>
                  <a:lnTo>
                    <a:pt x="0" y="2496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448550" y="3080954"/>
            <a:ext cx="3413760" cy="390157"/>
            <a:chOff x="0" y="0"/>
            <a:chExt cx="4551680" cy="52021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551680" cy="520192"/>
            </a:xfrm>
            <a:custGeom>
              <a:avLst/>
              <a:gdLst/>
              <a:ahLst/>
              <a:cxnLst/>
              <a:rect l="l" t="t" r="r" b="b"/>
              <a:pathLst>
                <a:path w="4551680" h="520192">
                  <a:moveTo>
                    <a:pt x="0" y="260096"/>
                  </a:moveTo>
                  <a:cubicBezTo>
                    <a:pt x="0" y="116459"/>
                    <a:pt x="116459" y="0"/>
                    <a:pt x="260096" y="0"/>
                  </a:cubicBezTo>
                  <a:lnTo>
                    <a:pt x="4291584" y="0"/>
                  </a:lnTo>
                  <a:cubicBezTo>
                    <a:pt x="4435221" y="0"/>
                    <a:pt x="4551680" y="116459"/>
                    <a:pt x="4551680" y="260096"/>
                  </a:cubicBezTo>
                  <a:cubicBezTo>
                    <a:pt x="4551680" y="403733"/>
                    <a:pt x="4435221" y="520192"/>
                    <a:pt x="4291584" y="520192"/>
                  </a:cubicBezTo>
                  <a:lnTo>
                    <a:pt x="260096" y="520192"/>
                  </a:lnTo>
                  <a:cubicBezTo>
                    <a:pt x="116459" y="520192"/>
                    <a:pt x="0" y="403733"/>
                    <a:pt x="0" y="260096"/>
                  </a:cubicBezTo>
                  <a:close/>
                </a:path>
              </a:pathLst>
            </a:custGeom>
            <a:solidFill>
              <a:srgbClr val="34332E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680096" y="3094953"/>
            <a:ext cx="2950670" cy="343108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A741"/>
                </a:solidFill>
                <a:latin typeface="Arimo"/>
                <a:ea typeface="맑은 고딕"/>
                <a:cs typeface="Arimo"/>
                <a:sym typeface="Arimo"/>
              </a:rPr>
              <a:t>마비노기 모바일 신규 콘텐츠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28286" y="4660255"/>
            <a:ext cx="12616779" cy="12573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81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키아 던전의 잃어버린 남매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01385" y="3555114"/>
            <a:ext cx="5470590" cy="1100822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할로윈 이벤트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8880000"/>
            <a:ext cx="18288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700"/>
              </a:spcAft>
            </a:pPr>
            <a:r>
              <a:rPr sz="1800" b="0">
                <a:solidFill>
                  <a:srgbClr val="D8DEE8"/>
                </a:solidFill>
                <a:latin typeface="Arimo"/>
                <a:ea typeface="맑은 고딕"/>
              </a:rPr>
              <a:t>4인 팀 프로젝트   ·   본인 담당 : 콘텐츠 아이디어 발안 · 콘텐츠 설계 · 콘텐츠 진행 설계</a:t>
            </a:r>
          </a:p>
          <a:p>
            <a:pPr algn="ctr">
              <a:spcAft>
                <a:spcPts val="700"/>
              </a:spcAft>
            </a:pPr>
            <a:r>
              <a:rPr sz="1800" b="0">
                <a:solidFill>
                  <a:srgbClr val="D8DEE8"/>
                </a:solidFill>
                <a:latin typeface="Arimo"/>
                <a:ea typeface="맑은 고딕"/>
              </a:rPr>
              <a:t>2025년 10월 작성   ·   2025년 9월 이멘마하 업데이트 시점 기준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665942" y="1370928"/>
            <a:ext cx="978978" cy="629633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FFA741"/>
                </a:solidFill>
                <a:latin typeface="Arimo"/>
                <a:ea typeface="맑은 고딕"/>
                <a:cs typeface="Arimo"/>
                <a:sym typeface="Arimo"/>
              </a:rPr>
              <a:t>목차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645966" y="2447253"/>
            <a:ext cx="8996068" cy="2857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신규 콘텐츠 「키아 던전의 잃어버린 남매」에 대한 설명은 다음과 같은 순서로 진행됩니다</a:t>
            </a:r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6861514" y="3052858"/>
            <a:ext cx="4564972" cy="5896422"/>
            <a:chOff x="0" y="0"/>
            <a:chExt cx="6086630" cy="786189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086602" cy="7861935"/>
            </a:xfrm>
            <a:custGeom>
              <a:avLst/>
              <a:gdLst/>
              <a:ahLst/>
              <a:cxnLst/>
              <a:rect l="l" t="t" r="r" b="b"/>
              <a:pathLst>
                <a:path w="6086602" h="7861935">
                  <a:moveTo>
                    <a:pt x="0" y="0"/>
                  </a:moveTo>
                  <a:lnTo>
                    <a:pt x="6086602" y="0"/>
                  </a:lnTo>
                  <a:lnTo>
                    <a:pt x="6086602" y="7861935"/>
                  </a:lnTo>
                  <a:lnTo>
                    <a:pt x="0" y="7861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1412975" y="3052858"/>
            <a:ext cx="4564972" cy="5896422"/>
            <a:chOff x="0" y="0"/>
            <a:chExt cx="6086630" cy="78618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086602" cy="7861935"/>
            </a:xfrm>
            <a:custGeom>
              <a:avLst/>
              <a:gdLst/>
              <a:ahLst/>
              <a:cxnLst/>
              <a:rect l="l" t="t" r="r" b="b"/>
              <a:pathLst>
                <a:path w="6086602" h="7861935">
                  <a:moveTo>
                    <a:pt x="0" y="0"/>
                  </a:moveTo>
                  <a:lnTo>
                    <a:pt x="6086602" y="0"/>
                  </a:lnTo>
                  <a:lnTo>
                    <a:pt x="6086602" y="7861935"/>
                  </a:lnTo>
                  <a:lnTo>
                    <a:pt x="0" y="7861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2316808" y="3052858"/>
            <a:ext cx="4564972" cy="5896422"/>
            <a:chOff x="0" y="0"/>
            <a:chExt cx="6086630" cy="786189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086602" cy="7861935"/>
            </a:xfrm>
            <a:custGeom>
              <a:avLst/>
              <a:gdLst/>
              <a:ahLst/>
              <a:cxnLst/>
              <a:rect l="l" t="t" r="r" b="b"/>
              <a:pathLst>
                <a:path w="6086602" h="7861935">
                  <a:moveTo>
                    <a:pt x="0" y="0"/>
                  </a:moveTo>
                  <a:lnTo>
                    <a:pt x="6086602" y="0"/>
                  </a:lnTo>
                  <a:lnTo>
                    <a:pt x="6086602" y="7861935"/>
                  </a:lnTo>
                  <a:lnTo>
                    <a:pt x="0" y="7861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3291414" y="5856324"/>
            <a:ext cx="182395" cy="182397"/>
          </a:xfrm>
          <a:custGeom>
            <a:avLst/>
            <a:gdLst/>
            <a:ahLst/>
            <a:cxnLst/>
            <a:rect l="l" t="t" r="r" b="b"/>
            <a:pathLst>
              <a:path w="182395" h="182397">
                <a:moveTo>
                  <a:pt x="0" y="0"/>
                </a:moveTo>
                <a:lnTo>
                  <a:pt x="182395" y="0"/>
                </a:lnTo>
                <a:lnTo>
                  <a:pt x="182395" y="182396"/>
                </a:lnTo>
                <a:lnTo>
                  <a:pt x="0" y="1823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3606124" y="5766443"/>
            <a:ext cx="1046303" cy="343109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게임 소개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253046" y="4305300"/>
            <a:ext cx="692497" cy="410369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개요</a:t>
            </a:r>
            <a:endParaRPr lang="en-US" sz="2700" b="1" dirty="0">
              <a:solidFill>
                <a:srgbClr val="FFFFFF"/>
              </a:solidFill>
              <a:latin typeface="Arimo"/>
              <a:ea typeface="맑은 고딕"/>
              <a:cs typeface="Arimo"/>
              <a:sym typeface="Arimo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3291414" y="6249138"/>
            <a:ext cx="182395" cy="182397"/>
          </a:xfrm>
          <a:custGeom>
            <a:avLst/>
            <a:gdLst/>
            <a:ahLst/>
            <a:cxnLst/>
            <a:rect l="l" t="t" r="r" b="b"/>
            <a:pathLst>
              <a:path w="182395" h="182397">
                <a:moveTo>
                  <a:pt x="0" y="0"/>
                </a:moveTo>
                <a:lnTo>
                  <a:pt x="182395" y="0"/>
                </a:lnTo>
                <a:lnTo>
                  <a:pt x="182395" y="182397"/>
                </a:lnTo>
                <a:lnTo>
                  <a:pt x="0" y="1823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3606124" y="6159258"/>
            <a:ext cx="1267516" cy="2857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기획 의도</a:t>
            </a:r>
          </a:p>
        </p:txBody>
      </p:sp>
      <p:sp>
        <p:nvSpPr>
          <p:cNvPr id="17" name="Freeform 17"/>
          <p:cNvSpPr/>
          <p:nvPr/>
        </p:nvSpPr>
        <p:spPr>
          <a:xfrm>
            <a:off x="3291414" y="6641953"/>
            <a:ext cx="182395" cy="182397"/>
          </a:xfrm>
          <a:custGeom>
            <a:avLst/>
            <a:gdLst/>
            <a:ahLst/>
            <a:cxnLst/>
            <a:rect l="l" t="t" r="r" b="b"/>
            <a:pathLst>
              <a:path w="182395" h="182397">
                <a:moveTo>
                  <a:pt x="0" y="0"/>
                </a:moveTo>
                <a:lnTo>
                  <a:pt x="182395" y="0"/>
                </a:lnTo>
                <a:lnTo>
                  <a:pt x="182395" y="182398"/>
                </a:lnTo>
                <a:lnTo>
                  <a:pt x="0" y="1823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3606125" y="6552073"/>
            <a:ext cx="1046303" cy="2857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타겟 선정</a:t>
            </a:r>
          </a:p>
        </p:txBody>
      </p: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6861514" y="3052858"/>
            <a:ext cx="4564972" cy="5896422"/>
            <a:chOff x="0" y="0"/>
            <a:chExt cx="6086630" cy="786189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086602" cy="7861935"/>
            </a:xfrm>
            <a:custGeom>
              <a:avLst/>
              <a:gdLst/>
              <a:ahLst/>
              <a:cxnLst/>
              <a:rect l="l" t="t" r="r" b="b"/>
              <a:pathLst>
                <a:path w="6086602" h="7861935">
                  <a:moveTo>
                    <a:pt x="0" y="0"/>
                  </a:moveTo>
                  <a:lnTo>
                    <a:pt x="6086602" y="0"/>
                  </a:lnTo>
                  <a:lnTo>
                    <a:pt x="6086602" y="7861935"/>
                  </a:lnTo>
                  <a:lnTo>
                    <a:pt x="0" y="7861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7836120" y="5267101"/>
            <a:ext cx="182395" cy="182397"/>
          </a:xfrm>
          <a:custGeom>
            <a:avLst/>
            <a:gdLst/>
            <a:ahLst/>
            <a:cxnLst/>
            <a:rect l="l" t="t" r="r" b="b"/>
            <a:pathLst>
              <a:path w="182395" h="182397">
                <a:moveTo>
                  <a:pt x="0" y="0"/>
                </a:moveTo>
                <a:lnTo>
                  <a:pt x="182395" y="0"/>
                </a:lnTo>
                <a:lnTo>
                  <a:pt x="182395" y="182396"/>
                </a:lnTo>
                <a:lnTo>
                  <a:pt x="0" y="1823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8150830" y="5177220"/>
            <a:ext cx="1494090" cy="2857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콘텐츠 개요</a:t>
            </a:r>
          </a:p>
        </p:txBody>
      </p:sp>
      <p:sp>
        <p:nvSpPr>
          <p:cNvPr id="23" name="Freeform 23"/>
          <p:cNvSpPr/>
          <p:nvPr/>
        </p:nvSpPr>
        <p:spPr>
          <a:xfrm>
            <a:off x="7836120" y="5659915"/>
            <a:ext cx="182395" cy="182397"/>
          </a:xfrm>
          <a:custGeom>
            <a:avLst/>
            <a:gdLst/>
            <a:ahLst/>
            <a:cxnLst/>
            <a:rect l="l" t="t" r="r" b="b"/>
            <a:pathLst>
              <a:path w="182395" h="182397">
                <a:moveTo>
                  <a:pt x="0" y="0"/>
                </a:moveTo>
                <a:lnTo>
                  <a:pt x="182395" y="0"/>
                </a:lnTo>
                <a:lnTo>
                  <a:pt x="182395" y="182397"/>
                </a:lnTo>
                <a:lnTo>
                  <a:pt x="0" y="1823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4" name="TextBox 24"/>
          <p:cNvSpPr txBox="1"/>
          <p:nvPr/>
        </p:nvSpPr>
        <p:spPr>
          <a:xfrm>
            <a:off x="8150830" y="5570035"/>
            <a:ext cx="1046303" cy="343109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기획 배경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230291" y="4305300"/>
            <a:ext cx="1827423" cy="410369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콘텐츠 소개</a:t>
            </a:r>
          </a:p>
        </p:txBody>
      </p:sp>
      <p:sp>
        <p:nvSpPr>
          <p:cNvPr id="26" name="Freeform 26"/>
          <p:cNvSpPr/>
          <p:nvPr/>
        </p:nvSpPr>
        <p:spPr>
          <a:xfrm>
            <a:off x="7836120" y="6052730"/>
            <a:ext cx="182395" cy="182397"/>
          </a:xfrm>
          <a:custGeom>
            <a:avLst/>
            <a:gdLst/>
            <a:ahLst/>
            <a:cxnLst/>
            <a:rect l="l" t="t" r="r" b="b"/>
            <a:pathLst>
              <a:path w="182395" h="182397">
                <a:moveTo>
                  <a:pt x="0" y="0"/>
                </a:moveTo>
                <a:lnTo>
                  <a:pt x="182395" y="0"/>
                </a:lnTo>
                <a:lnTo>
                  <a:pt x="182395" y="182398"/>
                </a:lnTo>
                <a:lnTo>
                  <a:pt x="0" y="1823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7" name="TextBox 27"/>
          <p:cNvSpPr txBox="1"/>
          <p:nvPr/>
        </p:nvSpPr>
        <p:spPr>
          <a:xfrm>
            <a:off x="8150830" y="5962850"/>
            <a:ext cx="978977" cy="343109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시나리오</a:t>
            </a:r>
          </a:p>
        </p:txBody>
      </p:sp>
      <p:sp>
        <p:nvSpPr>
          <p:cNvPr id="28" name="Freeform 28"/>
          <p:cNvSpPr/>
          <p:nvPr/>
        </p:nvSpPr>
        <p:spPr>
          <a:xfrm>
            <a:off x="7836120" y="6445545"/>
            <a:ext cx="182395" cy="182397"/>
          </a:xfrm>
          <a:custGeom>
            <a:avLst/>
            <a:gdLst/>
            <a:ahLst/>
            <a:cxnLst/>
            <a:rect l="l" t="t" r="r" b="b"/>
            <a:pathLst>
              <a:path w="182395" h="182397">
                <a:moveTo>
                  <a:pt x="0" y="0"/>
                </a:moveTo>
                <a:lnTo>
                  <a:pt x="182395" y="0"/>
                </a:lnTo>
                <a:lnTo>
                  <a:pt x="182395" y="182397"/>
                </a:lnTo>
                <a:lnTo>
                  <a:pt x="0" y="1823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8150830" y="6355665"/>
            <a:ext cx="825089" cy="343109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맵 구성</a:t>
            </a:r>
          </a:p>
        </p:txBody>
      </p:sp>
      <p:sp>
        <p:nvSpPr>
          <p:cNvPr id="30" name="Freeform 30"/>
          <p:cNvSpPr/>
          <p:nvPr/>
        </p:nvSpPr>
        <p:spPr>
          <a:xfrm>
            <a:off x="7836120" y="6838360"/>
            <a:ext cx="182395" cy="182397"/>
          </a:xfrm>
          <a:custGeom>
            <a:avLst/>
            <a:gdLst/>
            <a:ahLst/>
            <a:cxnLst/>
            <a:rect l="l" t="t" r="r" b="b"/>
            <a:pathLst>
              <a:path w="182395" h="182397">
                <a:moveTo>
                  <a:pt x="0" y="0"/>
                </a:moveTo>
                <a:lnTo>
                  <a:pt x="182395" y="0"/>
                </a:lnTo>
                <a:lnTo>
                  <a:pt x="182395" y="182397"/>
                </a:lnTo>
                <a:lnTo>
                  <a:pt x="0" y="1823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1" name="TextBox 31"/>
          <p:cNvSpPr txBox="1"/>
          <p:nvPr/>
        </p:nvSpPr>
        <p:spPr>
          <a:xfrm>
            <a:off x="8150830" y="6748480"/>
            <a:ext cx="1046303" cy="343109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보상 설계</a:t>
            </a:r>
          </a:p>
        </p:txBody>
      </p:sp>
      <p:grpSp>
        <p:nvGrpSpPr>
          <p:cNvPr id="32" name="Group 32"/>
          <p:cNvGrpSpPr>
            <a:grpSpLocks noChangeAspect="1"/>
          </p:cNvGrpSpPr>
          <p:nvPr/>
        </p:nvGrpSpPr>
        <p:grpSpPr>
          <a:xfrm>
            <a:off x="11406220" y="3052858"/>
            <a:ext cx="4564972" cy="5896422"/>
            <a:chOff x="0" y="0"/>
            <a:chExt cx="6086630" cy="786189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086602" cy="7861935"/>
            </a:xfrm>
            <a:custGeom>
              <a:avLst/>
              <a:gdLst/>
              <a:ahLst/>
              <a:cxnLst/>
              <a:rect l="l" t="t" r="r" b="b"/>
              <a:pathLst>
                <a:path w="6086602" h="7861935">
                  <a:moveTo>
                    <a:pt x="0" y="0"/>
                  </a:moveTo>
                  <a:lnTo>
                    <a:pt x="6086602" y="0"/>
                  </a:lnTo>
                  <a:lnTo>
                    <a:pt x="6086602" y="7861935"/>
                  </a:lnTo>
                  <a:lnTo>
                    <a:pt x="0" y="7861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12380826" y="5267101"/>
            <a:ext cx="182396" cy="182397"/>
          </a:xfrm>
          <a:custGeom>
            <a:avLst/>
            <a:gdLst/>
            <a:ahLst/>
            <a:cxnLst/>
            <a:rect l="l" t="t" r="r" b="b"/>
            <a:pathLst>
              <a:path w="182396" h="182397">
                <a:moveTo>
                  <a:pt x="0" y="0"/>
                </a:moveTo>
                <a:lnTo>
                  <a:pt x="182396" y="0"/>
                </a:lnTo>
                <a:lnTo>
                  <a:pt x="182396" y="182396"/>
                </a:lnTo>
                <a:lnTo>
                  <a:pt x="0" y="1823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5" name="TextBox 35"/>
          <p:cNvSpPr txBox="1"/>
          <p:nvPr/>
        </p:nvSpPr>
        <p:spPr>
          <a:xfrm>
            <a:off x="12695536" y="5177220"/>
            <a:ext cx="536547" cy="343109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요약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342458" y="4305300"/>
            <a:ext cx="692497" cy="410369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결론</a:t>
            </a:r>
          </a:p>
        </p:txBody>
      </p:sp>
      <p:sp>
        <p:nvSpPr>
          <p:cNvPr id="37" name="Freeform 37"/>
          <p:cNvSpPr/>
          <p:nvPr/>
        </p:nvSpPr>
        <p:spPr>
          <a:xfrm>
            <a:off x="12380826" y="5659915"/>
            <a:ext cx="182396" cy="182397"/>
          </a:xfrm>
          <a:custGeom>
            <a:avLst/>
            <a:gdLst/>
            <a:ahLst/>
            <a:cxnLst/>
            <a:rect l="l" t="t" r="r" b="b"/>
            <a:pathLst>
              <a:path w="182396" h="182397">
                <a:moveTo>
                  <a:pt x="0" y="0"/>
                </a:moveTo>
                <a:lnTo>
                  <a:pt x="182396" y="0"/>
                </a:lnTo>
                <a:lnTo>
                  <a:pt x="182396" y="182397"/>
                </a:lnTo>
                <a:lnTo>
                  <a:pt x="0" y="1823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8" name="TextBox 38"/>
          <p:cNvSpPr txBox="1"/>
          <p:nvPr/>
        </p:nvSpPr>
        <p:spPr>
          <a:xfrm>
            <a:off x="12695536" y="5570035"/>
            <a:ext cx="1046303" cy="343109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기대 효과</a:t>
            </a:r>
          </a:p>
        </p:txBody>
      </p:sp>
      <p:sp>
        <p:nvSpPr>
          <p:cNvPr id="39" name="Freeform 39"/>
          <p:cNvSpPr/>
          <p:nvPr/>
        </p:nvSpPr>
        <p:spPr>
          <a:xfrm>
            <a:off x="12380826" y="6052731"/>
            <a:ext cx="182396" cy="182397"/>
          </a:xfrm>
          <a:custGeom>
            <a:avLst/>
            <a:gdLst/>
            <a:ahLst/>
            <a:cxnLst/>
            <a:rect l="l" t="t" r="r" b="b"/>
            <a:pathLst>
              <a:path w="182396" h="182397">
                <a:moveTo>
                  <a:pt x="0" y="0"/>
                </a:moveTo>
                <a:lnTo>
                  <a:pt x="182396" y="0"/>
                </a:lnTo>
                <a:lnTo>
                  <a:pt x="182396" y="182397"/>
                </a:lnTo>
                <a:lnTo>
                  <a:pt x="0" y="1823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0" name="TextBox 40"/>
          <p:cNvSpPr txBox="1"/>
          <p:nvPr/>
        </p:nvSpPr>
        <p:spPr>
          <a:xfrm>
            <a:off x="12695536" y="5962850"/>
            <a:ext cx="1046303" cy="343109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참고 자료</a:t>
            </a:r>
          </a:p>
        </p:txBody>
      </p:sp>
      <p:sp>
        <p:nvSpPr>
          <p:cNvPr id="41" name="Freeform 12"/>
          <p:cNvSpPr/>
          <p:nvPr/>
        </p:nvSpPr>
        <p:spPr>
          <a:xfrm>
            <a:off x="3291414" y="5463509"/>
            <a:ext cx="182395" cy="182397"/>
          </a:xfrm>
          <a:custGeom>
            <a:avLst/>
            <a:gdLst/>
            <a:ahLst/>
            <a:cxnLst/>
            <a:rect l="l" t="t" r="r" b="b"/>
            <a:pathLst>
              <a:path w="182395" h="182397">
                <a:moveTo>
                  <a:pt x="0" y="0"/>
                </a:moveTo>
                <a:lnTo>
                  <a:pt x="182395" y="0"/>
                </a:lnTo>
                <a:lnTo>
                  <a:pt x="182395" y="182396"/>
                </a:lnTo>
                <a:lnTo>
                  <a:pt x="0" y="1823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2" name="TextBox 13"/>
          <p:cNvSpPr txBox="1"/>
          <p:nvPr/>
        </p:nvSpPr>
        <p:spPr>
          <a:xfrm>
            <a:off x="3606124" y="5373628"/>
            <a:ext cx="1046303" cy="343109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프로젝트 개요</a:t>
            </a:r>
          </a:p>
        </p:txBody>
      </p:sp>
      <p:sp>
        <p:nvSpPr>
          <p:cNvPr id="43" name="Freeform 21"/>
          <p:cNvSpPr/>
          <p:nvPr/>
        </p:nvSpPr>
        <p:spPr>
          <a:xfrm>
            <a:off x="7836120" y="7231176"/>
            <a:ext cx="182395" cy="182397"/>
          </a:xfrm>
          <a:custGeom>
            <a:avLst/>
            <a:gdLst/>
            <a:ahLst/>
            <a:cxnLst/>
            <a:rect l="l" t="t" r="r" b="b"/>
            <a:pathLst>
              <a:path w="182395" h="182397">
                <a:moveTo>
                  <a:pt x="0" y="0"/>
                </a:moveTo>
                <a:lnTo>
                  <a:pt x="182395" y="0"/>
                </a:lnTo>
                <a:lnTo>
                  <a:pt x="182395" y="182396"/>
                </a:lnTo>
                <a:lnTo>
                  <a:pt x="0" y="1823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4" name="TextBox 22"/>
          <p:cNvSpPr txBox="1"/>
          <p:nvPr/>
        </p:nvSpPr>
        <p:spPr>
          <a:xfrm>
            <a:off x="8150830" y="7141295"/>
            <a:ext cx="1494090" cy="2857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퍼즐 설계</a:t>
            </a:r>
          </a:p>
        </p:txBody>
      </p:sp>
      <p:sp>
        <p:nvSpPr>
          <p:cNvPr id="45" name="Freeform 21"/>
          <p:cNvSpPr/>
          <p:nvPr/>
        </p:nvSpPr>
        <p:spPr>
          <a:xfrm>
            <a:off x="7836120" y="7623991"/>
            <a:ext cx="182395" cy="182397"/>
          </a:xfrm>
          <a:custGeom>
            <a:avLst/>
            <a:gdLst/>
            <a:ahLst/>
            <a:cxnLst/>
            <a:rect l="l" t="t" r="r" b="b"/>
            <a:pathLst>
              <a:path w="182395" h="182397">
                <a:moveTo>
                  <a:pt x="0" y="0"/>
                </a:moveTo>
                <a:lnTo>
                  <a:pt x="182395" y="0"/>
                </a:lnTo>
                <a:lnTo>
                  <a:pt x="182395" y="182396"/>
                </a:lnTo>
                <a:lnTo>
                  <a:pt x="0" y="1823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6" name="TextBox 22"/>
          <p:cNvSpPr txBox="1"/>
          <p:nvPr/>
        </p:nvSpPr>
        <p:spPr>
          <a:xfrm>
            <a:off x="8150830" y="7534110"/>
            <a:ext cx="1494090" cy="2857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운영 설계</a:t>
            </a:r>
          </a:p>
        </p:txBody>
      </p:sp>
      <p:sp>
        <p:nvSpPr>
          <p:cNvPr id="47" name="Freeform 34"/>
          <p:cNvSpPr/>
          <p:nvPr/>
        </p:nvSpPr>
        <p:spPr>
          <a:xfrm>
            <a:off x="12380826" y="6445546"/>
            <a:ext cx="182396" cy="182397"/>
          </a:xfrm>
          <a:custGeom>
            <a:avLst/>
            <a:gdLst/>
            <a:ahLst/>
            <a:cxnLst/>
            <a:rect l="l" t="t" r="r" b="b"/>
            <a:pathLst>
              <a:path w="182396" h="182397">
                <a:moveTo>
                  <a:pt x="0" y="0"/>
                </a:moveTo>
                <a:lnTo>
                  <a:pt x="182396" y="0"/>
                </a:lnTo>
                <a:lnTo>
                  <a:pt x="182396" y="182396"/>
                </a:lnTo>
                <a:lnTo>
                  <a:pt x="0" y="1823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8" name="TextBox 35"/>
          <p:cNvSpPr txBox="1"/>
          <p:nvPr/>
        </p:nvSpPr>
        <p:spPr>
          <a:xfrm>
            <a:off x="12695536" y="6355665"/>
            <a:ext cx="536547" cy="343109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성과 지표</a:t>
            </a:r>
          </a:p>
        </p:txBody>
      </p:sp>
      <p:sp>
        <p:nvSpPr>
          <p:cNvPr id="49" name="Freeform 34"/>
          <p:cNvSpPr/>
          <p:nvPr/>
        </p:nvSpPr>
        <p:spPr>
          <a:xfrm>
            <a:off x="12380826" y="6838361"/>
            <a:ext cx="182396" cy="182397"/>
          </a:xfrm>
          <a:custGeom>
            <a:avLst/>
            <a:gdLst/>
            <a:ahLst/>
            <a:cxnLst/>
            <a:rect l="l" t="t" r="r" b="b"/>
            <a:pathLst>
              <a:path w="182396" h="182397">
                <a:moveTo>
                  <a:pt x="0" y="0"/>
                </a:moveTo>
                <a:lnTo>
                  <a:pt x="182396" y="0"/>
                </a:lnTo>
                <a:lnTo>
                  <a:pt x="182396" y="182396"/>
                </a:lnTo>
                <a:lnTo>
                  <a:pt x="0" y="1823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0" name="TextBox 35"/>
          <p:cNvSpPr txBox="1"/>
          <p:nvPr/>
        </p:nvSpPr>
        <p:spPr>
          <a:xfrm>
            <a:off x="12695536" y="6748480"/>
            <a:ext cx="536547" cy="343109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제안 이후 검증</a:t>
            </a:r>
          </a:p>
        </p:txBody>
      </p:sp>
      <p:sp>
        <p:nvSpPr>
          <p:cNvPr id="51" name="TocItem 51"/>
          <p:cNvSpPr/>
          <p:nvPr/>
        </p:nvSpPr>
        <p:spPr>
          <a:xfrm>
            <a:off x="7836120" y="8017183"/>
            <a:ext cx="182395" cy="182397"/>
          </a:xfrm>
          <a:custGeom>
            <a:avLst/>
            <a:gdLst/>
            <a:ahLst/>
            <a:cxnLst/>
            <a:rect l="l" t="t" r="r" b="b"/>
            <a:pathLst>
              <a:path w="182395" h="182397">
                <a:moveTo>
                  <a:pt x="0" y="0"/>
                </a:moveTo>
                <a:lnTo>
                  <a:pt x="182395" y="0"/>
                </a:lnTo>
                <a:lnTo>
                  <a:pt x="182395" y="182396"/>
                </a:lnTo>
                <a:lnTo>
                  <a:pt x="0" y="1823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2" name="TocItem 52"/>
          <p:cNvSpPr txBox="1"/>
          <p:nvPr/>
        </p:nvSpPr>
        <p:spPr>
          <a:xfrm>
            <a:off x="8150830" y="7927302"/>
            <a:ext cx="2011680" cy="2857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시스템 명세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734450" y="433849"/>
            <a:ext cx="6000000" cy="6296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Arimo"/>
                <a:ea typeface="맑은 고딕"/>
              </a:rPr>
              <a:t>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450" y="1230000"/>
            <a:ext cx="156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본 문서는 4인 팀 프로젝트로 제작된 신규 콘텐츠 기획서이다.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0" y="2250000"/>
            <a:ext cx="76000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A741"/>
                </a:solidFill>
                <a:latin typeface="Arimo Bold"/>
                <a:ea typeface="맑은 고딕"/>
              </a:rPr>
              <a:t>문서 정보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0" y="2880000"/>
            <a:ext cx="2900000" cy="2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500"/>
              </a:spcAft>
            </a:pPr>
            <a:r>
              <a:rPr sz="1900" b="0">
                <a:solidFill>
                  <a:srgbClr val="C7CEDB"/>
                </a:solidFill>
                <a:latin typeface="Arimo"/>
                <a:ea typeface="맑은 고딕"/>
              </a:rPr>
              <a:t>프로젝트 형태</a:t>
            </a:r>
          </a:p>
          <a:p>
            <a:pPr algn="l">
              <a:spcAft>
                <a:spcPts val="1500"/>
              </a:spcAft>
            </a:pPr>
            <a:r>
              <a:rPr sz="1900" b="0">
                <a:solidFill>
                  <a:srgbClr val="C7CEDB"/>
                </a:solidFill>
                <a:latin typeface="Arimo"/>
                <a:ea typeface="맑은 고딕"/>
              </a:rPr>
              <a:t>작성 시점</a:t>
            </a:r>
          </a:p>
          <a:p>
            <a:pPr algn="l">
              <a:spcAft>
                <a:spcPts val="1500"/>
              </a:spcAft>
            </a:pPr>
            <a:r>
              <a:rPr sz="1900" b="0">
                <a:solidFill>
                  <a:srgbClr val="C7CEDB"/>
                </a:solidFill>
                <a:latin typeface="Arimo"/>
                <a:ea typeface="맑은 고딕"/>
              </a:rPr>
              <a:t>기준 빌드</a:t>
            </a:r>
          </a:p>
          <a:p>
            <a:pPr algn="l">
              <a:spcAft>
                <a:spcPts val="1500"/>
              </a:spcAft>
            </a:pPr>
            <a:r>
              <a:rPr sz="1900" b="0">
                <a:solidFill>
                  <a:srgbClr val="C7CEDB"/>
                </a:solidFill>
                <a:latin typeface="Arimo"/>
                <a:ea typeface="맑은 고딕"/>
              </a:rPr>
              <a:t>문서 성격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0" y="2880000"/>
            <a:ext cx="6200000" cy="2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5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4인 팀 프로젝트 (신규 콘텐츠 기획)</a:t>
            </a:r>
          </a:p>
          <a:p>
            <a:pPr algn="l">
              <a:spcAft>
                <a:spcPts val="15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2025년 10월</a:t>
            </a:r>
          </a:p>
          <a:p>
            <a:pPr algn="l">
              <a:spcAft>
                <a:spcPts val="15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2025년 9월 이멘마하 업데이트 시점</a:t>
            </a:r>
          </a:p>
          <a:p>
            <a:pPr algn="l">
              <a:spcAft>
                <a:spcPts val="15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사내 제안용 신규 콘텐츠 기획서 (미출시)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0000" y="2250000"/>
            <a:ext cx="76000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A741"/>
                </a:solidFill>
                <a:latin typeface="Arimo Bold"/>
                <a:ea typeface="맑은 고딕"/>
              </a:rPr>
              <a:t>역할 분담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0000" y="2880000"/>
            <a:ext cx="2200000" cy="2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500"/>
              </a:spcAft>
            </a:pPr>
            <a:r>
              <a:rPr sz="1900" b="1">
                <a:solidFill>
                  <a:srgbClr val="FFA741"/>
                </a:solidFill>
                <a:latin typeface="Arimo Bold"/>
                <a:ea typeface="맑은 고딕"/>
              </a:rPr>
              <a:t>본인</a:t>
            </a:r>
          </a:p>
          <a:p>
            <a:pPr algn="l">
              <a:spcAft>
                <a:spcPts val="1500"/>
              </a:spcAft>
            </a:pPr>
            <a:endParaRPr sz="1900" b="1">
              <a:solidFill>
                <a:srgbClr val="FFA741"/>
              </a:solidFill>
              <a:latin typeface="Arimo Bold"/>
              <a:ea typeface="맑은 고딕"/>
            </a:endParaRPr>
          </a:p>
          <a:p>
            <a:pPr algn="l">
              <a:spcAft>
                <a:spcPts val="1500"/>
              </a:spcAft>
            </a:pPr>
            <a:endParaRPr sz="1900" b="1">
              <a:solidFill>
                <a:srgbClr val="FFA741"/>
              </a:solidFill>
              <a:latin typeface="Arimo Bold"/>
              <a:ea typeface="맑은 고딕"/>
            </a:endParaRPr>
          </a:p>
          <a:p>
            <a:pPr algn="l">
              <a:spcAft>
                <a:spcPts val="1500"/>
              </a:spcAft>
            </a:pPr>
            <a:r>
              <a:rPr sz="1900" b="1">
                <a:solidFill>
                  <a:srgbClr val="FFA741"/>
                </a:solidFill>
                <a:latin typeface="Arimo Bold"/>
                <a:ea typeface="맑은 고딕"/>
              </a:rPr>
              <a:t>팀원 3인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50000" y="2880000"/>
            <a:ext cx="56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콘텐츠 아이디어 발안 및 채택</a:t>
            </a:r>
          </a:p>
          <a:p>
            <a:pPr algn="l">
              <a:spcAft>
                <a:spcPts val="15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콘텐츠 설계 (구역 구성 · 퍼즐 · 협동 구조)</a:t>
            </a:r>
          </a:p>
          <a:p>
            <a:pPr algn="l">
              <a:spcAft>
                <a:spcPts val="15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콘텐츠 진행 설계 (퀘스트 플로우)</a:t>
            </a:r>
          </a:p>
          <a:p>
            <a:pPr algn="l">
              <a:spcAft>
                <a:spcPts val="15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시나리오 · 보상 설계 · 문서 제작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5750000"/>
            <a:ext cx="80000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A741"/>
                </a:solidFill>
                <a:latin typeface="Arimo Bold"/>
                <a:ea typeface="맑은 고딕"/>
              </a:rPr>
              <a:t>본 문서를 읽는 순서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0" y="6400000"/>
            <a:ext cx="39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FFA741"/>
                </a:solidFill>
                <a:latin typeface="Arimo Bold"/>
                <a:ea typeface="맑은 고딕"/>
              </a:rPr>
              <a:t>① 문제 정의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0" y="6900000"/>
            <a:ext cx="39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mo"/>
                <a:ea typeface="맑은 고딕"/>
              </a:rPr>
              <a:t>기획 배경 · 레퍼런스 정리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0000" y="7400000"/>
            <a:ext cx="39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C7CEDB"/>
                </a:solidFill>
                <a:latin typeface="Arimo"/>
                <a:ea typeface="맑은 고딕"/>
              </a:rPr>
              <a:t>반복적 이벤트의 한계와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C7CEDB"/>
                </a:solidFill>
                <a:latin typeface="Arimo"/>
                <a:ea typeface="맑은 고딕"/>
              </a:rPr>
              <a:t>레퍼런스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0000" y="6400000"/>
            <a:ext cx="39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FFA741"/>
                </a:solidFill>
                <a:latin typeface="Arimo Bold"/>
                <a:ea typeface="맑은 고딕"/>
              </a:rPr>
              <a:t>② 설계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6900000"/>
            <a:ext cx="39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mo"/>
                <a:ea typeface="맑은 고딕"/>
              </a:rPr>
              <a:t>시나리오 · 맵 구성 · 퍼즐 스펙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0000" y="7400000"/>
            <a:ext cx="39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C7CEDB"/>
                </a:solidFill>
                <a:latin typeface="Arimo"/>
                <a:ea typeface="맑은 고딕"/>
              </a:rPr>
              <a:t>협동 구조와 퍼즐 정답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C7CEDB"/>
                </a:solidFill>
                <a:latin typeface="Arimo"/>
                <a:ea typeface="맑은 고딕"/>
              </a:rPr>
              <a:t>규칙 전체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0000" y="6400000"/>
            <a:ext cx="39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FFA741"/>
                </a:solidFill>
                <a:latin typeface="Arimo Bold"/>
                <a:ea typeface="맑은 고딕"/>
              </a:rPr>
              <a:t>③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0000" y="6900000"/>
            <a:ext cx="39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mo"/>
                <a:ea typeface="맑은 고딕"/>
              </a:rPr>
              <a:t>운영 설계 ① 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0000" y="7400000"/>
            <a:ext cx="39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C7CEDB"/>
                </a:solidFill>
                <a:latin typeface="Arimo"/>
                <a:ea typeface="맑은 고딕"/>
              </a:rPr>
              <a:t>파티 · 이탈 · 힌트 ·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C7CEDB"/>
                </a:solidFill>
                <a:latin typeface="Arimo"/>
                <a:ea typeface="맑은 고딕"/>
              </a:rPr>
              <a:t>공략 확산 대응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20000" y="6400000"/>
            <a:ext cx="39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FFA741"/>
                </a:solidFill>
                <a:latin typeface="Arimo Bold"/>
                <a:ea typeface="맑은 고딕"/>
              </a:rPr>
              <a:t>④ 검증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20000" y="6900000"/>
            <a:ext cx="39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mo"/>
                <a:ea typeface="맑은 고딕"/>
              </a:rPr>
              <a:t>성과 지표 · 제안 이후 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20000" y="7400000"/>
            <a:ext cx="39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C7CEDB"/>
                </a:solidFill>
                <a:latin typeface="Arimo"/>
                <a:ea typeface="맑은 고딕"/>
              </a:rPr>
              <a:t>측정 지표 정의와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C7CEDB"/>
                </a:solidFill>
                <a:latin typeface="Arimo"/>
                <a:ea typeface="맑은 고딕"/>
              </a:rPr>
              <a:t>실제 업데이트 대조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4450" y="9400000"/>
            <a:ext cx="15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5B8"/>
                </a:solidFill>
                <a:latin typeface="Arimo"/>
                <a:ea typeface="맑은 고딕"/>
              </a:rPr>
              <a:t>※ 본문에 기술된 게임 정보는 2025년 10월 기준이다. 이후 업데이트로 변경·추가된 사항은 「제안 이후 검증」 장에서 별도로 다룬다.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8158162" y="5631507"/>
            <a:ext cx="1980783" cy="1980783"/>
            <a:chOff x="0" y="0"/>
            <a:chExt cx="2641044" cy="26410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41092" cy="2641092"/>
            </a:xfrm>
            <a:custGeom>
              <a:avLst/>
              <a:gdLst/>
              <a:ahLst/>
              <a:cxnLst/>
              <a:rect l="l" t="t" r="r" b="b"/>
              <a:pathLst>
                <a:path w="2641092" h="2641092">
                  <a:moveTo>
                    <a:pt x="0" y="0"/>
                  </a:moveTo>
                  <a:lnTo>
                    <a:pt x="2641092" y="0"/>
                  </a:lnTo>
                  <a:lnTo>
                    <a:pt x="2641092" y="2641092"/>
                  </a:lnTo>
                  <a:lnTo>
                    <a:pt x="0" y="2641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3731076" y="4487861"/>
            <a:ext cx="10825831" cy="7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본 </a:t>
            </a:r>
            <a:r>
              <a:rPr lang="en-US" sz="2400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챕터에서는</a:t>
            </a:r>
            <a:r>
              <a:rPr lang="en-US" sz="2400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마비노기</a:t>
            </a:r>
            <a:r>
              <a:rPr lang="en-US" sz="2400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모바일에</a:t>
            </a:r>
            <a:r>
              <a:rPr lang="en-US" sz="2400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대한</a:t>
            </a:r>
            <a:r>
              <a:rPr lang="en-US" sz="2400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설명과</a:t>
            </a:r>
            <a:endParaRPr lang="en-US" sz="2400" dirty="0">
              <a:solidFill>
                <a:srgbClr val="FFFFFF"/>
              </a:solidFill>
              <a:latin typeface="Arimo"/>
              <a:ea typeface="맑은 고딕"/>
              <a:cs typeface="Arimo"/>
              <a:sym typeface="Arimo"/>
            </a:endParaRPr>
          </a:p>
          <a:p>
            <a:pPr algn="ctr">
              <a:lnSpc>
                <a:spcPts val="2879"/>
              </a:lnSpc>
            </a:pPr>
            <a:r>
              <a:rPr lang="en-US" sz="2400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신규</a:t>
            </a:r>
            <a:r>
              <a:rPr lang="en-US" sz="2400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콘텐츠</a:t>
            </a:r>
            <a:r>
              <a:rPr lang="en-US" sz="2400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「</a:t>
            </a:r>
            <a:r>
              <a:rPr lang="en-US" sz="2400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키아</a:t>
            </a:r>
            <a:r>
              <a:rPr lang="en-US" sz="2400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던전의</a:t>
            </a:r>
            <a:r>
              <a:rPr lang="en-US" sz="2400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잃어버린</a:t>
            </a:r>
            <a:r>
              <a:rPr lang="en-US" sz="2400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남매」의</a:t>
            </a:r>
            <a:r>
              <a:rPr lang="en-US" sz="2400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개요</a:t>
            </a:r>
            <a:r>
              <a:rPr lang="en-US" sz="2400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및 </a:t>
            </a:r>
            <a:r>
              <a:rPr lang="en-US" sz="2400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기획</a:t>
            </a:r>
            <a:r>
              <a:rPr lang="en-US" sz="2400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의도에</a:t>
            </a:r>
            <a:r>
              <a:rPr lang="en-US" sz="2400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대해</a:t>
            </a:r>
            <a:r>
              <a:rPr lang="en-US" sz="2400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설명한다</a:t>
            </a:r>
            <a:endParaRPr lang="en-US" sz="2400" dirty="0">
              <a:solidFill>
                <a:srgbClr val="FFFFFF"/>
              </a:solidFill>
              <a:latin typeface="Arimo"/>
              <a:ea typeface="맑은 고딕"/>
              <a:cs typeface="Arimo"/>
              <a:sym typeface="Arimo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3056426" y="3122191"/>
            <a:ext cx="12174091" cy="965619"/>
            <a:chOff x="0" y="0"/>
            <a:chExt cx="16232122" cy="1287492"/>
          </a:xfrm>
        </p:grpSpPr>
        <p:sp>
          <p:nvSpPr>
            <p:cNvPr id="6" name="TextBox 6"/>
            <p:cNvSpPr txBox="1"/>
            <p:nvPr/>
          </p:nvSpPr>
          <p:spPr>
            <a:xfrm>
              <a:off x="7464103" y="214466"/>
              <a:ext cx="1305304" cy="829985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개요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6802315" cy="1287492"/>
            </a:xfrm>
            <a:custGeom>
              <a:avLst/>
              <a:gdLst/>
              <a:ahLst/>
              <a:cxnLst/>
              <a:rect l="l" t="t" r="r" b="b"/>
              <a:pathLst>
                <a:path w="6802315" h="1287492">
                  <a:moveTo>
                    <a:pt x="0" y="0"/>
                  </a:moveTo>
                  <a:lnTo>
                    <a:pt x="6802315" y="0"/>
                  </a:lnTo>
                  <a:lnTo>
                    <a:pt x="6802315" y="1287492"/>
                  </a:lnTo>
                  <a:lnTo>
                    <a:pt x="0" y="1287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00629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8" name="Freeform 8"/>
            <p:cNvSpPr/>
            <p:nvPr/>
          </p:nvSpPr>
          <p:spPr>
            <a:xfrm flipH="1">
              <a:off x="9429807" y="0"/>
              <a:ext cx="6802315" cy="1287492"/>
            </a:xfrm>
            <a:custGeom>
              <a:avLst/>
              <a:gdLst/>
              <a:ahLst/>
              <a:cxnLst/>
              <a:rect l="l" t="t" r="r" b="b"/>
              <a:pathLst>
                <a:path w="6802315" h="1287492">
                  <a:moveTo>
                    <a:pt x="6802315" y="0"/>
                  </a:moveTo>
                  <a:lnTo>
                    <a:pt x="0" y="0"/>
                  </a:lnTo>
                  <a:lnTo>
                    <a:pt x="0" y="1287492"/>
                  </a:lnTo>
                  <a:lnTo>
                    <a:pt x="6802315" y="1287492"/>
                  </a:lnTo>
                  <a:lnTo>
                    <a:pt x="6802315" y="0"/>
                  </a:lnTo>
                  <a:close/>
                </a:path>
              </a:pathLst>
            </a:custGeom>
            <a:blipFill>
              <a:blip r:embed="rId3"/>
              <a:stretch>
                <a:fillRect r="-100629"/>
              </a:stretch>
            </a:blipFill>
          </p:spPr>
          <p:txBody>
            <a:bodyPr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〈마비노기모바일〉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18202F">
                    <a:alpha val="80000"/>
                  </a:srgbClr>
                </a:gs>
                <a:gs pos="51000">
                  <a:srgbClr val="354768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34450" y="433849"/>
            <a:ext cx="2000892" cy="629633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게임 소개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34450" y="1913601"/>
            <a:ext cx="7318108" cy="804772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FFFFFF"/>
                </a:solidFill>
                <a:latin typeface="Arimo Bold"/>
                <a:ea typeface="맑은 고딕"/>
                <a:cs typeface="Arimo Bold"/>
                <a:sym typeface="Arimo Bold"/>
              </a:rPr>
              <a:t>마비노기 모바일은</a:t>
            </a:r>
          </a:p>
        </p:txBody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22862" y="8878"/>
            <a:ext cx="1908808" cy="1908808"/>
            <a:chOff x="0" y="0"/>
            <a:chExt cx="2545078" cy="25450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45080" cy="2545080"/>
            </a:xfrm>
            <a:custGeom>
              <a:avLst/>
              <a:gdLst/>
              <a:ahLst/>
              <a:cxnLst/>
              <a:rect l="l" t="t" r="r" b="b"/>
              <a:pathLst>
                <a:path w="2545080" h="2545080">
                  <a:moveTo>
                    <a:pt x="0" y="0"/>
                  </a:moveTo>
                  <a:lnTo>
                    <a:pt x="2545080" y="0"/>
                  </a:lnTo>
                  <a:lnTo>
                    <a:pt x="2545080" y="2545080"/>
                  </a:lnTo>
                  <a:lnTo>
                    <a:pt x="0" y="2545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34450" y="3209550"/>
            <a:ext cx="11473422" cy="545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「마비노기 모바일」은 에린 세계에서 펼쳐지는 </a:t>
            </a:r>
          </a:p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FFA741"/>
                </a:solidFill>
                <a:latin typeface="Arimo"/>
                <a:ea typeface="맑은 고딕"/>
                <a:cs typeface="Arimo"/>
                <a:sym typeface="Arimo"/>
              </a:rPr>
              <a:t>감성적이고 낭만적인 삶의 경험을 제공하는 MMORPG</a:t>
            </a:r>
            <a:r>
              <a:rPr lang="en-US" sz="27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이다. </a:t>
            </a:r>
          </a:p>
          <a:p>
            <a:pPr algn="l">
              <a:lnSpc>
                <a:spcPts val="4860"/>
              </a:lnSpc>
            </a:pPr>
            <a:endParaRPr lang="en-US" sz="2700">
              <a:solidFill>
                <a:srgbClr val="FFFFFF"/>
              </a:solidFill>
              <a:latin typeface="Arimo"/>
              <a:ea typeface="맑은 고딕"/>
              <a:cs typeface="Arimo"/>
              <a:sym typeface="Arimo"/>
            </a:endParaRPr>
          </a:p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레벨업 카드로 손쉽게 성장하고, 자유롭게 클래스를 변경하며 </a:t>
            </a:r>
          </a:p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전투를 진행할 수 있을 뿐만 아니라, 낚시, 요리, 채집과 같은 </a:t>
            </a:r>
          </a:p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FFA741"/>
                </a:solidFill>
                <a:latin typeface="Arimo"/>
                <a:ea typeface="맑은 고딕"/>
                <a:cs typeface="Arimo"/>
                <a:sym typeface="Arimo"/>
              </a:rPr>
              <a:t>다양한 생활 콘텐츠</a:t>
            </a:r>
            <a:r>
              <a:rPr lang="en-US" sz="27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를 통해 자신만의 이야기를 만들어갈 수 있다. </a:t>
            </a:r>
          </a:p>
          <a:p>
            <a:pPr algn="l">
              <a:lnSpc>
                <a:spcPts val="4860"/>
              </a:lnSpc>
            </a:pPr>
            <a:endParaRPr lang="en-US" sz="2700">
              <a:solidFill>
                <a:srgbClr val="FFFFFF"/>
              </a:solidFill>
              <a:latin typeface="Arimo"/>
              <a:ea typeface="맑은 고딕"/>
              <a:cs typeface="Arimo"/>
              <a:sym typeface="Arimo"/>
            </a:endParaRPr>
          </a:p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특히 캠프파이어 앞에서 악기를 연주하며 다른 유저와 소통하는 등 </a:t>
            </a:r>
          </a:p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FFA741"/>
                </a:solidFill>
                <a:latin typeface="Arimo"/>
                <a:ea typeface="맑은 고딕"/>
                <a:cs typeface="Arimo"/>
                <a:sym typeface="Arimo"/>
              </a:rPr>
              <a:t>모험과 함께하는 따뜻한 낭만</a:t>
            </a:r>
            <a:r>
              <a:rPr lang="en-US" sz="27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이 이 게임의 핵심 가치라고 할 수 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734450" y="433849"/>
            <a:ext cx="1998486" cy="629633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게임 소개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2135470"/>
            <a:ext cx="16474985" cy="979021"/>
            <a:chOff x="0" y="0"/>
            <a:chExt cx="21966647" cy="1305361"/>
          </a:xfrm>
        </p:grpSpPr>
        <p:sp>
          <p:nvSpPr>
            <p:cNvPr id="6" name="TextBox 6"/>
            <p:cNvSpPr txBox="1"/>
            <p:nvPr/>
          </p:nvSpPr>
          <p:spPr>
            <a:xfrm>
              <a:off x="0" y="-28575"/>
              <a:ext cx="5137622" cy="676275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FFA741"/>
                  </a:solidFill>
                  <a:latin typeface="Arimo Bold"/>
                  <a:ea typeface="맑은 고딕"/>
                  <a:cs typeface="Arimo Bold"/>
                  <a:sym typeface="Arimo Bold"/>
                </a:rPr>
                <a:t>낭만 가득한 세상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889436"/>
              <a:ext cx="21966647" cy="415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낚시, 요리, 연주, 채집, 제작 등 생활 콘텐츠를 통해 전투 외의 재미를 발견하며, 힐링과 감성 중심의 게임 경험을 선사한다.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3637612"/>
            <a:ext cx="15771610" cy="979021"/>
            <a:chOff x="0" y="0"/>
            <a:chExt cx="21028814" cy="1305361"/>
          </a:xfrm>
        </p:grpSpPr>
        <p:sp>
          <p:nvSpPr>
            <p:cNvPr id="9" name="TextBox 9"/>
            <p:cNvSpPr txBox="1"/>
            <p:nvPr/>
          </p:nvSpPr>
          <p:spPr>
            <a:xfrm>
              <a:off x="0" y="-28575"/>
              <a:ext cx="6572770" cy="676275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FFA741"/>
                  </a:solidFill>
                  <a:latin typeface="Arimo Bold"/>
                  <a:ea typeface="맑은 고딕"/>
                  <a:cs typeface="Arimo Bold"/>
                  <a:sym typeface="Arimo Bold"/>
                </a:rPr>
                <a:t>함께라서 더 뜨거운 세상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889436"/>
              <a:ext cx="21028814" cy="415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우연한 만남 등 던전에서의 협력은 물론, ‘합주 시스템’, ‘보드게임: 달밤의 늑대인간‘ 등 다양한 소셜 활동을 통해 함께하는 즐거움을 제공한다.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5140508"/>
            <a:ext cx="16219212" cy="978565"/>
            <a:chOff x="0" y="0"/>
            <a:chExt cx="21625617" cy="1304753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28575"/>
              <a:ext cx="7162675" cy="676275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just">
                <a:lnSpc>
                  <a:spcPts val="3840"/>
                </a:lnSpc>
              </a:pPr>
              <a:r>
                <a:rPr lang="en-US" sz="3200" b="1">
                  <a:solidFill>
                    <a:srgbClr val="FFA741"/>
                  </a:solidFill>
                  <a:latin typeface="Arimo Bold"/>
                  <a:ea typeface="맑은 고딕"/>
                  <a:cs typeface="Arimo Bold"/>
                  <a:sym typeface="Arimo Bold"/>
                </a:rPr>
                <a:t>나만의 템포로 즐기는 모험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888828"/>
              <a:ext cx="21625617" cy="415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기존 MMORPG와 달리 PvP 시스템이 없고, 던전과 레이드 등으로 필요한 아이템을 얻을 수 있어 나만의 속도로 플레이하며 최종 컨텐츠를 즐길 수 있다.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052143" y="7191060"/>
            <a:ext cx="8183714" cy="2335087"/>
            <a:chOff x="0" y="0"/>
            <a:chExt cx="10911619" cy="3113449"/>
          </a:xfrm>
        </p:grpSpPr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0" y="0"/>
              <a:ext cx="10911619" cy="3113449"/>
              <a:chOff x="0" y="0"/>
              <a:chExt cx="7143750" cy="203835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7143750" cy="2038350"/>
              </a:xfrm>
              <a:custGeom>
                <a:avLst/>
                <a:gdLst/>
                <a:ahLst/>
                <a:cxnLst/>
                <a:rect l="l" t="t" r="r" b="b"/>
                <a:pathLst>
                  <a:path w="7143750" h="2038350">
                    <a:moveTo>
                      <a:pt x="0" y="0"/>
                    </a:moveTo>
                    <a:lnTo>
                      <a:pt x="7143750" y="0"/>
                    </a:lnTo>
                    <a:lnTo>
                      <a:pt x="7143750" y="2038350"/>
                    </a:lnTo>
                    <a:lnTo>
                      <a:pt x="0" y="20383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507897" y="791022"/>
              <a:ext cx="9895824" cy="822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“MMORPG의 근본적인 재미를 재발견하고, 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모험가님들과 함께 만들어 가는 게임으로 자리매김하고 있다”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08880" y="1896977"/>
              <a:ext cx="6694842" cy="415925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-이진훈 마비노기 모바일 디렉터-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9525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734450" y="433849"/>
            <a:ext cx="1998486" cy="629633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기획 의도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94647" y="2106895"/>
            <a:ext cx="2827456" cy="571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A741"/>
                </a:solidFill>
                <a:latin typeface="Arimo"/>
                <a:ea typeface="맑은 고딕"/>
                <a:cs typeface="Arimo"/>
                <a:sym typeface="Arimo"/>
              </a:rPr>
              <a:t>기획 의도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4647" y="2913194"/>
            <a:ext cx="16477041" cy="3714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마비노기 모바일의 지향점인 </a:t>
            </a:r>
            <a:r>
              <a:rPr lang="en-US" sz="2400">
                <a:solidFill>
                  <a:srgbClr val="FFA741"/>
                </a:solidFill>
                <a:latin typeface="Arimo"/>
                <a:ea typeface="맑은 고딕"/>
                <a:cs typeface="Arimo"/>
                <a:sym typeface="Arimo"/>
              </a:rPr>
              <a:t>협력·협동을 강조하는 수동 조작 퍼즐형</a:t>
            </a:r>
            <a:r>
              <a:rPr lang="en-US" sz="24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신규 콘텐츠 제작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4647" y="4046669"/>
            <a:ext cx="4549071" cy="571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A741"/>
                </a:solidFill>
                <a:latin typeface="Arimo"/>
                <a:ea typeface="맑은 고딕"/>
                <a:cs typeface="Arimo"/>
                <a:sym typeface="Arimo"/>
              </a:rPr>
              <a:t>기획 목적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4647" y="4852969"/>
            <a:ext cx="16477041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반복적인 기존 이벤트들과 다르게 </a:t>
            </a:r>
            <a:r>
              <a:rPr lang="en-US" sz="2400">
                <a:solidFill>
                  <a:srgbClr val="FFA741"/>
                </a:solidFill>
                <a:latin typeface="Arimo"/>
                <a:ea typeface="맑은 고딕"/>
                <a:cs typeface="Arimo"/>
                <a:sym typeface="Arimo"/>
              </a:rPr>
              <a:t>독자적인 시나리오</a:t>
            </a:r>
            <a:r>
              <a:rPr lang="en-US" sz="24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를 가진 이벤트를 추가하여 </a:t>
            </a:r>
            <a:r>
              <a:rPr lang="en-US" sz="2400">
                <a:solidFill>
                  <a:srgbClr val="FFA741"/>
                </a:solidFill>
                <a:latin typeface="Arimo"/>
                <a:ea typeface="맑은 고딕"/>
                <a:cs typeface="Arimo"/>
                <a:sym typeface="Arimo"/>
              </a:rPr>
              <a:t>유저들에게 플레이 원동력을 제공</a:t>
            </a:r>
            <a:r>
              <a:rPr lang="en-US" sz="24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한다.</a:t>
            </a:r>
          </a:p>
        </p:txBody>
      </p:sp>
      <p:sp>
        <p:nvSpPr>
          <p:cNvPr id="9" name="Freeform 9"/>
          <p:cNvSpPr/>
          <p:nvPr/>
        </p:nvSpPr>
        <p:spPr>
          <a:xfrm>
            <a:off x="1150489" y="6264536"/>
            <a:ext cx="265326" cy="265329"/>
          </a:xfrm>
          <a:custGeom>
            <a:avLst/>
            <a:gdLst/>
            <a:ahLst/>
            <a:cxnLst/>
            <a:rect l="l" t="t" r="r" b="b"/>
            <a:pathLst>
              <a:path w="265326" h="265329">
                <a:moveTo>
                  <a:pt x="0" y="0"/>
                </a:moveTo>
                <a:lnTo>
                  <a:pt x="265326" y="0"/>
                </a:lnTo>
                <a:lnTo>
                  <a:pt x="265326" y="265329"/>
                </a:lnTo>
                <a:lnTo>
                  <a:pt x="0" y="2653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1150489" y="6728895"/>
            <a:ext cx="265326" cy="265329"/>
          </a:xfrm>
          <a:custGeom>
            <a:avLst/>
            <a:gdLst/>
            <a:ahLst/>
            <a:cxnLst/>
            <a:rect l="l" t="t" r="r" b="b"/>
            <a:pathLst>
              <a:path w="265326" h="265329">
                <a:moveTo>
                  <a:pt x="0" y="0"/>
                </a:moveTo>
                <a:lnTo>
                  <a:pt x="265326" y="0"/>
                </a:lnTo>
                <a:lnTo>
                  <a:pt x="265326" y="265329"/>
                </a:lnTo>
                <a:lnTo>
                  <a:pt x="0" y="2653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994647" y="7796229"/>
            <a:ext cx="265326" cy="265329"/>
          </a:xfrm>
          <a:custGeom>
            <a:avLst/>
            <a:gdLst/>
            <a:ahLst/>
            <a:cxnLst/>
            <a:rect l="l" t="t" r="r" b="b"/>
            <a:pathLst>
              <a:path w="265326" h="265329">
                <a:moveTo>
                  <a:pt x="0" y="0"/>
                </a:moveTo>
                <a:lnTo>
                  <a:pt x="265326" y="0"/>
                </a:lnTo>
                <a:lnTo>
                  <a:pt x="265326" y="265329"/>
                </a:lnTo>
                <a:lnTo>
                  <a:pt x="0" y="2653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2" name="Group 12"/>
          <p:cNvGrpSpPr/>
          <p:nvPr/>
        </p:nvGrpSpPr>
        <p:grpSpPr>
          <a:xfrm>
            <a:off x="994647" y="5364325"/>
            <a:ext cx="16985964" cy="416317"/>
            <a:chOff x="0" y="0"/>
            <a:chExt cx="22647952" cy="555089"/>
          </a:xfrm>
        </p:grpSpPr>
        <p:sp>
          <p:nvSpPr>
            <p:cNvPr id="13" name="TextBox 13"/>
            <p:cNvSpPr txBox="1"/>
            <p:nvPr/>
          </p:nvSpPr>
          <p:spPr>
            <a:xfrm>
              <a:off x="678564" y="-9525"/>
              <a:ext cx="21969388" cy="492125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마비노기 모바일에 존재했던 이스터 에그를 활용하여 할</a:t>
              </a:r>
              <a:r>
                <a:rPr lang="en-US" sz="2400" strike="noStrike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로</a:t>
              </a: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윈</a:t>
              </a:r>
              <a:r>
                <a:rPr lang="en-US" sz="2400" strike="noStrike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 </a:t>
              </a: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시즌</a:t>
              </a:r>
              <a:r>
                <a:rPr lang="en-US" sz="2400" strike="noStrike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의 </a:t>
              </a: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분위기를 띄운다.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99"/>
              <a:ext cx="554985" cy="554990"/>
            </a:xfrm>
            <a:custGeom>
              <a:avLst/>
              <a:gdLst/>
              <a:ahLst/>
              <a:cxnLst/>
              <a:rect l="l" t="t" r="r" b="b"/>
              <a:pathLst>
                <a:path w="554985" h="554990">
                  <a:moveTo>
                    <a:pt x="0" y="0"/>
                  </a:moveTo>
                  <a:lnTo>
                    <a:pt x="554985" y="0"/>
                  </a:lnTo>
                  <a:lnTo>
                    <a:pt x="554985" y="554990"/>
                  </a:lnTo>
                  <a:lnTo>
                    <a:pt x="0" y="554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94647" y="5875320"/>
            <a:ext cx="16985964" cy="416317"/>
            <a:chOff x="0" y="0"/>
            <a:chExt cx="22647952" cy="555089"/>
          </a:xfrm>
        </p:grpSpPr>
        <p:sp>
          <p:nvSpPr>
            <p:cNvPr id="16" name="TextBox 16"/>
            <p:cNvSpPr txBox="1"/>
            <p:nvPr/>
          </p:nvSpPr>
          <p:spPr>
            <a:xfrm>
              <a:off x="678564" y="-9525"/>
              <a:ext cx="21969388" cy="492125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커뮤니티 활성화를 통해 유저</a:t>
              </a:r>
              <a:r>
                <a:rPr lang="en-US" sz="2400" strike="noStrike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 </a:t>
              </a: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간</a:t>
              </a:r>
              <a:r>
                <a:rPr lang="en-US" sz="2400" strike="noStrike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의 </a:t>
              </a: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상호작용을 유발한다.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99"/>
              <a:ext cx="554985" cy="554990"/>
            </a:xfrm>
            <a:custGeom>
              <a:avLst/>
              <a:gdLst/>
              <a:ahLst/>
              <a:cxnLst/>
              <a:rect l="l" t="t" r="r" b="b"/>
              <a:pathLst>
                <a:path w="554985" h="554990">
                  <a:moveTo>
                    <a:pt x="0" y="0"/>
                  </a:moveTo>
                  <a:lnTo>
                    <a:pt x="554985" y="0"/>
                  </a:lnTo>
                  <a:lnTo>
                    <a:pt x="554985" y="554990"/>
                  </a:lnTo>
                  <a:lnTo>
                    <a:pt x="0" y="554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9783"/>
            <a:ext cx="18288000" cy="10285171"/>
          </a:xfrm>
          <a:custGeom>
            <a:avLst/>
            <a:gdLst/>
            <a:ahLst/>
            <a:cxnLst/>
            <a:rect l="l" t="t" r="r" b="b"/>
            <a:pathLst>
              <a:path w="18288000" h="10285171">
                <a:moveTo>
                  <a:pt x="0" y="0"/>
                </a:moveTo>
                <a:lnTo>
                  <a:pt x="18288000" y="0"/>
                </a:lnTo>
                <a:lnTo>
                  <a:pt x="18288000" y="10285172"/>
                </a:lnTo>
                <a:lnTo>
                  <a:pt x="0" y="102851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6727529" y="34963"/>
            <a:ext cx="1560471" cy="1560471"/>
            <a:chOff x="0" y="0"/>
            <a:chExt cx="3905250" cy="39052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905250" cy="3905250"/>
            </a:xfrm>
            <a:custGeom>
              <a:avLst/>
              <a:gdLst/>
              <a:ahLst/>
              <a:cxnLst/>
              <a:rect l="l" t="t" r="r" b="b"/>
              <a:pathLst>
                <a:path w="3905250" h="3905250">
                  <a:moveTo>
                    <a:pt x="0" y="0"/>
                  </a:moveTo>
                  <a:lnTo>
                    <a:pt x="3905250" y="0"/>
                  </a:lnTo>
                  <a:lnTo>
                    <a:pt x="3905250" y="3905250"/>
                  </a:lnTo>
                  <a:lnTo>
                    <a:pt x="0" y="3905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08678" y="2911851"/>
            <a:ext cx="9012970" cy="5678171"/>
          </a:xfrm>
          <a:custGeom>
            <a:avLst/>
            <a:gdLst/>
            <a:ahLst/>
            <a:cxnLst/>
            <a:rect l="l" t="t" r="r" b="b"/>
            <a:pathLst>
              <a:path w="9012970" h="5678171">
                <a:moveTo>
                  <a:pt x="0" y="0"/>
                </a:moveTo>
                <a:lnTo>
                  <a:pt x="9012970" y="0"/>
                </a:lnTo>
                <a:lnTo>
                  <a:pt x="9012970" y="5678171"/>
                </a:lnTo>
                <a:lnTo>
                  <a:pt x="0" y="5678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1734450" y="433849"/>
            <a:ext cx="1998486" cy="571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타겟 선정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003682" y="1240136"/>
            <a:ext cx="7698214" cy="863450"/>
            <a:chOff x="0" y="0"/>
            <a:chExt cx="10264286" cy="1151266"/>
          </a:xfrm>
        </p:grpSpPr>
        <p:sp>
          <p:nvSpPr>
            <p:cNvPr id="8" name="TextBox 8"/>
            <p:cNvSpPr txBox="1"/>
            <p:nvPr/>
          </p:nvSpPr>
          <p:spPr>
            <a:xfrm>
              <a:off x="2" y="-19050"/>
              <a:ext cx="8790684" cy="5651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A741"/>
                  </a:solidFill>
                  <a:latin typeface="Arimo"/>
                  <a:ea typeface="맑은 고딕"/>
                  <a:cs typeface="Arimo"/>
                  <a:sym typeface="Arimo"/>
                </a:rPr>
                <a:t>표현주의자(Expressionist)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776616"/>
              <a:ext cx="10264286" cy="3746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캐릭터 꾸미기, 디자인, 역할놀이를 통해 자신을 표현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003684" y="2297113"/>
            <a:ext cx="7701120" cy="866775"/>
            <a:chOff x="0" y="0"/>
            <a:chExt cx="10268160" cy="115570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19050"/>
              <a:ext cx="7154115" cy="5651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A741">
                      <a:alpha val="29804"/>
                    </a:srgbClr>
                  </a:solidFill>
                  <a:latin typeface="Arimo"/>
                  <a:ea typeface="맑은 고딕"/>
                  <a:cs typeface="Arimo"/>
                  <a:sym typeface="Arimo"/>
                </a:rPr>
                <a:t>스릴 시커(Thrill-Seeker)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781050"/>
              <a:ext cx="10268160" cy="3746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>
                      <a:alpha val="14902"/>
                    </a:srgbClr>
                  </a:solidFill>
                  <a:latin typeface="Arimo"/>
                  <a:ea typeface="맑은 고딕"/>
                  <a:cs typeface="Arimo"/>
                  <a:sym typeface="Arimo"/>
                </a:rPr>
                <a:t>빠른 템포와 긴장감 있는 콘텐츠를 선호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003684" y="3357416"/>
            <a:ext cx="7701120" cy="866775"/>
            <a:chOff x="0" y="0"/>
            <a:chExt cx="10268160" cy="115570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19050"/>
              <a:ext cx="7576953" cy="5651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A741"/>
                  </a:solidFill>
                  <a:latin typeface="Arimo"/>
                  <a:ea typeface="맑은 고딕"/>
                  <a:cs typeface="Arimo"/>
                  <a:sym typeface="Arimo"/>
                </a:rPr>
                <a:t>사상가(Thinker)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781050"/>
              <a:ext cx="10268160" cy="3746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두뇌를 사용하는 퍼즐과 문제 해결을 즐김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003682" y="4417718"/>
            <a:ext cx="7701120" cy="867093"/>
            <a:chOff x="0" y="0"/>
            <a:chExt cx="10268160" cy="1156124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19050"/>
              <a:ext cx="6184328" cy="5651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A741"/>
                  </a:solidFill>
                  <a:latin typeface="Arimo"/>
                  <a:ea typeface="맑은 고딕"/>
                  <a:cs typeface="Arimo"/>
                  <a:sym typeface="Arimo"/>
                </a:rPr>
                <a:t>보물 사냥꾼(Treasure Hunter)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781474"/>
              <a:ext cx="10268160" cy="3746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정해진 규칙이나 목표보다는 자신만의 방식으로 플레이하는 유형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003684" y="5478339"/>
            <a:ext cx="7701120" cy="867093"/>
            <a:chOff x="0" y="0"/>
            <a:chExt cx="10268160" cy="1156124"/>
          </a:xfrm>
        </p:grpSpPr>
        <p:sp>
          <p:nvSpPr>
            <p:cNvPr id="20" name="TextBox 20"/>
            <p:cNvSpPr txBox="1"/>
            <p:nvPr/>
          </p:nvSpPr>
          <p:spPr>
            <a:xfrm>
              <a:off x="0" y="-19050"/>
              <a:ext cx="6184328" cy="5651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A741">
                      <a:alpha val="29804"/>
                    </a:srgbClr>
                  </a:solidFill>
                  <a:latin typeface="Arimo"/>
                  <a:ea typeface="맑은 고딕"/>
                  <a:cs typeface="Arimo"/>
                  <a:sym typeface="Arimo"/>
                </a:rPr>
                <a:t>전략가(Strategist)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781474"/>
              <a:ext cx="10268160" cy="3746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>
                      <a:alpha val="29804"/>
                    </a:srgbClr>
                  </a:solidFill>
                  <a:latin typeface="Arimo"/>
                  <a:ea typeface="맑은 고딕"/>
                  <a:cs typeface="Arimo"/>
                  <a:sym typeface="Arimo"/>
                </a:rPr>
                <a:t>복잡한 전략 수립과 자원 관리를 선호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003684" y="6538959"/>
            <a:ext cx="7701120" cy="867093"/>
            <a:chOff x="0" y="0"/>
            <a:chExt cx="10268160" cy="1156124"/>
          </a:xfrm>
        </p:grpSpPr>
        <p:sp>
          <p:nvSpPr>
            <p:cNvPr id="23" name="TextBox 23"/>
            <p:cNvSpPr txBox="1"/>
            <p:nvPr/>
          </p:nvSpPr>
          <p:spPr>
            <a:xfrm>
              <a:off x="0" y="-19050"/>
              <a:ext cx="6184328" cy="5651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A741"/>
                  </a:solidFill>
                  <a:latin typeface="Arimo"/>
                  <a:ea typeface="맑은 고딕"/>
                  <a:cs typeface="Arimo"/>
                  <a:sym typeface="Arimo"/>
                </a:rPr>
                <a:t>네트워커(Networker)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781474"/>
              <a:ext cx="10268160" cy="3746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게임 내 사회적 관계를 중시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003684" y="7599580"/>
            <a:ext cx="7701120" cy="867093"/>
            <a:chOff x="0" y="0"/>
            <a:chExt cx="10268160" cy="1156124"/>
          </a:xfrm>
        </p:grpSpPr>
        <p:sp>
          <p:nvSpPr>
            <p:cNvPr id="26" name="TextBox 26"/>
            <p:cNvSpPr txBox="1"/>
            <p:nvPr/>
          </p:nvSpPr>
          <p:spPr>
            <a:xfrm>
              <a:off x="0" y="-19050"/>
              <a:ext cx="6184328" cy="5651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A741"/>
                  </a:solidFill>
                  <a:latin typeface="Arimo"/>
                  <a:ea typeface="맑은 고딕"/>
                  <a:cs typeface="Arimo"/>
                  <a:sym typeface="Arimo"/>
                </a:rPr>
                <a:t>스킬 마스터(Skill Master)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781474"/>
              <a:ext cx="10268160" cy="3746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끊임없는 성장과 발전을 추구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003684" y="8660200"/>
            <a:ext cx="7701120" cy="867093"/>
            <a:chOff x="0" y="0"/>
            <a:chExt cx="10268160" cy="1156124"/>
          </a:xfrm>
        </p:grpSpPr>
        <p:sp>
          <p:nvSpPr>
            <p:cNvPr id="29" name="TextBox 29"/>
            <p:cNvSpPr txBox="1"/>
            <p:nvPr/>
          </p:nvSpPr>
          <p:spPr>
            <a:xfrm>
              <a:off x="0" y="-19050"/>
              <a:ext cx="6184328" cy="5651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A741"/>
                  </a:solidFill>
                  <a:latin typeface="Arimo"/>
                  <a:ea typeface="맑은 고딕"/>
                  <a:cs typeface="Arimo"/>
                  <a:sym typeface="Arimo"/>
                </a:rPr>
                <a:t>정복자(King of the Hill)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781474"/>
              <a:ext cx="10268160" cy="3746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경쟁에서 승리하는 것을 목표로 함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9783"/>
            <a:ext cx="18288000" cy="10285171"/>
          </a:xfrm>
          <a:custGeom>
            <a:avLst/>
            <a:gdLst/>
            <a:ahLst/>
            <a:cxnLst/>
            <a:rect l="l" t="t" r="r" b="b"/>
            <a:pathLst>
              <a:path w="18288000" h="10285171">
                <a:moveTo>
                  <a:pt x="0" y="0"/>
                </a:moveTo>
                <a:lnTo>
                  <a:pt x="18288000" y="0"/>
                </a:lnTo>
                <a:lnTo>
                  <a:pt x="18288000" y="10285172"/>
                </a:lnTo>
                <a:lnTo>
                  <a:pt x="0" y="102851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6727529" y="34963"/>
            <a:ext cx="1560471" cy="1560471"/>
            <a:chOff x="0" y="0"/>
            <a:chExt cx="3905250" cy="39052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905250" cy="3905250"/>
            </a:xfrm>
            <a:custGeom>
              <a:avLst/>
              <a:gdLst/>
              <a:ahLst/>
              <a:cxnLst/>
              <a:rect l="l" t="t" r="r" b="b"/>
              <a:pathLst>
                <a:path w="3905250" h="3905250">
                  <a:moveTo>
                    <a:pt x="0" y="0"/>
                  </a:moveTo>
                  <a:lnTo>
                    <a:pt x="3905250" y="0"/>
                  </a:lnTo>
                  <a:lnTo>
                    <a:pt x="3905250" y="3905250"/>
                  </a:lnTo>
                  <a:lnTo>
                    <a:pt x="0" y="3905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08678" y="2911851"/>
            <a:ext cx="9012970" cy="5678171"/>
          </a:xfrm>
          <a:custGeom>
            <a:avLst/>
            <a:gdLst/>
            <a:ahLst/>
            <a:cxnLst/>
            <a:rect l="l" t="t" r="r" b="b"/>
            <a:pathLst>
              <a:path w="9012970" h="5678171">
                <a:moveTo>
                  <a:pt x="0" y="0"/>
                </a:moveTo>
                <a:lnTo>
                  <a:pt x="9012970" y="0"/>
                </a:lnTo>
                <a:lnTo>
                  <a:pt x="9012970" y="5678171"/>
                </a:lnTo>
                <a:lnTo>
                  <a:pt x="0" y="5678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1734450" y="433849"/>
            <a:ext cx="1998486" cy="571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타겟 선정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003682" y="1240136"/>
            <a:ext cx="7698214" cy="863450"/>
            <a:chOff x="0" y="0"/>
            <a:chExt cx="10264286" cy="1151266"/>
          </a:xfrm>
        </p:grpSpPr>
        <p:sp>
          <p:nvSpPr>
            <p:cNvPr id="8" name="TextBox 8"/>
            <p:cNvSpPr txBox="1"/>
            <p:nvPr/>
          </p:nvSpPr>
          <p:spPr>
            <a:xfrm>
              <a:off x="2" y="-19050"/>
              <a:ext cx="8790684" cy="5651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A741">
                      <a:alpha val="29804"/>
                    </a:srgbClr>
                  </a:solidFill>
                  <a:latin typeface="Arimo"/>
                  <a:ea typeface="맑은 고딕"/>
                  <a:cs typeface="Arimo"/>
                  <a:sym typeface="Arimo"/>
                </a:rPr>
                <a:t>표현주의자(Expressionist)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776616"/>
              <a:ext cx="10264286" cy="3746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>
                      <a:alpha val="29804"/>
                    </a:srgbClr>
                  </a:solidFill>
                  <a:latin typeface="Arimo"/>
                  <a:ea typeface="맑은 고딕"/>
                  <a:cs typeface="Arimo"/>
                  <a:sym typeface="Arimo"/>
                </a:rPr>
                <a:t>캐릭터 꾸미기, 디자인, 역할놀이를 통해 자신을 표현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003684" y="2297113"/>
            <a:ext cx="7701120" cy="866775"/>
            <a:chOff x="0" y="0"/>
            <a:chExt cx="10268160" cy="115570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19050"/>
              <a:ext cx="7154115" cy="5651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A741">
                      <a:alpha val="29804"/>
                    </a:srgbClr>
                  </a:solidFill>
                  <a:latin typeface="Arimo"/>
                  <a:ea typeface="맑은 고딕"/>
                  <a:cs typeface="Arimo"/>
                  <a:sym typeface="Arimo"/>
                </a:rPr>
                <a:t>스릴 시커(Thrill-Seeker)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781050"/>
              <a:ext cx="10268160" cy="3746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>
                      <a:alpha val="14902"/>
                    </a:srgbClr>
                  </a:solidFill>
                  <a:latin typeface="Arimo"/>
                  <a:ea typeface="맑은 고딕"/>
                  <a:cs typeface="Arimo"/>
                  <a:sym typeface="Arimo"/>
                </a:rPr>
                <a:t>빠른 템포와 긴장감 있는 콘텐츠를 선호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003684" y="3357416"/>
            <a:ext cx="7701120" cy="866775"/>
            <a:chOff x="0" y="0"/>
            <a:chExt cx="10268160" cy="115570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19050"/>
              <a:ext cx="7576953" cy="5651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A741"/>
                  </a:solidFill>
                  <a:latin typeface="Arimo"/>
                  <a:ea typeface="맑은 고딕"/>
                  <a:cs typeface="Arimo"/>
                  <a:sym typeface="Arimo"/>
                </a:rPr>
                <a:t>사상가(Thinker)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781050"/>
              <a:ext cx="10268160" cy="3746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두뇌를 사용하는 퍼즐과 문제 해결을 즐김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003682" y="4417718"/>
            <a:ext cx="7701120" cy="867093"/>
            <a:chOff x="0" y="0"/>
            <a:chExt cx="10268160" cy="1156124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19050"/>
              <a:ext cx="6184328" cy="5651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A741">
                      <a:alpha val="29804"/>
                    </a:srgbClr>
                  </a:solidFill>
                  <a:latin typeface="Arimo"/>
                  <a:ea typeface="맑은 고딕"/>
                  <a:cs typeface="Arimo"/>
                  <a:sym typeface="Arimo"/>
                </a:rPr>
                <a:t>보물 사냥꾼(Treasure Hunter)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781474"/>
              <a:ext cx="10268160" cy="3746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>
                      <a:alpha val="29804"/>
                    </a:srgbClr>
                  </a:solidFill>
                  <a:latin typeface="Arimo"/>
                  <a:ea typeface="맑은 고딕"/>
                  <a:cs typeface="Arimo"/>
                  <a:sym typeface="Arimo"/>
                </a:rPr>
                <a:t>정해진 규칙이나 목표보다는 자신만의 방식으로 플레이하는 유형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003684" y="5478339"/>
            <a:ext cx="7701120" cy="867093"/>
            <a:chOff x="0" y="0"/>
            <a:chExt cx="10268160" cy="1156124"/>
          </a:xfrm>
        </p:grpSpPr>
        <p:sp>
          <p:nvSpPr>
            <p:cNvPr id="20" name="TextBox 20"/>
            <p:cNvSpPr txBox="1"/>
            <p:nvPr/>
          </p:nvSpPr>
          <p:spPr>
            <a:xfrm>
              <a:off x="0" y="-19050"/>
              <a:ext cx="6184328" cy="5651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A741">
                      <a:alpha val="29804"/>
                    </a:srgbClr>
                  </a:solidFill>
                  <a:latin typeface="Arimo"/>
                  <a:ea typeface="맑은 고딕"/>
                  <a:cs typeface="Arimo"/>
                  <a:sym typeface="Arimo"/>
                </a:rPr>
                <a:t>전략가(Strategist)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781474"/>
              <a:ext cx="10268160" cy="3746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>
                      <a:alpha val="29804"/>
                    </a:srgbClr>
                  </a:solidFill>
                  <a:latin typeface="Arimo"/>
                  <a:ea typeface="맑은 고딕"/>
                  <a:cs typeface="Arimo"/>
                  <a:sym typeface="Arimo"/>
                </a:rPr>
                <a:t>복잡한 전략 수립과 자원 관리를 선호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003684" y="6538959"/>
            <a:ext cx="7701120" cy="867093"/>
            <a:chOff x="0" y="0"/>
            <a:chExt cx="10268160" cy="1156124"/>
          </a:xfrm>
        </p:grpSpPr>
        <p:sp>
          <p:nvSpPr>
            <p:cNvPr id="23" name="TextBox 23"/>
            <p:cNvSpPr txBox="1"/>
            <p:nvPr/>
          </p:nvSpPr>
          <p:spPr>
            <a:xfrm>
              <a:off x="0" y="-19050"/>
              <a:ext cx="6184328" cy="5651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A741"/>
                  </a:solidFill>
                  <a:latin typeface="Arimo"/>
                  <a:ea typeface="맑은 고딕"/>
                  <a:cs typeface="Arimo"/>
                  <a:sym typeface="Arimo"/>
                </a:rPr>
                <a:t>네트워커(Networker)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781474"/>
              <a:ext cx="10268160" cy="3746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게임 내 사회적 관계를 중시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003684" y="7599580"/>
            <a:ext cx="7701120" cy="867093"/>
            <a:chOff x="0" y="0"/>
            <a:chExt cx="10268160" cy="1156124"/>
          </a:xfrm>
        </p:grpSpPr>
        <p:sp>
          <p:nvSpPr>
            <p:cNvPr id="26" name="TextBox 26"/>
            <p:cNvSpPr txBox="1"/>
            <p:nvPr/>
          </p:nvSpPr>
          <p:spPr>
            <a:xfrm>
              <a:off x="0" y="-19050"/>
              <a:ext cx="6184328" cy="5651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A741"/>
                  </a:solidFill>
                  <a:latin typeface="Arimo"/>
                  <a:ea typeface="맑은 고딕"/>
                  <a:cs typeface="Arimo"/>
                  <a:sym typeface="Arimo"/>
                </a:rPr>
                <a:t>스킬 마스터(Skill Master)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781474"/>
              <a:ext cx="10268160" cy="3746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끊임없는 성장과 발전을 추구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003684" y="8660200"/>
            <a:ext cx="7701120" cy="867093"/>
            <a:chOff x="0" y="0"/>
            <a:chExt cx="10268160" cy="1156124"/>
          </a:xfrm>
        </p:grpSpPr>
        <p:sp>
          <p:nvSpPr>
            <p:cNvPr id="29" name="TextBox 29"/>
            <p:cNvSpPr txBox="1"/>
            <p:nvPr/>
          </p:nvSpPr>
          <p:spPr>
            <a:xfrm>
              <a:off x="0" y="-19050"/>
              <a:ext cx="6184328" cy="5651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A741">
                      <a:alpha val="29804"/>
                    </a:srgbClr>
                  </a:solidFill>
                  <a:latin typeface="Arimo"/>
                  <a:ea typeface="맑은 고딕"/>
                  <a:cs typeface="Arimo"/>
                  <a:sym typeface="Arimo"/>
                </a:rPr>
                <a:t>정복자(King of the Hill)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781474"/>
              <a:ext cx="10268160" cy="3746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>
                      <a:alpha val="29804"/>
                    </a:srgbClr>
                  </a:solidFill>
                  <a:latin typeface="Arimo"/>
                  <a:ea typeface="맑은 고딕"/>
                  <a:cs typeface="Arimo"/>
                  <a:sym typeface="Arimo"/>
                </a:rPr>
                <a:t>경쟁에서 승리하는 것을 목표로 함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734450" y="433849"/>
            <a:ext cx="6000000" cy="6296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Arimo"/>
                <a:ea typeface="맑은 고딕"/>
              </a:rPr>
              <a:t>타겟 선정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450" y="1180000"/>
            <a:ext cx="15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8개 아키타입 중 3개를 핵심 타겟으로 선정하고, 각 타겟을 콘텐츠 요소에 직접 대응시켰다.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0" y="2150000"/>
            <a:ext cx="53000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A741"/>
                </a:solidFill>
                <a:latin typeface="Arimo Bold"/>
                <a:ea typeface="맑은 고딕"/>
              </a:rPr>
              <a:t>사상가 (Thinker)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0" y="2720000"/>
            <a:ext cx="53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C7CEDB"/>
                </a:solidFill>
                <a:latin typeface="Arimo"/>
                <a:ea typeface="맑은 고딕"/>
              </a:rPr>
              <a:t>두뇌를 사용하는 퍼즐과 문제 해결을 즐긴다.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3570000"/>
            <a:ext cx="53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A741"/>
                </a:solidFill>
                <a:latin typeface="Arimo Bold"/>
                <a:ea typeface="맑은 고딕"/>
              </a:rPr>
              <a:t>→ 대응 콘텐츠 요소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0" y="4080000"/>
            <a:ext cx="53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latin typeface="Arimo"/>
                <a:ea typeface="맑은 고딕"/>
              </a:rPr>
              <a:t>· 1구역 도서관 3단계 수수께끼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latin typeface="Arimo"/>
                <a:ea typeface="맑은 고딕"/>
              </a:rPr>
              <a:t>· 2·3구역 협동 퍼즐 4종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latin typeface="Arimo"/>
                <a:ea typeface="맑은 고딕"/>
              </a:rPr>
              <a:t>· 정답 셔플로 반복 학습이 아닌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latin typeface="Arimo"/>
                <a:ea typeface="맑은 고딕"/>
              </a:rPr>
              <a:t>   추론을 요구하는 구조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000" y="2150000"/>
            <a:ext cx="53000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A741"/>
                </a:solidFill>
                <a:latin typeface="Arimo Bold"/>
                <a:ea typeface="맑은 고딕"/>
              </a:rPr>
              <a:t>네트워커 (Networker)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000" y="2720000"/>
            <a:ext cx="53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C7CEDB"/>
                </a:solidFill>
                <a:latin typeface="Arimo"/>
                <a:ea typeface="맑은 고딕"/>
              </a:rPr>
              <a:t>게임 내 사회적 관계를 중시한다.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0000" y="3570000"/>
            <a:ext cx="53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A741"/>
                </a:solidFill>
                <a:latin typeface="Arimo Bold"/>
                <a:ea typeface="맑은 고딕"/>
              </a:rPr>
              <a:t>→ 대응 콘텐츠 요소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0000" y="4080000"/>
            <a:ext cx="53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latin typeface="Arimo"/>
                <a:ea typeface="맑은 고딕"/>
              </a:rPr>
              <a:t>· 2인 파티 필수 진입 구조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latin typeface="Arimo"/>
                <a:ea typeface="맑은 고딕"/>
              </a:rPr>
              <a:t>· 분리 공간 + 정보 비대칭 설계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latin typeface="Arimo"/>
                <a:ea typeface="맑은 고딕"/>
              </a:rPr>
              <a:t>· 「마법의 소라고둥」 음성·채팅 소통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latin typeface="Arimo"/>
                <a:ea typeface="맑은 고딕"/>
              </a:rPr>
              <a:t>· 자동 매칭 큐로 신규 관계 형성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50000" y="2150000"/>
            <a:ext cx="53000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A741"/>
                </a:solidFill>
                <a:latin typeface="Arimo Bold"/>
                <a:ea typeface="맑은 고딕"/>
              </a:rPr>
              <a:t>스킬 마스터 (Skill Master)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50000" y="2720000"/>
            <a:ext cx="53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C7CEDB"/>
                </a:solidFill>
                <a:latin typeface="Arimo"/>
                <a:ea typeface="맑은 고딕"/>
              </a:rPr>
              <a:t>끊임없는 성장과 발전을 추구한다.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50000" y="3570000"/>
            <a:ext cx="53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A741"/>
                </a:solidFill>
                <a:latin typeface="Arimo Bold"/>
                <a:ea typeface="맑은 고딕"/>
              </a:rPr>
              <a:t>→ 대응 콘텐츠 요소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50000" y="4080000"/>
            <a:ext cx="53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latin typeface="Arimo"/>
                <a:ea typeface="맑은 고딕"/>
              </a:rPr>
              <a:t>· 강화·성장 재료 중심의 보상 설계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latin typeface="Arimo"/>
                <a:ea typeface="맑은 고딕"/>
              </a:rPr>
              <a:t>· 1P·2P 역할 교체 재플레이 미션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latin typeface="Arimo"/>
                <a:ea typeface="맑은 고딕"/>
              </a:rPr>
              <a:t>· 시즌 한정 수집 요소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latin typeface="Arimo"/>
                <a:ea typeface="맑은 고딕"/>
              </a:rPr>
              <a:t>   (할로윈 패션 상자 4종)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00" y="7200000"/>
            <a:ext cx="80000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A741"/>
                </a:solidFill>
                <a:latin typeface="Arimo Bold"/>
                <a:ea typeface="맑은 고딕"/>
              </a:rPr>
              <a:t>제외한 5개 아키타입과 사유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0000" y="7720000"/>
            <a:ext cx="162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0">
                <a:solidFill>
                  <a:srgbClr val="C7CEDB"/>
                </a:solidFill>
                <a:latin typeface="Arimo"/>
                <a:ea typeface="맑은 고딕"/>
              </a:rPr>
              <a:t>· 스릴 시커 · 정복자 — 본 콘텐츠에 전투와 경쟁 요소가 없다. 마비노기 모바일은 PvP를 두지 않으므로 이벤트 단위에서도 배제한다.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C7CEDB"/>
                </a:solidFill>
                <a:latin typeface="Arimo"/>
                <a:ea typeface="맑은 고딕"/>
              </a:rPr>
              <a:t>· 전략가 — 자원 관리와 전략 수립을 요구하지 않는다. 퍼즐은 추론으로 풀리며 빌드나 자원 선택이 개입하지 않는다.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C7CEDB"/>
                </a:solidFill>
                <a:latin typeface="Arimo"/>
                <a:ea typeface="맑은 고딕"/>
              </a:rPr>
              <a:t>· 표현주의자 · 보물 사냥꾼 — 할로윈 패션 상자로 일부 충족되나, 콘텐츠의 핵심 동선을 구성하지는 않는 부수 타겟으로 둔다.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8158162" y="5631507"/>
            <a:ext cx="1980783" cy="1980783"/>
            <a:chOff x="0" y="0"/>
            <a:chExt cx="2641044" cy="26410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41092" cy="2641092"/>
            </a:xfrm>
            <a:custGeom>
              <a:avLst/>
              <a:gdLst/>
              <a:ahLst/>
              <a:cxnLst/>
              <a:rect l="l" t="t" r="r" b="b"/>
              <a:pathLst>
                <a:path w="2641092" h="2641092">
                  <a:moveTo>
                    <a:pt x="0" y="0"/>
                  </a:moveTo>
                  <a:lnTo>
                    <a:pt x="2641092" y="0"/>
                  </a:lnTo>
                  <a:lnTo>
                    <a:pt x="2641092" y="2641092"/>
                  </a:lnTo>
                  <a:lnTo>
                    <a:pt x="0" y="2641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4208282" y="4487861"/>
            <a:ext cx="9871435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본 챕터에서는 신규 콘텐츠 「키아 던전의 잃어버린 남매」의 기획 배경과</a:t>
            </a:r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콘텐츠의 내용에 대해 설명한다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270479" y="3122191"/>
            <a:ext cx="13747041" cy="965619"/>
            <a:chOff x="0" y="0"/>
            <a:chExt cx="18329388" cy="1287492"/>
          </a:xfrm>
        </p:grpSpPr>
        <p:sp>
          <p:nvSpPr>
            <p:cNvPr id="6" name="TextBox 6"/>
            <p:cNvSpPr txBox="1"/>
            <p:nvPr/>
          </p:nvSpPr>
          <p:spPr>
            <a:xfrm>
              <a:off x="7464103" y="253221"/>
              <a:ext cx="3402570" cy="752475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콘텐츠 소개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6802315" cy="1287492"/>
            </a:xfrm>
            <a:custGeom>
              <a:avLst/>
              <a:gdLst/>
              <a:ahLst/>
              <a:cxnLst/>
              <a:rect l="l" t="t" r="r" b="b"/>
              <a:pathLst>
                <a:path w="6802315" h="1287492">
                  <a:moveTo>
                    <a:pt x="0" y="0"/>
                  </a:moveTo>
                  <a:lnTo>
                    <a:pt x="6802315" y="0"/>
                  </a:lnTo>
                  <a:lnTo>
                    <a:pt x="6802315" y="1287492"/>
                  </a:lnTo>
                  <a:lnTo>
                    <a:pt x="0" y="1287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00629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8" name="Freeform 8"/>
            <p:cNvSpPr/>
            <p:nvPr/>
          </p:nvSpPr>
          <p:spPr>
            <a:xfrm flipH="1">
              <a:off x="11527073" y="0"/>
              <a:ext cx="6802315" cy="1287492"/>
            </a:xfrm>
            <a:custGeom>
              <a:avLst/>
              <a:gdLst/>
              <a:ahLst/>
              <a:cxnLst/>
              <a:rect l="l" t="t" r="r" b="b"/>
              <a:pathLst>
                <a:path w="6802315" h="1287492">
                  <a:moveTo>
                    <a:pt x="6802315" y="0"/>
                  </a:moveTo>
                  <a:lnTo>
                    <a:pt x="0" y="0"/>
                  </a:lnTo>
                  <a:lnTo>
                    <a:pt x="0" y="1287492"/>
                  </a:lnTo>
                  <a:lnTo>
                    <a:pt x="6802315" y="1287492"/>
                  </a:lnTo>
                  <a:lnTo>
                    <a:pt x="6802315" y="0"/>
                  </a:lnTo>
                  <a:close/>
                </a:path>
              </a:pathLst>
            </a:custGeom>
            <a:blipFill>
              <a:blip r:embed="rId3"/>
              <a:stretch>
                <a:fillRect r="-100629"/>
              </a:stretch>
            </a:blipFill>
          </p:spPr>
          <p:txBody>
            <a:bodyPr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734450" y="433849"/>
            <a:ext cx="2443320" cy="629633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콘텐츠 개요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742966" y="4190365"/>
            <a:ext cx="10460236" cy="181102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FFFFF"/>
                </a:solidFill>
                <a:latin typeface="Arimo Bold"/>
                <a:ea typeface="맑은 고딕"/>
                <a:cs typeface="Noto Sans Kr Bold"/>
                <a:sym typeface="Noto Sans Kr Bold"/>
              </a:rPr>
              <a:t>키아 던전의 잃어버린 남매를 찾아가는</a:t>
            </a:r>
          </a:p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FFFFF"/>
                </a:solidFill>
                <a:latin typeface="Arimo Bold"/>
                <a:ea typeface="맑은 고딕"/>
                <a:cs typeface="Noto Sans Kr Bold"/>
                <a:sym typeface="Noto Sans Kr Bold"/>
              </a:rPr>
              <a:t>퍼즐, 기믹 위주의 2인 파티 퀘스트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734450" y="433849"/>
            <a:ext cx="1998486" cy="629633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기획 배경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34450" y="1433840"/>
            <a:ext cx="14866151" cy="571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FFFFFF"/>
                </a:solidFill>
                <a:latin typeface="Arimo Bold"/>
                <a:ea typeface="맑은 고딕"/>
                <a:cs typeface="Arimo Bold"/>
                <a:sym typeface="Arimo Bold"/>
              </a:rPr>
              <a:t>반복적인 내용의 이벤트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663451" y="2405390"/>
            <a:ext cx="12961099" cy="7386358"/>
            <a:chOff x="0" y="0"/>
            <a:chExt cx="17281465" cy="9848477"/>
          </a:xfrm>
        </p:grpSpPr>
        <p:sp>
          <p:nvSpPr>
            <p:cNvPr id="7" name="Freeform 7"/>
            <p:cNvSpPr/>
            <p:nvPr/>
          </p:nvSpPr>
          <p:spPr>
            <a:xfrm>
              <a:off x="0" y="1602275"/>
              <a:ext cx="4725196" cy="3939632"/>
            </a:xfrm>
            <a:custGeom>
              <a:avLst/>
              <a:gdLst/>
              <a:ahLst/>
              <a:cxnLst/>
              <a:rect l="l" t="t" r="r" b="b"/>
              <a:pathLst>
                <a:path w="4725196" h="3939632">
                  <a:moveTo>
                    <a:pt x="0" y="0"/>
                  </a:moveTo>
                  <a:lnTo>
                    <a:pt x="4725196" y="0"/>
                  </a:lnTo>
                  <a:lnTo>
                    <a:pt x="4725196" y="3939632"/>
                  </a:lnTo>
                  <a:lnTo>
                    <a:pt x="0" y="3939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5908845"/>
              <a:ext cx="4725196" cy="3939632"/>
            </a:xfrm>
            <a:custGeom>
              <a:avLst/>
              <a:gdLst/>
              <a:ahLst/>
              <a:cxnLst/>
              <a:rect l="l" t="t" r="r" b="b"/>
              <a:pathLst>
                <a:path w="4725196" h="3939632">
                  <a:moveTo>
                    <a:pt x="0" y="0"/>
                  </a:moveTo>
                  <a:lnTo>
                    <a:pt x="4725196" y="0"/>
                  </a:lnTo>
                  <a:lnTo>
                    <a:pt x="4725196" y="3939632"/>
                  </a:lnTo>
                  <a:lnTo>
                    <a:pt x="0" y="3939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0" y="0"/>
              <a:ext cx="4725196" cy="1422527"/>
              <a:chOff x="0" y="0"/>
              <a:chExt cx="1455012" cy="43803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455012" cy="438034"/>
              </a:xfrm>
              <a:custGeom>
                <a:avLst/>
                <a:gdLst/>
                <a:ahLst/>
                <a:cxnLst/>
                <a:rect l="l" t="t" r="r" b="b"/>
                <a:pathLst>
                  <a:path w="1455012" h="438034">
                    <a:moveTo>
                      <a:pt x="0" y="0"/>
                    </a:moveTo>
                    <a:lnTo>
                      <a:pt x="1455012" y="0"/>
                    </a:lnTo>
                    <a:lnTo>
                      <a:pt x="1455012" y="438034"/>
                    </a:lnTo>
                    <a:lnTo>
                      <a:pt x="0" y="438034"/>
                    </a:lnTo>
                    <a:close/>
                  </a:path>
                </a:pathLst>
              </a:custGeom>
              <a:solidFill>
                <a:srgbClr val="333333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0"/>
                <a:ext cx="1455012" cy="438034"/>
              </a:xfrm>
              <a:prstGeom prst="rect">
                <a:avLst/>
              </a:prstGeom>
            </p:spPr>
            <p:txBody>
              <a:bodyPr lIns="40262" tIns="40262" rIns="40262" bIns="40262" rtlCol="0" anchor="ctr"/>
              <a:lstStyle/>
              <a:p>
                <a:pPr algn="ctr">
                  <a:lnSpc>
                    <a:spcPts val="239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>
              <a:grpSpLocks noChangeAspect="1"/>
            </p:cNvGrpSpPr>
            <p:nvPr/>
          </p:nvGrpSpPr>
          <p:grpSpPr>
            <a:xfrm>
              <a:off x="38810" y="48209"/>
              <a:ext cx="4647577" cy="1326109"/>
              <a:chOff x="0" y="0"/>
              <a:chExt cx="7143750" cy="203835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7143750" cy="2038350"/>
              </a:xfrm>
              <a:custGeom>
                <a:avLst/>
                <a:gdLst/>
                <a:ahLst/>
                <a:cxnLst/>
                <a:rect l="l" t="t" r="r" b="b"/>
                <a:pathLst>
                  <a:path w="7143750" h="2038350">
                    <a:moveTo>
                      <a:pt x="0" y="0"/>
                    </a:moveTo>
                    <a:lnTo>
                      <a:pt x="7143750" y="0"/>
                    </a:lnTo>
                    <a:lnTo>
                      <a:pt x="7143750" y="2038350"/>
                    </a:lnTo>
                    <a:lnTo>
                      <a:pt x="0" y="20383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451620" y="489773"/>
              <a:ext cx="3821955" cy="433456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549"/>
                </a:lnSpc>
              </a:pPr>
              <a:r>
                <a:rPr lang="en-US" sz="2124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스탬프 이벤트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6278135" y="1602275"/>
              <a:ext cx="4725196" cy="3939632"/>
            </a:xfrm>
            <a:custGeom>
              <a:avLst/>
              <a:gdLst/>
              <a:ahLst/>
              <a:cxnLst/>
              <a:rect l="l" t="t" r="r" b="b"/>
              <a:pathLst>
                <a:path w="4725196" h="3939632">
                  <a:moveTo>
                    <a:pt x="0" y="0"/>
                  </a:moveTo>
                  <a:lnTo>
                    <a:pt x="4725196" y="0"/>
                  </a:lnTo>
                  <a:lnTo>
                    <a:pt x="4725196" y="3939632"/>
                  </a:lnTo>
                  <a:lnTo>
                    <a:pt x="0" y="3939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6" name="Freeform 16"/>
            <p:cNvSpPr/>
            <p:nvPr/>
          </p:nvSpPr>
          <p:spPr>
            <a:xfrm>
              <a:off x="6287779" y="5908845"/>
              <a:ext cx="4705908" cy="3923551"/>
            </a:xfrm>
            <a:custGeom>
              <a:avLst/>
              <a:gdLst/>
              <a:ahLst/>
              <a:cxnLst/>
              <a:rect l="l" t="t" r="r" b="b"/>
              <a:pathLst>
                <a:path w="4705908" h="3923551">
                  <a:moveTo>
                    <a:pt x="0" y="0"/>
                  </a:moveTo>
                  <a:lnTo>
                    <a:pt x="4705907" y="0"/>
                  </a:lnTo>
                  <a:lnTo>
                    <a:pt x="4705907" y="3923551"/>
                  </a:lnTo>
                  <a:lnTo>
                    <a:pt x="0" y="3923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6278135" y="0"/>
              <a:ext cx="4725196" cy="1422527"/>
              <a:chOff x="0" y="0"/>
              <a:chExt cx="1455012" cy="43803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455012" cy="438034"/>
              </a:xfrm>
              <a:custGeom>
                <a:avLst/>
                <a:gdLst/>
                <a:ahLst/>
                <a:cxnLst/>
                <a:rect l="l" t="t" r="r" b="b"/>
                <a:pathLst>
                  <a:path w="1455012" h="438034">
                    <a:moveTo>
                      <a:pt x="0" y="0"/>
                    </a:moveTo>
                    <a:lnTo>
                      <a:pt x="1455012" y="0"/>
                    </a:lnTo>
                    <a:lnTo>
                      <a:pt x="1455012" y="438034"/>
                    </a:lnTo>
                    <a:lnTo>
                      <a:pt x="0" y="438034"/>
                    </a:lnTo>
                    <a:close/>
                  </a:path>
                </a:pathLst>
              </a:custGeom>
              <a:solidFill>
                <a:srgbClr val="333333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0"/>
                <a:ext cx="1455012" cy="438034"/>
              </a:xfrm>
              <a:prstGeom prst="rect">
                <a:avLst/>
              </a:prstGeom>
            </p:spPr>
            <p:txBody>
              <a:bodyPr lIns="40262" tIns="40262" rIns="40262" bIns="40262" rtlCol="0" anchor="ctr"/>
              <a:lstStyle/>
              <a:p>
                <a:pPr algn="ctr">
                  <a:lnSpc>
                    <a:spcPts val="2399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>
              <a:grpSpLocks noChangeAspect="1"/>
            </p:cNvGrpSpPr>
            <p:nvPr/>
          </p:nvGrpSpPr>
          <p:grpSpPr>
            <a:xfrm>
              <a:off x="6316944" y="48209"/>
              <a:ext cx="4647577" cy="1326109"/>
              <a:chOff x="0" y="0"/>
              <a:chExt cx="7143750" cy="203835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7143750" cy="2038350"/>
              </a:xfrm>
              <a:custGeom>
                <a:avLst/>
                <a:gdLst/>
                <a:ahLst/>
                <a:cxnLst/>
                <a:rect l="l" t="t" r="r" b="b"/>
                <a:pathLst>
                  <a:path w="7143750" h="2038350">
                    <a:moveTo>
                      <a:pt x="0" y="0"/>
                    </a:moveTo>
                    <a:lnTo>
                      <a:pt x="7143750" y="0"/>
                    </a:lnTo>
                    <a:lnTo>
                      <a:pt x="7143750" y="2038350"/>
                    </a:lnTo>
                    <a:lnTo>
                      <a:pt x="0" y="20383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6729755" y="489773"/>
              <a:ext cx="3821955" cy="433456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549"/>
                </a:lnSpc>
              </a:pPr>
              <a:r>
                <a:rPr lang="en-US" sz="2124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던전/사냥터 이벤트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12556269" y="1602275"/>
              <a:ext cx="4725196" cy="3939632"/>
            </a:xfrm>
            <a:custGeom>
              <a:avLst/>
              <a:gdLst/>
              <a:ahLst/>
              <a:cxnLst/>
              <a:rect l="l" t="t" r="r" b="b"/>
              <a:pathLst>
                <a:path w="4725196" h="3939632">
                  <a:moveTo>
                    <a:pt x="0" y="0"/>
                  </a:moveTo>
                  <a:lnTo>
                    <a:pt x="4725196" y="0"/>
                  </a:lnTo>
                  <a:lnTo>
                    <a:pt x="4725196" y="3939632"/>
                  </a:lnTo>
                  <a:lnTo>
                    <a:pt x="0" y="3939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24" name="Freeform 24"/>
            <p:cNvSpPr/>
            <p:nvPr/>
          </p:nvSpPr>
          <p:spPr>
            <a:xfrm>
              <a:off x="12556269" y="5908845"/>
              <a:ext cx="4725196" cy="3939632"/>
            </a:xfrm>
            <a:custGeom>
              <a:avLst/>
              <a:gdLst/>
              <a:ahLst/>
              <a:cxnLst/>
              <a:rect l="l" t="t" r="r" b="b"/>
              <a:pathLst>
                <a:path w="4725196" h="3939632">
                  <a:moveTo>
                    <a:pt x="0" y="0"/>
                  </a:moveTo>
                  <a:lnTo>
                    <a:pt x="4725196" y="0"/>
                  </a:lnTo>
                  <a:lnTo>
                    <a:pt x="4725196" y="3939632"/>
                  </a:lnTo>
                  <a:lnTo>
                    <a:pt x="0" y="3939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12556269" y="0"/>
              <a:ext cx="4725196" cy="1422527"/>
              <a:chOff x="0" y="0"/>
              <a:chExt cx="1455012" cy="438034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455012" cy="438034"/>
              </a:xfrm>
              <a:custGeom>
                <a:avLst/>
                <a:gdLst/>
                <a:ahLst/>
                <a:cxnLst/>
                <a:rect l="l" t="t" r="r" b="b"/>
                <a:pathLst>
                  <a:path w="1455012" h="438034">
                    <a:moveTo>
                      <a:pt x="0" y="0"/>
                    </a:moveTo>
                    <a:lnTo>
                      <a:pt x="1455012" y="0"/>
                    </a:lnTo>
                    <a:lnTo>
                      <a:pt x="1455012" y="438034"/>
                    </a:lnTo>
                    <a:lnTo>
                      <a:pt x="0" y="438034"/>
                    </a:lnTo>
                    <a:close/>
                  </a:path>
                </a:pathLst>
              </a:custGeom>
              <a:solidFill>
                <a:srgbClr val="333333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0"/>
                <a:ext cx="1455012" cy="438034"/>
              </a:xfrm>
              <a:prstGeom prst="rect">
                <a:avLst/>
              </a:prstGeom>
            </p:spPr>
            <p:txBody>
              <a:bodyPr lIns="40262" tIns="40262" rIns="40262" bIns="40262" rtlCol="0" anchor="ctr"/>
              <a:lstStyle/>
              <a:p>
                <a:pPr algn="ctr">
                  <a:lnSpc>
                    <a:spcPts val="2399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>
              <a:grpSpLocks noChangeAspect="1"/>
            </p:cNvGrpSpPr>
            <p:nvPr/>
          </p:nvGrpSpPr>
          <p:grpSpPr>
            <a:xfrm>
              <a:off x="12595079" y="48209"/>
              <a:ext cx="4647577" cy="1326109"/>
              <a:chOff x="0" y="0"/>
              <a:chExt cx="7143750" cy="203835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7143750" cy="2038350"/>
              </a:xfrm>
              <a:custGeom>
                <a:avLst/>
                <a:gdLst/>
                <a:ahLst/>
                <a:cxnLst/>
                <a:rect l="l" t="t" r="r" b="b"/>
                <a:pathLst>
                  <a:path w="7143750" h="2038350">
                    <a:moveTo>
                      <a:pt x="0" y="0"/>
                    </a:moveTo>
                    <a:lnTo>
                      <a:pt x="7143750" y="0"/>
                    </a:lnTo>
                    <a:lnTo>
                      <a:pt x="7143750" y="2038350"/>
                    </a:lnTo>
                    <a:lnTo>
                      <a:pt x="0" y="20383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13007889" y="489773"/>
              <a:ext cx="3821955" cy="433456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549"/>
                </a:lnSpc>
              </a:pPr>
              <a:r>
                <a:rPr lang="en-US" sz="2124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출석 이벤트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412480" y="2666436"/>
            <a:ext cx="6012382" cy="4856614"/>
            <a:chOff x="0" y="0"/>
            <a:chExt cx="8016509" cy="6475485"/>
          </a:xfrm>
        </p:grpSpPr>
        <p:sp>
          <p:nvSpPr>
            <p:cNvPr id="5" name="Freeform 5"/>
            <p:cNvSpPr/>
            <p:nvPr/>
          </p:nvSpPr>
          <p:spPr>
            <a:xfrm>
              <a:off x="46828" y="2248027"/>
              <a:ext cx="7922853" cy="4227458"/>
            </a:xfrm>
            <a:custGeom>
              <a:avLst/>
              <a:gdLst/>
              <a:ahLst/>
              <a:cxnLst/>
              <a:rect l="l" t="t" r="r" b="b"/>
              <a:pathLst>
                <a:path w="7922853" h="4227458">
                  <a:moveTo>
                    <a:pt x="0" y="0"/>
                  </a:moveTo>
                  <a:lnTo>
                    <a:pt x="7922853" y="0"/>
                  </a:lnTo>
                  <a:lnTo>
                    <a:pt x="7922853" y="4227458"/>
                  </a:lnTo>
                  <a:lnTo>
                    <a:pt x="0" y="4227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82" b="-3075"/>
              </a:stretch>
            </a:blipFill>
          </p:spPr>
          <p:txBody>
            <a:bodyPr/>
            <a:lstStyle/>
            <a:p>
              <a:endParaRPr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0" y="0"/>
              <a:ext cx="8016509" cy="1422527"/>
              <a:chOff x="0" y="0"/>
              <a:chExt cx="2468494" cy="438034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468494" cy="438034"/>
              </a:xfrm>
              <a:custGeom>
                <a:avLst/>
                <a:gdLst/>
                <a:ahLst/>
                <a:cxnLst/>
                <a:rect l="l" t="t" r="r" b="b"/>
                <a:pathLst>
                  <a:path w="2468494" h="438034">
                    <a:moveTo>
                      <a:pt x="0" y="0"/>
                    </a:moveTo>
                    <a:lnTo>
                      <a:pt x="2468494" y="0"/>
                    </a:lnTo>
                    <a:lnTo>
                      <a:pt x="2468494" y="438034"/>
                    </a:lnTo>
                    <a:lnTo>
                      <a:pt x="0" y="438034"/>
                    </a:lnTo>
                    <a:close/>
                  </a:path>
                </a:pathLst>
              </a:custGeom>
              <a:solidFill>
                <a:srgbClr val="333333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0"/>
                <a:ext cx="2468494" cy="438034"/>
              </a:xfrm>
              <a:prstGeom prst="rect">
                <a:avLst/>
              </a:prstGeom>
            </p:spPr>
            <p:txBody>
              <a:bodyPr lIns="40262" tIns="40262" rIns="40262" bIns="40262" rtlCol="0" anchor="ctr"/>
              <a:lstStyle/>
              <a:p>
                <a:pPr algn="ctr">
                  <a:lnSpc>
                    <a:spcPts val="239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58215" y="59232"/>
              <a:ext cx="7900079" cy="1304063"/>
              <a:chOff x="0" y="0"/>
              <a:chExt cx="2432643" cy="40155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432643" cy="401555"/>
              </a:xfrm>
              <a:custGeom>
                <a:avLst/>
                <a:gdLst/>
                <a:ahLst/>
                <a:cxnLst/>
                <a:rect l="l" t="t" r="r" b="b"/>
                <a:pathLst>
                  <a:path w="2432643" h="401555">
                    <a:moveTo>
                      <a:pt x="0" y="0"/>
                    </a:moveTo>
                    <a:lnTo>
                      <a:pt x="2432643" y="0"/>
                    </a:lnTo>
                    <a:lnTo>
                      <a:pt x="2432643" y="401555"/>
                    </a:lnTo>
                    <a:lnTo>
                      <a:pt x="0" y="401555"/>
                    </a:lnTo>
                    <a:close/>
                  </a:path>
                </a:pathLst>
              </a:custGeom>
              <a:ln w="9525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0"/>
                <a:ext cx="2432643" cy="401555"/>
              </a:xfrm>
              <a:prstGeom prst="rect">
                <a:avLst/>
              </a:prstGeom>
            </p:spPr>
            <p:txBody>
              <a:bodyPr lIns="40262" tIns="40262" rIns="40262" bIns="40262" rtlCol="0" anchor="ctr"/>
              <a:lstStyle/>
              <a:p>
                <a:pPr algn="ctr">
                  <a:lnSpc>
                    <a:spcPts val="239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2104705" y="277808"/>
              <a:ext cx="3807100" cy="857386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549"/>
                </a:lnSpc>
              </a:pPr>
              <a:r>
                <a:rPr lang="en-US" sz="2124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협력 콘텐츠 </a:t>
              </a:r>
            </a:p>
            <a:p>
              <a:pPr algn="ctr">
                <a:lnSpc>
                  <a:spcPts val="2549"/>
                </a:lnSpc>
              </a:pPr>
              <a:r>
                <a:rPr lang="en-US" sz="2124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「다그다의 무덤」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863138" y="2666436"/>
            <a:ext cx="6012382" cy="4856614"/>
            <a:chOff x="0" y="0"/>
            <a:chExt cx="8016509" cy="6475485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8016509" cy="1422527"/>
              <a:chOff x="0" y="0"/>
              <a:chExt cx="2468494" cy="43803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468494" cy="438034"/>
              </a:xfrm>
              <a:custGeom>
                <a:avLst/>
                <a:gdLst/>
                <a:ahLst/>
                <a:cxnLst/>
                <a:rect l="l" t="t" r="r" b="b"/>
                <a:pathLst>
                  <a:path w="2468494" h="438034">
                    <a:moveTo>
                      <a:pt x="0" y="0"/>
                    </a:moveTo>
                    <a:lnTo>
                      <a:pt x="2468494" y="0"/>
                    </a:lnTo>
                    <a:lnTo>
                      <a:pt x="2468494" y="438034"/>
                    </a:lnTo>
                    <a:lnTo>
                      <a:pt x="0" y="438034"/>
                    </a:lnTo>
                    <a:close/>
                  </a:path>
                </a:pathLst>
              </a:custGeom>
              <a:solidFill>
                <a:srgbClr val="333333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0"/>
                <a:ext cx="2468494" cy="438034"/>
              </a:xfrm>
              <a:prstGeom prst="rect">
                <a:avLst/>
              </a:prstGeom>
            </p:spPr>
            <p:txBody>
              <a:bodyPr lIns="40262" tIns="40262" rIns="40262" bIns="40262" rtlCol="0" anchor="ctr"/>
              <a:lstStyle/>
              <a:p>
                <a:pPr algn="ctr">
                  <a:lnSpc>
                    <a:spcPts val="2399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58215" y="59232"/>
              <a:ext cx="7900079" cy="1304063"/>
              <a:chOff x="0" y="0"/>
              <a:chExt cx="2432643" cy="40155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432643" cy="401555"/>
              </a:xfrm>
              <a:custGeom>
                <a:avLst/>
                <a:gdLst/>
                <a:ahLst/>
                <a:cxnLst/>
                <a:rect l="l" t="t" r="r" b="b"/>
                <a:pathLst>
                  <a:path w="2432643" h="401555">
                    <a:moveTo>
                      <a:pt x="0" y="0"/>
                    </a:moveTo>
                    <a:lnTo>
                      <a:pt x="2432643" y="0"/>
                    </a:lnTo>
                    <a:lnTo>
                      <a:pt x="2432643" y="401555"/>
                    </a:lnTo>
                    <a:lnTo>
                      <a:pt x="0" y="401555"/>
                    </a:lnTo>
                    <a:close/>
                  </a:path>
                </a:pathLst>
              </a:custGeom>
              <a:ln w="9525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0"/>
                <a:ext cx="2432643" cy="401555"/>
              </a:xfrm>
              <a:prstGeom prst="rect">
                <a:avLst/>
              </a:prstGeom>
            </p:spPr>
            <p:txBody>
              <a:bodyPr lIns="40262" tIns="40262" rIns="40262" bIns="40262" rtlCol="0" anchor="ctr"/>
              <a:lstStyle/>
              <a:p>
                <a:pPr algn="ctr">
                  <a:lnSpc>
                    <a:spcPts val="239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565887" y="277808"/>
              <a:ext cx="4884736" cy="857386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549"/>
                </a:lnSpc>
              </a:pPr>
              <a:r>
                <a:rPr lang="en-US" sz="2124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협력 콘텐츠 </a:t>
              </a:r>
            </a:p>
            <a:p>
              <a:pPr algn="ctr">
                <a:lnSpc>
                  <a:spcPts val="2549"/>
                </a:lnSpc>
              </a:pPr>
              <a:r>
                <a:rPr lang="en-US" sz="2124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「길드 함선」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10295" y="2248027"/>
              <a:ext cx="7995920" cy="4227458"/>
            </a:xfrm>
            <a:custGeom>
              <a:avLst/>
              <a:gdLst/>
              <a:ahLst/>
              <a:cxnLst/>
              <a:rect l="l" t="t" r="r" b="b"/>
              <a:pathLst>
                <a:path w="7995920" h="4227458">
                  <a:moveTo>
                    <a:pt x="0" y="0"/>
                  </a:moveTo>
                  <a:lnTo>
                    <a:pt x="7995920" y="0"/>
                  </a:lnTo>
                  <a:lnTo>
                    <a:pt x="7995920" y="4227458"/>
                  </a:lnTo>
                  <a:lnTo>
                    <a:pt x="0" y="4227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373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734450" y="433849"/>
            <a:ext cx="1998486" cy="629633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기획 배경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34450" y="1181734"/>
            <a:ext cx="14866151" cy="571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FFFFFF"/>
                </a:solidFill>
                <a:latin typeface="Arimo Bold"/>
                <a:ea typeface="맑은 고딕"/>
                <a:cs typeface="Arimo Bold"/>
                <a:sym typeface="Arimo Bold"/>
              </a:rPr>
              <a:t>마비노기 모바일의 협동·협력 콘텐츠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412480" y="2666436"/>
            <a:ext cx="6012382" cy="4954129"/>
            <a:chOff x="0" y="0"/>
            <a:chExt cx="8016509" cy="6605505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8016509" cy="1422527"/>
              <a:chOff x="0" y="0"/>
              <a:chExt cx="2468494" cy="43803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468494" cy="438034"/>
              </a:xfrm>
              <a:custGeom>
                <a:avLst/>
                <a:gdLst/>
                <a:ahLst/>
                <a:cxnLst/>
                <a:rect l="l" t="t" r="r" b="b"/>
                <a:pathLst>
                  <a:path w="2468494" h="438034">
                    <a:moveTo>
                      <a:pt x="0" y="0"/>
                    </a:moveTo>
                    <a:lnTo>
                      <a:pt x="2468494" y="0"/>
                    </a:lnTo>
                    <a:lnTo>
                      <a:pt x="2468494" y="438034"/>
                    </a:lnTo>
                    <a:lnTo>
                      <a:pt x="0" y="438034"/>
                    </a:lnTo>
                    <a:close/>
                  </a:path>
                </a:pathLst>
              </a:custGeom>
              <a:solidFill>
                <a:srgbClr val="333333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0"/>
                <a:ext cx="2468494" cy="438034"/>
              </a:xfrm>
              <a:prstGeom prst="rect">
                <a:avLst/>
              </a:prstGeom>
            </p:spPr>
            <p:txBody>
              <a:bodyPr lIns="40262" tIns="40262" rIns="40262" bIns="40262" rtlCol="0" anchor="ctr"/>
              <a:lstStyle/>
              <a:p>
                <a:pPr algn="ctr">
                  <a:lnSpc>
                    <a:spcPts val="239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58215" y="59232"/>
              <a:ext cx="7900079" cy="1304063"/>
              <a:chOff x="0" y="0"/>
              <a:chExt cx="2432643" cy="40155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432643" cy="401555"/>
              </a:xfrm>
              <a:custGeom>
                <a:avLst/>
                <a:gdLst/>
                <a:ahLst/>
                <a:cxnLst/>
                <a:rect l="l" t="t" r="r" b="b"/>
                <a:pathLst>
                  <a:path w="2432643" h="401555">
                    <a:moveTo>
                      <a:pt x="0" y="0"/>
                    </a:moveTo>
                    <a:lnTo>
                      <a:pt x="2432643" y="0"/>
                    </a:lnTo>
                    <a:lnTo>
                      <a:pt x="2432643" y="401555"/>
                    </a:lnTo>
                    <a:lnTo>
                      <a:pt x="0" y="401555"/>
                    </a:lnTo>
                    <a:close/>
                  </a:path>
                </a:pathLst>
              </a:custGeom>
              <a:ln w="9525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0"/>
                <a:ext cx="2432643" cy="401555"/>
              </a:xfrm>
              <a:prstGeom prst="rect">
                <a:avLst/>
              </a:prstGeom>
            </p:spPr>
            <p:txBody>
              <a:bodyPr lIns="40262" tIns="40262" rIns="40262" bIns="40262" rtlCol="0" anchor="ctr"/>
              <a:lstStyle/>
              <a:p>
                <a:pPr algn="ctr">
                  <a:lnSpc>
                    <a:spcPts val="239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1565887" y="489773"/>
              <a:ext cx="4884736" cy="433456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549"/>
                </a:lnSpc>
              </a:pPr>
              <a:r>
                <a:rPr lang="en-US" sz="2124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「보드게임: 달밤의 늑대인간」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10568" y="2248027"/>
              <a:ext cx="7995373" cy="4357478"/>
            </a:xfrm>
            <a:custGeom>
              <a:avLst/>
              <a:gdLst/>
              <a:ahLst/>
              <a:cxnLst/>
              <a:rect l="l" t="t" r="r" b="b"/>
              <a:pathLst>
                <a:path w="7995373" h="4357478">
                  <a:moveTo>
                    <a:pt x="0" y="0"/>
                  </a:moveTo>
                  <a:lnTo>
                    <a:pt x="7995373" y="0"/>
                  </a:lnTo>
                  <a:lnTo>
                    <a:pt x="7995373" y="4357478"/>
                  </a:lnTo>
                  <a:lnTo>
                    <a:pt x="0" y="43574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863138" y="2666436"/>
            <a:ext cx="6012382" cy="5534010"/>
            <a:chOff x="0" y="0"/>
            <a:chExt cx="8016509" cy="7378680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8016509" cy="1422527"/>
              <a:chOff x="0" y="0"/>
              <a:chExt cx="2468494" cy="43803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468494" cy="438034"/>
              </a:xfrm>
              <a:custGeom>
                <a:avLst/>
                <a:gdLst/>
                <a:ahLst/>
                <a:cxnLst/>
                <a:rect l="l" t="t" r="r" b="b"/>
                <a:pathLst>
                  <a:path w="2468494" h="438034">
                    <a:moveTo>
                      <a:pt x="0" y="0"/>
                    </a:moveTo>
                    <a:lnTo>
                      <a:pt x="2468494" y="0"/>
                    </a:lnTo>
                    <a:lnTo>
                      <a:pt x="2468494" y="438034"/>
                    </a:lnTo>
                    <a:lnTo>
                      <a:pt x="0" y="438034"/>
                    </a:lnTo>
                    <a:close/>
                  </a:path>
                </a:pathLst>
              </a:custGeom>
              <a:solidFill>
                <a:srgbClr val="333333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0"/>
                <a:ext cx="2468494" cy="438034"/>
              </a:xfrm>
              <a:prstGeom prst="rect">
                <a:avLst/>
              </a:prstGeom>
            </p:spPr>
            <p:txBody>
              <a:bodyPr lIns="40262" tIns="40262" rIns="40262" bIns="40262" rtlCol="0" anchor="ctr"/>
              <a:lstStyle/>
              <a:p>
                <a:pPr algn="ctr">
                  <a:lnSpc>
                    <a:spcPts val="2399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58215" y="59232"/>
              <a:ext cx="7900079" cy="1304063"/>
              <a:chOff x="0" y="0"/>
              <a:chExt cx="2432643" cy="40155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432643" cy="401555"/>
              </a:xfrm>
              <a:custGeom>
                <a:avLst/>
                <a:gdLst/>
                <a:ahLst/>
                <a:cxnLst/>
                <a:rect l="l" t="t" r="r" b="b"/>
                <a:pathLst>
                  <a:path w="2432643" h="401555">
                    <a:moveTo>
                      <a:pt x="0" y="0"/>
                    </a:moveTo>
                    <a:lnTo>
                      <a:pt x="2432643" y="0"/>
                    </a:lnTo>
                    <a:lnTo>
                      <a:pt x="2432643" y="401555"/>
                    </a:lnTo>
                    <a:lnTo>
                      <a:pt x="0" y="401555"/>
                    </a:lnTo>
                    <a:close/>
                  </a:path>
                </a:pathLst>
              </a:custGeom>
              <a:ln w="9525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0"/>
                <a:ext cx="2432643" cy="401555"/>
              </a:xfrm>
              <a:prstGeom prst="rect">
                <a:avLst/>
              </a:prstGeom>
            </p:spPr>
            <p:txBody>
              <a:bodyPr lIns="40262" tIns="40262" rIns="40262" bIns="40262" rtlCol="0" anchor="ctr"/>
              <a:lstStyle/>
              <a:p>
                <a:pPr algn="ctr">
                  <a:lnSpc>
                    <a:spcPts val="239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565887" y="489773"/>
              <a:ext cx="4884736" cy="433456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549"/>
                </a:lnSpc>
              </a:pPr>
              <a:r>
                <a:rPr lang="en-US" sz="2124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「보드게임: 해적통 게임」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10295" y="2248027"/>
              <a:ext cx="7995920" cy="4359648"/>
            </a:xfrm>
            <a:custGeom>
              <a:avLst/>
              <a:gdLst/>
              <a:ahLst/>
              <a:cxnLst/>
              <a:rect l="l" t="t" r="r" b="b"/>
              <a:pathLst>
                <a:path w="7995920" h="4359648">
                  <a:moveTo>
                    <a:pt x="0" y="0"/>
                  </a:moveTo>
                  <a:lnTo>
                    <a:pt x="7995920" y="0"/>
                  </a:lnTo>
                  <a:lnTo>
                    <a:pt x="7995920" y="4359648"/>
                  </a:lnTo>
                  <a:lnTo>
                    <a:pt x="0" y="4359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7748" r="-12230" b="-8035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6750030"/>
              <a:ext cx="8016509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99999"/>
                  </a:solidFill>
                  <a:latin typeface="Arimo"/>
                  <a:ea typeface="맑은 고딕"/>
                  <a:cs typeface="Arimo"/>
                  <a:sym typeface="Arimo"/>
                </a:rPr>
                <a:t>본 콘텐츠는 업데이트 예정인 콘텐츠로 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99999"/>
                  </a:solidFill>
                  <a:latin typeface="Arimo"/>
                  <a:ea typeface="맑은 고딕"/>
                  <a:cs typeface="Arimo"/>
                  <a:sym typeface="Arimo"/>
                </a:rPr>
                <a:t>“[마비노기 모바일] BIG CAMPFIRE 쇼케이스“를 참고하였다.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734450" y="433849"/>
            <a:ext cx="1998486" cy="629633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기획 배경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10924" y="1175147"/>
            <a:ext cx="14866151" cy="571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FFFFFF"/>
                </a:solidFill>
                <a:latin typeface="Arimo Bold"/>
                <a:ea typeface="맑은 고딕"/>
                <a:cs typeface="Arimo Bold"/>
                <a:sym typeface="Arimo Bold"/>
              </a:rPr>
              <a:t>마비노기 모바일의 보드게임 콘텐츠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Freeform 4"/>
          <p:cNvSpPr/>
          <p:nvPr/>
        </p:nvSpPr>
        <p:spPr>
          <a:xfrm>
            <a:off x="2500139" y="4375205"/>
            <a:ext cx="5977038" cy="3264664"/>
          </a:xfrm>
          <a:custGeom>
            <a:avLst/>
            <a:gdLst/>
            <a:ahLst/>
            <a:cxnLst/>
            <a:rect l="l" t="t" r="r" b="b"/>
            <a:pathLst>
              <a:path w="5977038" h="3264664">
                <a:moveTo>
                  <a:pt x="0" y="0"/>
                </a:moveTo>
                <a:lnTo>
                  <a:pt x="5977038" y="0"/>
                </a:lnTo>
                <a:lnTo>
                  <a:pt x="5977038" y="3264664"/>
                </a:lnTo>
                <a:lnTo>
                  <a:pt x="0" y="32646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218" b="-765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8765655" y="4375205"/>
            <a:ext cx="6089844" cy="3264664"/>
          </a:xfrm>
          <a:custGeom>
            <a:avLst/>
            <a:gdLst/>
            <a:ahLst/>
            <a:cxnLst/>
            <a:rect l="l" t="t" r="r" b="b"/>
            <a:pathLst>
              <a:path w="6089844" h="3264664">
                <a:moveTo>
                  <a:pt x="0" y="0"/>
                </a:moveTo>
                <a:lnTo>
                  <a:pt x="6089843" y="0"/>
                </a:lnTo>
                <a:lnTo>
                  <a:pt x="6089843" y="3264664"/>
                </a:lnTo>
                <a:lnTo>
                  <a:pt x="0" y="32646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4927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1734450" y="433849"/>
            <a:ext cx="1998486" cy="629633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기획 배경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34450" y="1181734"/>
            <a:ext cx="14866151" cy="571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FFFFFF"/>
                </a:solidFill>
                <a:latin typeface="Arimo Bold"/>
                <a:ea typeface="맑은 고딕"/>
                <a:cs typeface="Arimo Bold"/>
                <a:sym typeface="Arimo Bold"/>
              </a:rPr>
              <a:t>마비노기 모바일의 퍼즐 콘텐츠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412480" y="2666436"/>
            <a:ext cx="6012382" cy="1066895"/>
            <a:chOff x="0" y="0"/>
            <a:chExt cx="8016509" cy="1422527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8016509" cy="1422527"/>
              <a:chOff x="0" y="0"/>
              <a:chExt cx="2468494" cy="43803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468494" cy="438034"/>
              </a:xfrm>
              <a:custGeom>
                <a:avLst/>
                <a:gdLst/>
                <a:ahLst/>
                <a:cxnLst/>
                <a:rect l="l" t="t" r="r" b="b"/>
                <a:pathLst>
                  <a:path w="2468494" h="438034">
                    <a:moveTo>
                      <a:pt x="0" y="0"/>
                    </a:moveTo>
                    <a:lnTo>
                      <a:pt x="2468494" y="0"/>
                    </a:lnTo>
                    <a:lnTo>
                      <a:pt x="2468494" y="438034"/>
                    </a:lnTo>
                    <a:lnTo>
                      <a:pt x="0" y="438034"/>
                    </a:lnTo>
                    <a:close/>
                  </a:path>
                </a:pathLst>
              </a:custGeom>
              <a:solidFill>
                <a:srgbClr val="333333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0"/>
                <a:ext cx="2468494" cy="438034"/>
              </a:xfrm>
              <a:prstGeom prst="rect">
                <a:avLst/>
              </a:prstGeom>
            </p:spPr>
            <p:txBody>
              <a:bodyPr lIns="40262" tIns="40262" rIns="40262" bIns="40262" rtlCol="0" anchor="ctr"/>
              <a:lstStyle/>
              <a:p>
                <a:pPr algn="ctr">
                  <a:lnSpc>
                    <a:spcPts val="239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58215" y="59232"/>
              <a:ext cx="7900079" cy="1304063"/>
              <a:chOff x="0" y="0"/>
              <a:chExt cx="2432643" cy="40155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432643" cy="401555"/>
              </a:xfrm>
              <a:custGeom>
                <a:avLst/>
                <a:gdLst/>
                <a:ahLst/>
                <a:cxnLst/>
                <a:rect l="l" t="t" r="r" b="b"/>
                <a:pathLst>
                  <a:path w="2432643" h="401555">
                    <a:moveTo>
                      <a:pt x="0" y="0"/>
                    </a:moveTo>
                    <a:lnTo>
                      <a:pt x="2432643" y="0"/>
                    </a:lnTo>
                    <a:lnTo>
                      <a:pt x="2432643" y="401555"/>
                    </a:lnTo>
                    <a:lnTo>
                      <a:pt x="0" y="401555"/>
                    </a:lnTo>
                    <a:close/>
                  </a:path>
                </a:pathLst>
              </a:custGeom>
              <a:ln w="9525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0"/>
                <a:ext cx="2432643" cy="401555"/>
              </a:xfrm>
              <a:prstGeom prst="rect">
                <a:avLst/>
              </a:prstGeom>
            </p:spPr>
            <p:txBody>
              <a:bodyPr lIns="40262" tIns="40262" rIns="40262" bIns="40262" rtlCol="0" anchor="ctr"/>
              <a:lstStyle/>
              <a:p>
                <a:pPr algn="ctr">
                  <a:lnSpc>
                    <a:spcPts val="239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2104705" y="277808"/>
              <a:ext cx="3807100" cy="857386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549"/>
                </a:lnSpc>
              </a:pPr>
              <a:r>
                <a:rPr lang="en-US" sz="2124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퍼즐 콘텐츠 </a:t>
              </a:r>
            </a:p>
            <a:p>
              <a:pPr algn="ctr">
                <a:lnSpc>
                  <a:spcPts val="2549"/>
                </a:lnSpc>
              </a:pPr>
              <a:r>
                <a:rPr lang="en-US" sz="2124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「길을 여는 자」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5171"/>
          </a:xfrm>
          <a:custGeom>
            <a:avLst/>
            <a:gdLst/>
            <a:ahLst/>
            <a:cxnLst/>
            <a:rect l="l" t="t" r="r" b="b"/>
            <a:pathLst>
              <a:path w="18288000" h="10285171">
                <a:moveTo>
                  <a:pt x="0" y="0"/>
                </a:moveTo>
                <a:lnTo>
                  <a:pt x="18288000" y="0"/>
                </a:lnTo>
                <a:lnTo>
                  <a:pt x="18288000" y="10285171"/>
                </a:lnTo>
                <a:lnTo>
                  <a:pt x="0" y="102851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1026280" y="1986772"/>
            <a:ext cx="16235440" cy="8095392"/>
            <a:chOff x="0" y="0"/>
            <a:chExt cx="21647253" cy="10793856"/>
          </a:xfrm>
        </p:grpSpPr>
        <p:grpSp>
          <p:nvGrpSpPr>
            <p:cNvPr id="4" name="Group 4"/>
            <p:cNvGrpSpPr>
              <a:grpSpLocks noChangeAspect="1"/>
            </p:cNvGrpSpPr>
            <p:nvPr/>
          </p:nvGrpSpPr>
          <p:grpSpPr>
            <a:xfrm>
              <a:off x="7868095" y="0"/>
              <a:ext cx="7593593" cy="3733063"/>
              <a:chOff x="0" y="0"/>
              <a:chExt cx="7944958" cy="3905796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7944993" cy="3905758"/>
              </a:xfrm>
              <a:custGeom>
                <a:avLst/>
                <a:gdLst/>
                <a:ahLst/>
                <a:cxnLst/>
                <a:rect l="l" t="t" r="r" b="b"/>
                <a:pathLst>
                  <a:path w="7944993" h="3905758">
                    <a:moveTo>
                      <a:pt x="0" y="0"/>
                    </a:moveTo>
                    <a:lnTo>
                      <a:pt x="7944993" y="0"/>
                    </a:lnTo>
                    <a:lnTo>
                      <a:pt x="7944993" y="3905758"/>
                    </a:lnTo>
                    <a:lnTo>
                      <a:pt x="0" y="390575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6" name="Group 6"/>
            <p:cNvGrpSpPr>
              <a:grpSpLocks noChangeAspect="1"/>
            </p:cNvGrpSpPr>
            <p:nvPr/>
          </p:nvGrpSpPr>
          <p:grpSpPr>
            <a:xfrm>
              <a:off x="0" y="1153612"/>
              <a:ext cx="7141265" cy="9396401"/>
              <a:chOff x="0" y="0"/>
              <a:chExt cx="8324850" cy="109537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324850" cy="10953750"/>
              </a:xfrm>
              <a:custGeom>
                <a:avLst/>
                <a:gdLst/>
                <a:ahLst/>
                <a:cxnLst/>
                <a:rect l="l" t="t" r="r" b="b"/>
                <a:pathLst>
                  <a:path w="8324850" h="10953750">
                    <a:moveTo>
                      <a:pt x="0" y="0"/>
                    </a:moveTo>
                    <a:lnTo>
                      <a:pt x="8324850" y="0"/>
                    </a:lnTo>
                    <a:lnTo>
                      <a:pt x="8324850" y="10953750"/>
                    </a:lnTo>
                    <a:lnTo>
                      <a:pt x="0" y="109537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96091" y="2760548"/>
              <a:ext cx="6562506" cy="5730761"/>
              <a:chOff x="0" y="0"/>
              <a:chExt cx="888908" cy="77624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88908" cy="776246"/>
              </a:xfrm>
              <a:custGeom>
                <a:avLst/>
                <a:gdLst/>
                <a:ahLst/>
                <a:cxnLst/>
                <a:rect l="l" t="t" r="r" b="b"/>
                <a:pathLst>
                  <a:path w="888908" h="776246">
                    <a:moveTo>
                      <a:pt x="0" y="0"/>
                    </a:moveTo>
                    <a:lnTo>
                      <a:pt x="888908" y="0"/>
                    </a:lnTo>
                    <a:lnTo>
                      <a:pt x="888908" y="776246"/>
                    </a:lnTo>
                    <a:lnTo>
                      <a:pt x="0" y="776246"/>
                    </a:lnTo>
                    <a:close/>
                  </a:path>
                </a:pathLst>
              </a:custGeom>
              <a:blipFill>
                <a:blip r:embed="rId6"/>
                <a:stretch>
                  <a:fillRect t="-14591" b="-57286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0" name="Freeform 10"/>
            <p:cNvSpPr/>
            <p:nvPr/>
          </p:nvSpPr>
          <p:spPr>
            <a:xfrm>
              <a:off x="14209765" y="2619596"/>
              <a:ext cx="7437487" cy="7333908"/>
            </a:xfrm>
            <a:custGeom>
              <a:avLst/>
              <a:gdLst/>
              <a:ahLst/>
              <a:cxnLst/>
              <a:rect l="l" t="t" r="r" b="b"/>
              <a:pathLst>
                <a:path w="7437487" h="7333908">
                  <a:moveTo>
                    <a:pt x="0" y="0"/>
                  </a:moveTo>
                  <a:lnTo>
                    <a:pt x="7437488" y="0"/>
                  </a:lnTo>
                  <a:lnTo>
                    <a:pt x="7437488" y="7333908"/>
                  </a:lnTo>
                  <a:lnTo>
                    <a:pt x="0" y="7333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4170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1" name="Freeform 11"/>
            <p:cNvSpPr/>
            <p:nvPr/>
          </p:nvSpPr>
          <p:spPr>
            <a:xfrm>
              <a:off x="7552963" y="3005873"/>
              <a:ext cx="5985209" cy="7787983"/>
            </a:xfrm>
            <a:custGeom>
              <a:avLst/>
              <a:gdLst/>
              <a:ahLst/>
              <a:cxnLst/>
              <a:rect l="l" t="t" r="r" b="b"/>
              <a:pathLst>
                <a:path w="5985209" h="7787983">
                  <a:moveTo>
                    <a:pt x="0" y="0"/>
                  </a:moveTo>
                  <a:lnTo>
                    <a:pt x="5985209" y="0"/>
                  </a:lnTo>
                  <a:lnTo>
                    <a:pt x="5985209" y="7787983"/>
                  </a:lnTo>
                  <a:lnTo>
                    <a:pt x="0" y="77879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7654563" y="4349263"/>
              <a:ext cx="5769213" cy="5038011"/>
              <a:chOff x="0" y="0"/>
              <a:chExt cx="888908" cy="77624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88908" cy="776246"/>
              </a:xfrm>
              <a:custGeom>
                <a:avLst/>
                <a:gdLst/>
                <a:ahLst/>
                <a:cxnLst/>
                <a:rect l="l" t="t" r="r" b="b"/>
                <a:pathLst>
                  <a:path w="888908" h="776246">
                    <a:moveTo>
                      <a:pt x="0" y="0"/>
                    </a:moveTo>
                    <a:lnTo>
                      <a:pt x="888908" y="0"/>
                    </a:lnTo>
                    <a:lnTo>
                      <a:pt x="888908" y="776246"/>
                    </a:lnTo>
                    <a:lnTo>
                      <a:pt x="0" y="776246"/>
                    </a:lnTo>
                    <a:close/>
                  </a:path>
                </a:pathLst>
              </a:custGeom>
              <a:blipFill>
                <a:blip r:embed="rId6"/>
                <a:stretch>
                  <a:fillRect t="-14591" b="-57286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14537301" y="645102"/>
              <a:ext cx="7109952" cy="1017020"/>
            </a:xfrm>
            <a:custGeom>
              <a:avLst/>
              <a:gdLst/>
              <a:ahLst/>
              <a:cxnLst/>
              <a:rect l="l" t="t" r="r" b="b"/>
              <a:pathLst>
                <a:path w="7109952" h="1017020">
                  <a:moveTo>
                    <a:pt x="0" y="0"/>
                  </a:moveTo>
                  <a:lnTo>
                    <a:pt x="7109952" y="0"/>
                  </a:lnTo>
                  <a:lnTo>
                    <a:pt x="7109952" y="1017020"/>
                  </a:lnTo>
                  <a:lnTo>
                    <a:pt x="0" y="10170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b="-872286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734450" y="433849"/>
            <a:ext cx="5872143" cy="571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FFFFFF"/>
                </a:solidFill>
                <a:latin typeface="Arimo Bold"/>
                <a:ea typeface="맑은 고딕"/>
                <a:cs typeface="Arimo Bold"/>
                <a:sym typeface="Arimo Bold"/>
              </a:rPr>
              <a:t>기획 배경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34450" y="1119823"/>
            <a:ext cx="14866151" cy="571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FFFFFF"/>
                </a:solidFill>
                <a:latin typeface="Arimo Bold"/>
                <a:ea typeface="맑은 고딕"/>
                <a:cs typeface="Arimo Bold"/>
                <a:sym typeface="Arimo Bold"/>
              </a:rPr>
              <a:t>「다그다의 무덤」콘텐츠 반응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518090" y="2313428"/>
            <a:ext cx="6271976" cy="3221246"/>
            <a:chOff x="0" y="0"/>
            <a:chExt cx="8362634" cy="4294994"/>
          </a:xfrm>
        </p:grpSpPr>
        <p:sp>
          <p:nvSpPr>
            <p:cNvPr id="5" name="Freeform 5" descr="텍스트, 스크린샷, 시계이(가) 표시된 사진  AI 생성 콘텐츠는 정확하지 않을 수 있습니다."/>
            <p:cNvSpPr/>
            <p:nvPr/>
          </p:nvSpPr>
          <p:spPr>
            <a:xfrm>
              <a:off x="0" y="0"/>
              <a:ext cx="8362696" cy="4295013"/>
            </a:xfrm>
            <a:custGeom>
              <a:avLst/>
              <a:gdLst/>
              <a:ahLst/>
              <a:cxnLst/>
              <a:rect l="l" t="t" r="r" b="b"/>
              <a:pathLst>
                <a:path w="8362696" h="4295013">
                  <a:moveTo>
                    <a:pt x="0" y="0"/>
                  </a:moveTo>
                  <a:lnTo>
                    <a:pt x="8362696" y="0"/>
                  </a:lnTo>
                  <a:lnTo>
                    <a:pt x="8362696" y="4295013"/>
                  </a:lnTo>
                  <a:lnTo>
                    <a:pt x="0" y="4295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70" b="-269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511122" y="5714874"/>
            <a:ext cx="6735141" cy="4167313"/>
            <a:chOff x="0" y="0"/>
            <a:chExt cx="8980188" cy="55564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980170" cy="5556377"/>
            </a:xfrm>
            <a:custGeom>
              <a:avLst/>
              <a:gdLst/>
              <a:ahLst/>
              <a:cxnLst/>
              <a:rect l="l" t="t" r="r" b="b"/>
              <a:pathLst>
                <a:path w="8980170" h="5556377">
                  <a:moveTo>
                    <a:pt x="0" y="0"/>
                  </a:moveTo>
                  <a:lnTo>
                    <a:pt x="8980170" y="0"/>
                  </a:lnTo>
                  <a:lnTo>
                    <a:pt x="8980170" y="5556377"/>
                  </a:lnTo>
                  <a:lnTo>
                    <a:pt x="0" y="5556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526" b="-2526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8548989" y="2308246"/>
            <a:ext cx="7093112" cy="3413446"/>
            <a:chOff x="0" y="0"/>
            <a:chExt cx="9457482" cy="455126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457436" cy="4551299"/>
            </a:xfrm>
            <a:custGeom>
              <a:avLst/>
              <a:gdLst/>
              <a:ahLst/>
              <a:cxnLst/>
              <a:rect l="l" t="t" r="r" b="b"/>
              <a:pathLst>
                <a:path w="9457436" h="4551299">
                  <a:moveTo>
                    <a:pt x="0" y="0"/>
                  </a:moveTo>
                  <a:lnTo>
                    <a:pt x="9457436" y="0"/>
                  </a:lnTo>
                  <a:lnTo>
                    <a:pt x="9457436" y="4551299"/>
                  </a:lnTo>
                  <a:lnTo>
                    <a:pt x="0" y="4551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60" b="-260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8548628" y="6356582"/>
            <a:ext cx="8453859" cy="3520331"/>
            <a:chOff x="0" y="0"/>
            <a:chExt cx="11271812" cy="4693774"/>
          </a:xfrm>
        </p:grpSpPr>
        <p:sp>
          <p:nvSpPr>
            <p:cNvPr id="11" name="Freeform 11" descr="텍스트, 스크린샷이(가) 표시된 사진  AI 생성 콘텐츠는 정확하지 않을 수 있습니다."/>
            <p:cNvSpPr/>
            <p:nvPr/>
          </p:nvSpPr>
          <p:spPr>
            <a:xfrm>
              <a:off x="0" y="0"/>
              <a:ext cx="11271758" cy="4693793"/>
            </a:xfrm>
            <a:custGeom>
              <a:avLst/>
              <a:gdLst/>
              <a:ahLst/>
              <a:cxnLst/>
              <a:rect l="l" t="t" r="r" b="b"/>
              <a:pathLst>
                <a:path w="11271758" h="4693793">
                  <a:moveTo>
                    <a:pt x="0" y="0"/>
                  </a:moveTo>
                  <a:lnTo>
                    <a:pt x="11271758" y="0"/>
                  </a:lnTo>
                  <a:lnTo>
                    <a:pt x="11271758" y="4693793"/>
                  </a:lnTo>
                  <a:lnTo>
                    <a:pt x="0" y="4693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68" r="-1969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734450" y="433849"/>
            <a:ext cx="1998486" cy="629633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기획 배경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95592" y="1642859"/>
            <a:ext cx="10891958" cy="571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퍼즐, 내러티브 어드벤처 게임 (스팀)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734450" y="433849"/>
            <a:ext cx="1998486" cy="629633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기획 배경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95592" y="1642859"/>
            <a:ext cx="7160243" cy="571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퍼즐, 내러티브 어드벤처 게임 (스팀)</a:t>
            </a:r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518090" y="2313428"/>
            <a:ext cx="6271976" cy="3221246"/>
            <a:chOff x="0" y="0"/>
            <a:chExt cx="8362634" cy="4294994"/>
          </a:xfrm>
        </p:grpSpPr>
        <p:sp>
          <p:nvSpPr>
            <p:cNvPr id="7" name="Freeform 7" descr="텍스트, 스크린샷, 시계이(가) 표시된 사진  AI 생성 콘텐츠는 정확하지 않을 수 있습니다."/>
            <p:cNvSpPr/>
            <p:nvPr/>
          </p:nvSpPr>
          <p:spPr>
            <a:xfrm>
              <a:off x="0" y="0"/>
              <a:ext cx="8362696" cy="4295013"/>
            </a:xfrm>
            <a:custGeom>
              <a:avLst/>
              <a:gdLst/>
              <a:ahLst/>
              <a:cxnLst/>
              <a:rect l="l" t="t" r="r" b="b"/>
              <a:pathLst>
                <a:path w="8362696" h="4295013">
                  <a:moveTo>
                    <a:pt x="0" y="0"/>
                  </a:moveTo>
                  <a:lnTo>
                    <a:pt x="8362696" y="0"/>
                  </a:lnTo>
                  <a:lnTo>
                    <a:pt x="8362696" y="4295013"/>
                  </a:lnTo>
                  <a:lnTo>
                    <a:pt x="0" y="4295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70" b="-269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511122" y="5714874"/>
            <a:ext cx="6735141" cy="4167313"/>
            <a:chOff x="0" y="0"/>
            <a:chExt cx="8980188" cy="5556418"/>
          </a:xfrm>
        </p:grpSpPr>
        <p:sp>
          <p:nvSpPr>
            <p:cNvPr id="9" name="Freeform 9" descr="텍스트, 스크린샷, 만화 영화, 실내이(가) 표시된 사진  AI 생성 콘텐츠는 정확하지 않을 수 있습니다."/>
            <p:cNvSpPr/>
            <p:nvPr/>
          </p:nvSpPr>
          <p:spPr>
            <a:xfrm>
              <a:off x="0" y="0"/>
              <a:ext cx="8980170" cy="5556377"/>
            </a:xfrm>
            <a:custGeom>
              <a:avLst/>
              <a:gdLst/>
              <a:ahLst/>
              <a:cxnLst/>
              <a:rect l="l" t="t" r="r" b="b"/>
              <a:pathLst>
                <a:path w="8980170" h="5556377">
                  <a:moveTo>
                    <a:pt x="0" y="0"/>
                  </a:moveTo>
                  <a:lnTo>
                    <a:pt x="8980170" y="0"/>
                  </a:lnTo>
                  <a:lnTo>
                    <a:pt x="8980170" y="5556377"/>
                  </a:lnTo>
                  <a:lnTo>
                    <a:pt x="0" y="5556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107" b="-210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8548989" y="2308246"/>
            <a:ext cx="7093112" cy="3413446"/>
            <a:chOff x="0" y="0"/>
            <a:chExt cx="9457482" cy="4551262"/>
          </a:xfrm>
        </p:grpSpPr>
        <p:sp>
          <p:nvSpPr>
            <p:cNvPr id="11" name="Freeform 11" descr="텍스트, 스크린샷, 멀티미디어 소프트웨어, 소프트웨어이(가) 표시된 사진  AI 생성 콘텐츠는 정확하지 않을 수 있습니다."/>
            <p:cNvSpPr/>
            <p:nvPr/>
          </p:nvSpPr>
          <p:spPr>
            <a:xfrm>
              <a:off x="0" y="0"/>
              <a:ext cx="9457436" cy="4551299"/>
            </a:xfrm>
            <a:custGeom>
              <a:avLst/>
              <a:gdLst/>
              <a:ahLst/>
              <a:cxnLst/>
              <a:rect l="l" t="t" r="r" b="b"/>
              <a:pathLst>
                <a:path w="9457436" h="4551299">
                  <a:moveTo>
                    <a:pt x="0" y="0"/>
                  </a:moveTo>
                  <a:lnTo>
                    <a:pt x="9457436" y="0"/>
                  </a:lnTo>
                  <a:lnTo>
                    <a:pt x="9457436" y="4551299"/>
                  </a:lnTo>
                  <a:lnTo>
                    <a:pt x="0" y="4551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718" b="-3717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8548628" y="6356582"/>
            <a:ext cx="8453859" cy="3520331"/>
            <a:chOff x="0" y="0"/>
            <a:chExt cx="11271812" cy="4693774"/>
          </a:xfrm>
        </p:grpSpPr>
        <p:sp>
          <p:nvSpPr>
            <p:cNvPr id="13" name="Freeform 13" descr="텍스트, 스크린샷이(가) 표시된 사진  AI 생성 콘텐츠는 정확하지 않을 수 있습니다."/>
            <p:cNvSpPr/>
            <p:nvPr/>
          </p:nvSpPr>
          <p:spPr>
            <a:xfrm>
              <a:off x="0" y="0"/>
              <a:ext cx="11271758" cy="4693793"/>
            </a:xfrm>
            <a:custGeom>
              <a:avLst/>
              <a:gdLst/>
              <a:ahLst/>
              <a:cxnLst/>
              <a:rect l="l" t="t" r="r" b="b"/>
              <a:pathLst>
                <a:path w="11271758" h="4693793">
                  <a:moveTo>
                    <a:pt x="0" y="0"/>
                  </a:moveTo>
                  <a:lnTo>
                    <a:pt x="11271758" y="0"/>
                  </a:lnTo>
                  <a:lnTo>
                    <a:pt x="11271758" y="4693793"/>
                  </a:lnTo>
                  <a:lnTo>
                    <a:pt x="0" y="4693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68" r="-1969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8202F">
                <a:alpha val="9098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4816593" cy="27283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9692658" y="5256273"/>
            <a:ext cx="6494462" cy="3325988"/>
            <a:chOff x="0" y="0"/>
            <a:chExt cx="8659282" cy="4434650"/>
          </a:xfrm>
        </p:grpSpPr>
        <p:sp>
          <p:nvSpPr>
            <p:cNvPr id="18" name="Freeform 18" descr="텍스트, 스크린샷, 폰트이(가) 표시된 사진  AI 생성 콘텐츠는 정확하지 않을 수 있습니다."/>
            <p:cNvSpPr/>
            <p:nvPr/>
          </p:nvSpPr>
          <p:spPr>
            <a:xfrm>
              <a:off x="0" y="0"/>
              <a:ext cx="8659241" cy="4434713"/>
            </a:xfrm>
            <a:custGeom>
              <a:avLst/>
              <a:gdLst/>
              <a:ahLst/>
              <a:cxnLst/>
              <a:rect l="l" t="t" r="r" b="b"/>
              <a:pathLst>
                <a:path w="8659241" h="4434713">
                  <a:moveTo>
                    <a:pt x="0" y="0"/>
                  </a:moveTo>
                  <a:lnTo>
                    <a:pt x="8659241" y="0"/>
                  </a:lnTo>
                  <a:lnTo>
                    <a:pt x="8659241" y="4434713"/>
                  </a:lnTo>
                  <a:lnTo>
                    <a:pt x="0" y="4434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330" b="-329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9697596" y="3002456"/>
            <a:ext cx="5186362" cy="1200150"/>
            <a:chOff x="0" y="0"/>
            <a:chExt cx="6915150" cy="1600200"/>
          </a:xfrm>
        </p:grpSpPr>
        <p:sp>
          <p:nvSpPr>
            <p:cNvPr id="20" name="Freeform 20" descr="텍스트, 폰트, 시계, 스크린샷이(가) 표시된 사진  AI 생성 콘텐츠는 정확하지 않을 수 있습니다."/>
            <p:cNvSpPr/>
            <p:nvPr/>
          </p:nvSpPr>
          <p:spPr>
            <a:xfrm>
              <a:off x="0" y="0"/>
              <a:ext cx="6915150" cy="1600200"/>
            </a:xfrm>
            <a:custGeom>
              <a:avLst/>
              <a:gdLst/>
              <a:ahLst/>
              <a:cxnLst/>
              <a:rect l="l" t="t" r="r" b="b"/>
              <a:pathLst>
                <a:path w="6915150" h="1600200">
                  <a:moveTo>
                    <a:pt x="0" y="0"/>
                  </a:moveTo>
                  <a:lnTo>
                    <a:pt x="6915150" y="0"/>
                  </a:lnTo>
                  <a:lnTo>
                    <a:pt x="6915150" y="1600200"/>
                  </a:lnTo>
                  <a:lnTo>
                    <a:pt x="0" y="160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1626372" y="3003886"/>
            <a:ext cx="7129462" cy="1214438"/>
            <a:chOff x="0" y="0"/>
            <a:chExt cx="9505950" cy="1619250"/>
          </a:xfrm>
        </p:grpSpPr>
        <p:sp>
          <p:nvSpPr>
            <p:cNvPr id="22" name="Freeform 22" descr="텍스트, 폰트, 스크린샷, 시계이(가) 표시된 사진  AI 생성 콘텐츠는 정확하지 않을 수 있습니다."/>
            <p:cNvSpPr/>
            <p:nvPr/>
          </p:nvSpPr>
          <p:spPr>
            <a:xfrm>
              <a:off x="0" y="0"/>
              <a:ext cx="9505950" cy="1619250"/>
            </a:xfrm>
            <a:custGeom>
              <a:avLst/>
              <a:gdLst/>
              <a:ahLst/>
              <a:cxnLst/>
              <a:rect l="l" t="t" r="r" b="b"/>
              <a:pathLst>
                <a:path w="9505950" h="1619250">
                  <a:moveTo>
                    <a:pt x="0" y="0"/>
                  </a:moveTo>
                  <a:lnTo>
                    <a:pt x="9505950" y="0"/>
                  </a:lnTo>
                  <a:lnTo>
                    <a:pt x="9505950" y="1619250"/>
                  </a:lnTo>
                  <a:lnTo>
                    <a:pt x="0" y="1619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1626283" y="5261886"/>
            <a:ext cx="7722304" cy="2265186"/>
            <a:chOff x="0" y="0"/>
            <a:chExt cx="10296406" cy="3020248"/>
          </a:xfrm>
        </p:grpSpPr>
        <p:sp>
          <p:nvSpPr>
            <p:cNvPr id="24" name="Freeform 24" descr="텍스트, 스크린샷, 폰트이(가) 표시된 사진  AI 생성 콘텐츠는 정확하지 않을 수 있습니다."/>
            <p:cNvSpPr/>
            <p:nvPr/>
          </p:nvSpPr>
          <p:spPr>
            <a:xfrm>
              <a:off x="0" y="0"/>
              <a:ext cx="10296398" cy="3020187"/>
            </a:xfrm>
            <a:custGeom>
              <a:avLst/>
              <a:gdLst/>
              <a:ahLst/>
              <a:cxnLst/>
              <a:rect l="l" t="t" r="r" b="b"/>
              <a:pathLst>
                <a:path w="10296398" h="3020187">
                  <a:moveTo>
                    <a:pt x="0" y="0"/>
                  </a:moveTo>
                  <a:lnTo>
                    <a:pt x="10296398" y="0"/>
                  </a:lnTo>
                  <a:lnTo>
                    <a:pt x="10296398" y="3020187"/>
                  </a:lnTo>
                  <a:lnTo>
                    <a:pt x="0" y="3020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491" r="-491" b="-2"/>
              </a:stretch>
            </a:blipFill>
          </p:spPr>
          <p:txBody>
            <a:bodyPr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734450" y="433849"/>
            <a:ext cx="1998486" cy="629633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기획 배경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95757" y="2177661"/>
            <a:ext cx="6930974" cy="571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퍼즐,기믹 게임 (모바일)</a:t>
            </a:r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500008" y="3131855"/>
            <a:ext cx="7026558" cy="2793480"/>
            <a:chOff x="0" y="0"/>
            <a:chExt cx="9368744" cy="3724640"/>
          </a:xfrm>
        </p:grpSpPr>
        <p:sp>
          <p:nvSpPr>
            <p:cNvPr id="7" name="Freeform 7" descr="텍스트, 스크린샷, 문, 자물쇠이(가) 표시된 사진  AI 생성 콘텐츠는 정확하지 않을 수 있습니다."/>
            <p:cNvSpPr/>
            <p:nvPr/>
          </p:nvSpPr>
          <p:spPr>
            <a:xfrm>
              <a:off x="0" y="0"/>
              <a:ext cx="9368790" cy="3724656"/>
            </a:xfrm>
            <a:custGeom>
              <a:avLst/>
              <a:gdLst/>
              <a:ahLst/>
              <a:cxnLst/>
              <a:rect l="l" t="t" r="r" b="b"/>
              <a:pathLst>
                <a:path w="9368790" h="3724656">
                  <a:moveTo>
                    <a:pt x="0" y="0"/>
                  </a:moveTo>
                  <a:lnTo>
                    <a:pt x="9368790" y="0"/>
                  </a:lnTo>
                  <a:lnTo>
                    <a:pt x="9368790" y="3724656"/>
                  </a:lnTo>
                  <a:lnTo>
                    <a:pt x="0" y="3724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498" r="-1497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495756" y="5935006"/>
            <a:ext cx="7020591" cy="2844300"/>
            <a:chOff x="0" y="0"/>
            <a:chExt cx="9360788" cy="3792400"/>
          </a:xfrm>
        </p:grpSpPr>
        <p:sp>
          <p:nvSpPr>
            <p:cNvPr id="9" name="Freeform 9" descr="텍스트, 스크린샷, 가구, 실내이(가) 표시된 사진  AI 생성 콘텐츠는 정확하지 않을 수 있습니다."/>
            <p:cNvSpPr/>
            <p:nvPr/>
          </p:nvSpPr>
          <p:spPr>
            <a:xfrm>
              <a:off x="0" y="0"/>
              <a:ext cx="9360789" cy="3792347"/>
            </a:xfrm>
            <a:custGeom>
              <a:avLst/>
              <a:gdLst/>
              <a:ahLst/>
              <a:cxnLst/>
              <a:rect l="l" t="t" r="r" b="b"/>
              <a:pathLst>
                <a:path w="9360789" h="3792347">
                  <a:moveTo>
                    <a:pt x="0" y="0"/>
                  </a:moveTo>
                  <a:lnTo>
                    <a:pt x="9360789" y="0"/>
                  </a:lnTo>
                  <a:lnTo>
                    <a:pt x="9360789" y="3792347"/>
                  </a:lnTo>
                  <a:lnTo>
                    <a:pt x="0" y="3792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07" b="-209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8949129" y="3129867"/>
            <a:ext cx="7291148" cy="2797458"/>
            <a:chOff x="0" y="0"/>
            <a:chExt cx="9721530" cy="3729944"/>
          </a:xfrm>
        </p:grpSpPr>
        <p:sp>
          <p:nvSpPr>
            <p:cNvPr id="11" name="Freeform 11" descr="텍스트, 스크린샷이(가) 표시된 사진  AI 생성 콘텐츠는 정확하지 않을 수 있습니다."/>
            <p:cNvSpPr/>
            <p:nvPr/>
          </p:nvSpPr>
          <p:spPr>
            <a:xfrm>
              <a:off x="0" y="0"/>
              <a:ext cx="9721469" cy="3729990"/>
            </a:xfrm>
            <a:custGeom>
              <a:avLst/>
              <a:gdLst/>
              <a:ahLst/>
              <a:cxnLst/>
              <a:rect l="l" t="t" r="r" b="b"/>
              <a:pathLst>
                <a:path w="9721469" h="3729990">
                  <a:moveTo>
                    <a:pt x="0" y="0"/>
                  </a:moveTo>
                  <a:lnTo>
                    <a:pt x="9721469" y="0"/>
                  </a:lnTo>
                  <a:lnTo>
                    <a:pt x="9721469" y="3729990"/>
                  </a:lnTo>
                  <a:lnTo>
                    <a:pt x="0" y="3729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358" b="-2357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8945784" y="5939259"/>
            <a:ext cx="7268904" cy="2835801"/>
            <a:chOff x="0" y="0"/>
            <a:chExt cx="9691872" cy="3781068"/>
          </a:xfrm>
        </p:grpSpPr>
        <p:sp>
          <p:nvSpPr>
            <p:cNvPr id="13" name="Freeform 13" descr="텍스트, 스크린샷, 만화 영화, 그래픽 디자인이(가) 표시된 사진  AI 생성 콘텐츠는 정확하지 않을 수 있습니다."/>
            <p:cNvSpPr/>
            <p:nvPr/>
          </p:nvSpPr>
          <p:spPr>
            <a:xfrm>
              <a:off x="0" y="0"/>
              <a:ext cx="9691878" cy="3781044"/>
            </a:xfrm>
            <a:custGeom>
              <a:avLst/>
              <a:gdLst/>
              <a:ahLst/>
              <a:cxnLst/>
              <a:rect l="l" t="t" r="r" b="b"/>
              <a:pathLst>
                <a:path w="9691878" h="3781044">
                  <a:moveTo>
                    <a:pt x="0" y="0"/>
                  </a:moveTo>
                  <a:lnTo>
                    <a:pt x="9691878" y="0"/>
                  </a:lnTo>
                  <a:lnTo>
                    <a:pt x="9691878" y="3781044"/>
                  </a:lnTo>
                  <a:lnTo>
                    <a:pt x="0" y="3781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1030" b="-11030"/>
              </a:stretch>
            </a:blipFill>
          </p:spPr>
          <p:txBody>
            <a:bodyPr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734450" y="433849"/>
            <a:ext cx="1998486" cy="629633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기획 배경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95592" y="1642859"/>
            <a:ext cx="5816839" cy="571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퍼즐,기믹 게임 (모바일)</a:t>
            </a:r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500008" y="3131855"/>
            <a:ext cx="7026558" cy="2793480"/>
            <a:chOff x="0" y="0"/>
            <a:chExt cx="9368744" cy="3724640"/>
          </a:xfrm>
        </p:grpSpPr>
        <p:sp>
          <p:nvSpPr>
            <p:cNvPr id="7" name="Freeform 7" descr="텍스트, 스크린샷, 문, 자물쇠이(가) 표시된 사진  AI 생성 콘텐츠는 정확하지 않을 수 있습니다."/>
            <p:cNvSpPr/>
            <p:nvPr/>
          </p:nvSpPr>
          <p:spPr>
            <a:xfrm>
              <a:off x="0" y="0"/>
              <a:ext cx="9368790" cy="3724656"/>
            </a:xfrm>
            <a:custGeom>
              <a:avLst/>
              <a:gdLst/>
              <a:ahLst/>
              <a:cxnLst/>
              <a:rect l="l" t="t" r="r" b="b"/>
              <a:pathLst>
                <a:path w="9368790" h="3724656">
                  <a:moveTo>
                    <a:pt x="0" y="0"/>
                  </a:moveTo>
                  <a:lnTo>
                    <a:pt x="9368790" y="0"/>
                  </a:lnTo>
                  <a:lnTo>
                    <a:pt x="9368790" y="3724656"/>
                  </a:lnTo>
                  <a:lnTo>
                    <a:pt x="0" y="3724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498" r="-1497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495756" y="5935006"/>
            <a:ext cx="7020591" cy="2844300"/>
            <a:chOff x="0" y="0"/>
            <a:chExt cx="9360788" cy="3792400"/>
          </a:xfrm>
        </p:grpSpPr>
        <p:sp>
          <p:nvSpPr>
            <p:cNvPr id="9" name="Freeform 9" descr="텍스트, 스크린샷, 가구, 실내이(가) 표시된 사진  AI 생성 콘텐츠는 정확하지 않을 수 있습니다."/>
            <p:cNvSpPr/>
            <p:nvPr/>
          </p:nvSpPr>
          <p:spPr>
            <a:xfrm>
              <a:off x="0" y="0"/>
              <a:ext cx="9360789" cy="3792347"/>
            </a:xfrm>
            <a:custGeom>
              <a:avLst/>
              <a:gdLst/>
              <a:ahLst/>
              <a:cxnLst/>
              <a:rect l="l" t="t" r="r" b="b"/>
              <a:pathLst>
                <a:path w="9360789" h="3792347">
                  <a:moveTo>
                    <a:pt x="0" y="0"/>
                  </a:moveTo>
                  <a:lnTo>
                    <a:pt x="9360789" y="0"/>
                  </a:lnTo>
                  <a:lnTo>
                    <a:pt x="9360789" y="3792347"/>
                  </a:lnTo>
                  <a:lnTo>
                    <a:pt x="0" y="3792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07" b="-209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8949129" y="3129867"/>
            <a:ext cx="7291148" cy="2797458"/>
            <a:chOff x="0" y="0"/>
            <a:chExt cx="9721530" cy="3729944"/>
          </a:xfrm>
        </p:grpSpPr>
        <p:sp>
          <p:nvSpPr>
            <p:cNvPr id="11" name="Freeform 11" descr="텍스트, 스크린샷이(가) 표시된 사진  AI 생성 콘텐츠는 정확하지 않을 수 있습니다."/>
            <p:cNvSpPr/>
            <p:nvPr/>
          </p:nvSpPr>
          <p:spPr>
            <a:xfrm>
              <a:off x="0" y="0"/>
              <a:ext cx="9721469" cy="3729990"/>
            </a:xfrm>
            <a:custGeom>
              <a:avLst/>
              <a:gdLst/>
              <a:ahLst/>
              <a:cxnLst/>
              <a:rect l="l" t="t" r="r" b="b"/>
              <a:pathLst>
                <a:path w="9721469" h="3729990">
                  <a:moveTo>
                    <a:pt x="0" y="0"/>
                  </a:moveTo>
                  <a:lnTo>
                    <a:pt x="9721469" y="0"/>
                  </a:lnTo>
                  <a:lnTo>
                    <a:pt x="9721469" y="3729990"/>
                  </a:lnTo>
                  <a:lnTo>
                    <a:pt x="0" y="3729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358" b="-2357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8945784" y="5939259"/>
            <a:ext cx="7268904" cy="2835801"/>
            <a:chOff x="0" y="0"/>
            <a:chExt cx="9691872" cy="3781068"/>
          </a:xfrm>
        </p:grpSpPr>
        <p:sp>
          <p:nvSpPr>
            <p:cNvPr id="13" name="Freeform 13" descr="텍스트, 스크린샷, 만화 영화, 그래픽 디자인이(가) 표시된 사진  AI 생성 콘텐츠는 정확하지 않을 수 있습니다."/>
            <p:cNvSpPr/>
            <p:nvPr/>
          </p:nvSpPr>
          <p:spPr>
            <a:xfrm>
              <a:off x="0" y="0"/>
              <a:ext cx="9691878" cy="3781044"/>
            </a:xfrm>
            <a:custGeom>
              <a:avLst/>
              <a:gdLst/>
              <a:ahLst/>
              <a:cxnLst/>
              <a:rect l="l" t="t" r="r" b="b"/>
              <a:pathLst>
                <a:path w="9691878" h="3781044">
                  <a:moveTo>
                    <a:pt x="0" y="0"/>
                  </a:moveTo>
                  <a:lnTo>
                    <a:pt x="9691878" y="0"/>
                  </a:lnTo>
                  <a:lnTo>
                    <a:pt x="9691878" y="3781044"/>
                  </a:lnTo>
                  <a:lnTo>
                    <a:pt x="0" y="3781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1030" b="-11030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0" y="0"/>
            <a:ext cx="18288000" cy="10439400"/>
            <a:chOff x="0" y="0"/>
            <a:chExt cx="4816593" cy="274947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16592" cy="2749472"/>
            </a:xfrm>
            <a:custGeom>
              <a:avLst/>
              <a:gdLst/>
              <a:ahLst/>
              <a:cxnLst/>
              <a:rect l="l" t="t" r="r" b="b"/>
              <a:pathLst>
                <a:path w="4816592" h="2749472">
                  <a:moveTo>
                    <a:pt x="0" y="0"/>
                  </a:moveTo>
                  <a:lnTo>
                    <a:pt x="4816592" y="0"/>
                  </a:lnTo>
                  <a:lnTo>
                    <a:pt x="4816592" y="2749472"/>
                  </a:lnTo>
                  <a:lnTo>
                    <a:pt x="0" y="2749472"/>
                  </a:lnTo>
                  <a:close/>
                </a:path>
              </a:pathLst>
            </a:custGeom>
            <a:solidFill>
              <a:srgbClr val="18202F">
                <a:alpha val="9098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4816593" cy="27685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2080370" y="4023191"/>
            <a:ext cx="5730372" cy="1206298"/>
            <a:chOff x="0" y="0"/>
            <a:chExt cx="7640496" cy="1608398"/>
          </a:xfrm>
        </p:grpSpPr>
        <p:sp>
          <p:nvSpPr>
            <p:cNvPr id="18" name="Freeform 18" descr="안경, 폰트, 그래픽, 텍스트이(가) 표시된 사진  AI 생성 콘텐츠는 정확하지 않을 수 있습니다."/>
            <p:cNvSpPr/>
            <p:nvPr/>
          </p:nvSpPr>
          <p:spPr>
            <a:xfrm>
              <a:off x="0" y="0"/>
              <a:ext cx="7640447" cy="1608455"/>
            </a:xfrm>
            <a:custGeom>
              <a:avLst/>
              <a:gdLst/>
              <a:ahLst/>
              <a:cxnLst/>
              <a:rect l="l" t="t" r="r" b="b"/>
              <a:pathLst>
                <a:path w="7640447" h="1608455">
                  <a:moveTo>
                    <a:pt x="0" y="0"/>
                  </a:moveTo>
                  <a:lnTo>
                    <a:pt x="7640447" y="0"/>
                  </a:lnTo>
                  <a:lnTo>
                    <a:pt x="7640447" y="1608455"/>
                  </a:lnTo>
                  <a:lnTo>
                    <a:pt x="0" y="16084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535" b="-532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2060024" y="6222923"/>
            <a:ext cx="5742128" cy="1277554"/>
            <a:chOff x="0" y="0"/>
            <a:chExt cx="7656170" cy="1703406"/>
          </a:xfrm>
        </p:grpSpPr>
        <p:sp>
          <p:nvSpPr>
            <p:cNvPr id="20" name="Freeform 20" descr="텍스트, 스크린샷, 폰트, 그래픽이(가) 표시된 사진  AI 생성 콘텐츠는 정확하지 않을 수 있습니다."/>
            <p:cNvSpPr/>
            <p:nvPr/>
          </p:nvSpPr>
          <p:spPr>
            <a:xfrm>
              <a:off x="0" y="0"/>
              <a:ext cx="7656195" cy="1703451"/>
            </a:xfrm>
            <a:custGeom>
              <a:avLst/>
              <a:gdLst/>
              <a:ahLst/>
              <a:cxnLst/>
              <a:rect l="l" t="t" r="r" b="b"/>
              <a:pathLst>
                <a:path w="7656195" h="1703451">
                  <a:moveTo>
                    <a:pt x="0" y="0"/>
                  </a:moveTo>
                  <a:lnTo>
                    <a:pt x="7656195" y="0"/>
                  </a:lnTo>
                  <a:lnTo>
                    <a:pt x="7656195" y="1703451"/>
                  </a:lnTo>
                  <a:lnTo>
                    <a:pt x="0" y="1703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339" b="-337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9250617" y="3987292"/>
            <a:ext cx="5742490" cy="1263630"/>
            <a:chOff x="0" y="0"/>
            <a:chExt cx="7656654" cy="1684840"/>
          </a:xfrm>
        </p:grpSpPr>
        <p:sp>
          <p:nvSpPr>
            <p:cNvPr id="22" name="Freeform 22" descr="텍스트, 스크린샷, 폰트, 디자인이(가) 표시된 사진  AI 생성 콘텐츠는 정확하지 않을 수 있습니다."/>
            <p:cNvSpPr/>
            <p:nvPr/>
          </p:nvSpPr>
          <p:spPr>
            <a:xfrm>
              <a:off x="0" y="0"/>
              <a:ext cx="7656703" cy="1684782"/>
            </a:xfrm>
            <a:custGeom>
              <a:avLst/>
              <a:gdLst/>
              <a:ahLst/>
              <a:cxnLst/>
              <a:rect l="l" t="t" r="r" b="b"/>
              <a:pathLst>
                <a:path w="7656703" h="1684782">
                  <a:moveTo>
                    <a:pt x="0" y="0"/>
                  </a:moveTo>
                  <a:lnTo>
                    <a:pt x="7656703" y="0"/>
                  </a:lnTo>
                  <a:lnTo>
                    <a:pt x="7656703" y="1684782"/>
                  </a:lnTo>
                  <a:lnTo>
                    <a:pt x="0" y="1684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483" r="-1482" b="-3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9235062" y="6229525"/>
            <a:ext cx="5715723" cy="1249884"/>
            <a:chOff x="0" y="0"/>
            <a:chExt cx="7620964" cy="166651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621016" cy="1666494"/>
            </a:xfrm>
            <a:custGeom>
              <a:avLst/>
              <a:gdLst/>
              <a:ahLst/>
              <a:cxnLst/>
              <a:rect l="l" t="t" r="r" b="b"/>
              <a:pathLst>
                <a:path w="7621016" h="1666494">
                  <a:moveTo>
                    <a:pt x="0" y="0"/>
                  </a:moveTo>
                  <a:lnTo>
                    <a:pt x="7621016" y="0"/>
                  </a:lnTo>
                  <a:lnTo>
                    <a:pt x="7621016" y="1666494"/>
                  </a:lnTo>
                  <a:lnTo>
                    <a:pt x="0" y="16664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2660" r="-2659" b="-1"/>
              </a:stretch>
            </a:blipFill>
          </p:spPr>
          <p:txBody>
            <a:bodyPr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6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7" name="TextBox 1"/>
          <p:cNvSpPr txBox="1"/>
          <p:nvPr/>
        </p:nvSpPr>
        <p:spPr>
          <a:xfrm>
            <a:off x="1734450" y="433849"/>
            <a:ext cx="6000000" cy="6296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Arimo"/>
                <a:ea typeface="맑은 고딕"/>
              </a:rPr>
              <a:t>기획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34450" y="1180000"/>
            <a:ext cx="156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레퍼런스 정리 — 각 작품에서 무엇을 가져왔는가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777775"/>
              </p:ext>
            </p:extLst>
          </p:nvPr>
        </p:nvGraphicFramePr>
        <p:xfrm>
          <a:off x="1050000" y="1900000"/>
          <a:ext cx="16200000" cy="60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00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400" b="1" dirty="0" err="1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레퍼런스</a:t>
                      </a:r>
                      <a:endParaRPr sz="1400" b="1" dirty="0">
                        <a:solidFill>
                          <a:srgbClr val="FFFFFF"/>
                        </a:solidFill>
                        <a:latin typeface="Arimo Bold"/>
                        <a:ea typeface="맑은 고딕"/>
                      </a:endParaRPr>
                    </a:p>
                  </a:txBody>
                  <a:tcPr marL="72000" marR="72000" marT="36000" marB="36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개발사 · 출시</a:t>
                      </a:r>
                    </a:p>
                  </a:txBody>
                  <a:tcPr marL="72000" marR="72000" marT="36000" marB="36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본 기획에 반영한 지점</a:t>
                      </a:r>
                    </a:p>
                  </a:txBody>
                  <a:tcPr marL="72000" marR="72000" marT="36000" marB="36000"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We Were Here Too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Total Mayhem Games · 2018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두 플레이어가 분리된 공간에서 무전으로만 정보를 교환하는 구조. 본 기획의 핵심인 정보 비대칭 협동과 「마법의 소라고둥」의 직접적 원형.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The Room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Fireproof Games · 2014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오브젝트를 확대해 단계별로 기믹을 해제하는 조작 문법. 1구역 도서관의 상호작용 방식에 반영.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Escape Simulator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Pine Studio · 2021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방 단위로 완결되는 진행과 협동 모드. 본 기획의 구역 분할 구조와 구역 단위 체크포인트에 반영.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사람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속에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피는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 꽃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Team Gypsophila · 2025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퍼즐과 내러티브를 분리하지 않고 결합하는 방식. 퍼즐 하나를 풀 때마다 남매의 기억 한 조각을 되찾도록 구성.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모바일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방탈출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 4종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Webelinx · Big Giant · NAKAYUBI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「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추리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방탈출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: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퍼즐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 Escape Room」, 「Escape Time」, 「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방탈출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: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감옥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탈출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퍼즐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」, 「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방탈출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-Escape Rooms」.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평점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 4.6~4.8,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누적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 100만~1,000만+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다운로드로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모바일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터치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기반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퍼즐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조작의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수요를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확인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.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734450" y="9300000"/>
            <a:ext cx="156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9AA5B8"/>
                </a:solidFill>
                <a:latin typeface="Arimo"/>
                <a:ea typeface="맑은 고딕"/>
              </a:rPr>
              <a:t>※ 스팀 페이지 및 구글 플레이 스토어 지표는 2025년 10월 조회 기준이다.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820580" y="3355388"/>
            <a:ext cx="6527485" cy="361950"/>
            <a:chOff x="0" y="0"/>
            <a:chExt cx="8703313" cy="482600"/>
          </a:xfrm>
        </p:grpSpPr>
        <p:sp>
          <p:nvSpPr>
            <p:cNvPr id="4" name="TextBox 4"/>
            <p:cNvSpPr txBox="1"/>
            <p:nvPr/>
          </p:nvSpPr>
          <p:spPr>
            <a:xfrm>
              <a:off x="609596" y="-9525"/>
              <a:ext cx="8093717" cy="492125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게임 내 활동 및 유저의 접속 시간을 증가시킨다</a:t>
              </a:r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482596" cy="482600"/>
            </a:xfrm>
            <a:custGeom>
              <a:avLst/>
              <a:gdLst/>
              <a:ahLst/>
              <a:cxnLst/>
              <a:rect l="l" t="t" r="r" b="b"/>
              <a:pathLst>
                <a:path w="482596" h="482600">
                  <a:moveTo>
                    <a:pt x="0" y="0"/>
                  </a:moveTo>
                  <a:lnTo>
                    <a:pt x="482596" y="0"/>
                  </a:lnTo>
                  <a:lnTo>
                    <a:pt x="482596" y="482600"/>
                  </a:lnTo>
                  <a:lnTo>
                    <a:pt x="0" y="48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38805" y="7157123"/>
            <a:ext cx="11441515" cy="866775"/>
            <a:chOff x="0" y="0"/>
            <a:chExt cx="15255354" cy="1155700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15255354" cy="492125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죽은 자들이 돌아오는 날로 악령의 해로부터 벗어나기 위해 유령으로 위장하는 것에서 기원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85297" y="663575"/>
              <a:ext cx="10488297" cy="492125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귀신을 소재로 하는 시나리오와 부합하는 시즌의 특징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820580" y="7661948"/>
            <a:ext cx="361947" cy="361950"/>
          </a:xfrm>
          <a:custGeom>
            <a:avLst/>
            <a:gdLst/>
            <a:ahLst/>
            <a:cxnLst/>
            <a:rect l="l" t="t" r="r" b="b"/>
            <a:pathLst>
              <a:path w="361947" h="361950">
                <a:moveTo>
                  <a:pt x="0" y="0"/>
                </a:moveTo>
                <a:lnTo>
                  <a:pt x="361947" y="0"/>
                </a:lnTo>
                <a:lnTo>
                  <a:pt x="361947" y="361950"/>
                </a:lnTo>
                <a:lnTo>
                  <a:pt x="0" y="3619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0" name="Group 10"/>
          <p:cNvGrpSpPr/>
          <p:nvPr/>
        </p:nvGrpSpPr>
        <p:grpSpPr>
          <a:xfrm>
            <a:off x="838805" y="8357273"/>
            <a:ext cx="12429531" cy="866775"/>
            <a:chOff x="0" y="0"/>
            <a:chExt cx="16572708" cy="115570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9525"/>
              <a:ext cx="6426826" cy="492125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오싹한 분위기로 신선한 재미를 제공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85297" y="663575"/>
              <a:ext cx="15987410" cy="492125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마비노기 모바일의 색을 입혀 단순히 무서운 것이 아닌 귀엽고 장난스러운 분위기를 조성한다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820580" y="8862098"/>
            <a:ext cx="361947" cy="361950"/>
          </a:xfrm>
          <a:custGeom>
            <a:avLst/>
            <a:gdLst/>
            <a:ahLst/>
            <a:cxnLst/>
            <a:rect l="l" t="t" r="r" b="b"/>
            <a:pathLst>
              <a:path w="361947" h="361950">
                <a:moveTo>
                  <a:pt x="0" y="0"/>
                </a:moveTo>
                <a:lnTo>
                  <a:pt x="361947" y="0"/>
                </a:lnTo>
                <a:lnTo>
                  <a:pt x="361947" y="361950"/>
                </a:lnTo>
                <a:lnTo>
                  <a:pt x="0" y="3619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4" name="Group 14"/>
          <p:cNvGrpSpPr/>
          <p:nvPr/>
        </p:nvGrpSpPr>
        <p:grpSpPr>
          <a:xfrm>
            <a:off x="820580" y="3810760"/>
            <a:ext cx="9676687" cy="361950"/>
            <a:chOff x="0" y="0"/>
            <a:chExt cx="12902249" cy="482600"/>
          </a:xfrm>
        </p:grpSpPr>
        <p:sp>
          <p:nvSpPr>
            <p:cNvPr id="15" name="TextBox 15"/>
            <p:cNvSpPr txBox="1"/>
            <p:nvPr/>
          </p:nvSpPr>
          <p:spPr>
            <a:xfrm>
              <a:off x="609596" y="-9525"/>
              <a:ext cx="12292653" cy="492125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특정 기간에만 참여 가능하다는 희소성이 유저의 참여 욕구를 증가시킨다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482596" cy="482600"/>
            </a:xfrm>
            <a:custGeom>
              <a:avLst/>
              <a:gdLst/>
              <a:ahLst/>
              <a:cxnLst/>
              <a:rect l="l" t="t" r="r" b="b"/>
              <a:pathLst>
                <a:path w="482596" h="482600">
                  <a:moveTo>
                    <a:pt x="0" y="0"/>
                  </a:moveTo>
                  <a:lnTo>
                    <a:pt x="482596" y="0"/>
                  </a:lnTo>
                  <a:lnTo>
                    <a:pt x="482596" y="482600"/>
                  </a:lnTo>
                  <a:lnTo>
                    <a:pt x="0" y="48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20580" y="5006302"/>
            <a:ext cx="7550576" cy="361950"/>
            <a:chOff x="0" y="0"/>
            <a:chExt cx="10067435" cy="482600"/>
          </a:xfrm>
        </p:grpSpPr>
        <p:sp>
          <p:nvSpPr>
            <p:cNvPr id="18" name="TextBox 18"/>
            <p:cNvSpPr txBox="1"/>
            <p:nvPr/>
          </p:nvSpPr>
          <p:spPr>
            <a:xfrm>
              <a:off x="609596" y="-9525"/>
              <a:ext cx="9457839" cy="492125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퍼즐 게임은 공략이 잘 되어 있을 수록 재미가 감소한다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482596" cy="482600"/>
            </a:xfrm>
            <a:custGeom>
              <a:avLst/>
              <a:gdLst/>
              <a:ahLst/>
              <a:cxnLst/>
              <a:rect l="l" t="t" r="r" b="b"/>
              <a:pathLst>
                <a:path w="482596" h="482600">
                  <a:moveTo>
                    <a:pt x="0" y="0"/>
                  </a:moveTo>
                  <a:lnTo>
                    <a:pt x="482596" y="0"/>
                  </a:lnTo>
                  <a:lnTo>
                    <a:pt x="482596" y="482600"/>
                  </a:lnTo>
                  <a:lnTo>
                    <a:pt x="0" y="48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20580" y="5461673"/>
            <a:ext cx="9468871" cy="361950"/>
            <a:chOff x="0" y="0"/>
            <a:chExt cx="12625162" cy="482600"/>
          </a:xfrm>
        </p:grpSpPr>
        <p:sp>
          <p:nvSpPr>
            <p:cNvPr id="21" name="TextBox 21"/>
            <p:cNvSpPr txBox="1"/>
            <p:nvPr/>
          </p:nvSpPr>
          <p:spPr>
            <a:xfrm>
              <a:off x="609596" y="-9525"/>
              <a:ext cx="12015566" cy="492125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이벤트 참여 기간을 한정하여 공략으로 인한 재미 감소를 최소화한다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0"/>
              <a:ext cx="482596" cy="482600"/>
            </a:xfrm>
            <a:custGeom>
              <a:avLst/>
              <a:gdLst/>
              <a:ahLst/>
              <a:cxnLst/>
              <a:rect l="l" t="t" r="r" b="b"/>
              <a:pathLst>
                <a:path w="482596" h="482600">
                  <a:moveTo>
                    <a:pt x="0" y="0"/>
                  </a:moveTo>
                  <a:lnTo>
                    <a:pt x="482596" y="0"/>
                  </a:lnTo>
                  <a:lnTo>
                    <a:pt x="482596" y="482600"/>
                  </a:lnTo>
                  <a:lnTo>
                    <a:pt x="0" y="48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13241674" y="1364450"/>
            <a:ext cx="5046326" cy="8918346"/>
            <a:chOff x="0" y="0"/>
            <a:chExt cx="6728434" cy="11891128"/>
          </a:xfrm>
        </p:grpSpPr>
        <p:sp>
          <p:nvSpPr>
            <p:cNvPr id="24" name="Freeform 24"/>
            <p:cNvSpPr/>
            <p:nvPr/>
          </p:nvSpPr>
          <p:spPr>
            <a:xfrm rot="66000">
              <a:off x="-113520" y="-63489"/>
              <a:ext cx="6955499" cy="12018115"/>
            </a:xfrm>
            <a:custGeom>
              <a:avLst/>
              <a:gdLst/>
              <a:ahLst/>
              <a:cxnLst/>
              <a:rect l="l" t="t" r="r" b="b"/>
              <a:pathLst>
                <a:path w="6955499" h="12018115">
                  <a:moveTo>
                    <a:pt x="0" y="129169"/>
                  </a:moveTo>
                  <a:lnTo>
                    <a:pt x="6727220" y="0"/>
                  </a:lnTo>
                  <a:lnTo>
                    <a:pt x="6955500" y="11888946"/>
                  </a:lnTo>
                  <a:lnTo>
                    <a:pt x="228280" y="12018115"/>
                  </a:lnTo>
                  <a:lnTo>
                    <a:pt x="0" y="129169"/>
                  </a:lnTo>
                  <a:close/>
                </a:path>
              </a:pathLst>
            </a:custGeom>
            <a:blipFill>
              <a:blip r:embed="rId5"/>
              <a:stretch>
                <a:fillRect l="-8268" t="-7079" r="-7309" b="-11795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38805" y="2136188"/>
            <a:ext cx="2827456" cy="571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FFA741"/>
                </a:solidFill>
                <a:latin typeface="Arimo Bold"/>
                <a:ea typeface="맑은 고딕"/>
                <a:cs typeface="Arimo Bold"/>
                <a:sym typeface="Arimo Bold"/>
              </a:rPr>
              <a:t>시즌 이벤트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8805" y="6442748"/>
            <a:ext cx="4549071" cy="571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FFA741"/>
                </a:solidFill>
                <a:latin typeface="Arimo Bold"/>
                <a:ea typeface="맑은 고딕"/>
                <a:cs typeface="Arimo Bold"/>
                <a:sym typeface="Arimo Bold"/>
              </a:rPr>
              <a:t>할로윈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34450" y="433849"/>
            <a:ext cx="5872143" cy="571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FFFFFF"/>
                </a:solidFill>
                <a:latin typeface="Arimo Bold"/>
                <a:ea typeface="맑은 고딕"/>
                <a:cs typeface="Arimo Bold"/>
                <a:sym typeface="Arimo Bold"/>
              </a:rPr>
              <a:t>기획 배경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34450" y="1119823"/>
            <a:ext cx="14866151" cy="571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FFFFFF"/>
                </a:solidFill>
                <a:latin typeface="Arimo Bold"/>
                <a:ea typeface="맑은 고딕"/>
                <a:cs typeface="Arimo Bold"/>
                <a:sym typeface="Arimo Bold"/>
              </a:rPr>
              <a:t>왜 할로윈인가?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8805" y="2841038"/>
            <a:ext cx="5750572" cy="3714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특정 시즌이나 기간에 맞춰 진행하는 이벤트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8805" y="4491952"/>
            <a:ext cx="3288760" cy="3714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퍼즐 게임의 특징과 부합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5171"/>
          </a:xfrm>
          <a:custGeom>
            <a:avLst/>
            <a:gdLst/>
            <a:ahLst/>
            <a:cxnLst/>
            <a:rect l="l" t="t" r="r" b="b"/>
            <a:pathLst>
              <a:path w="18288000" h="10285171">
                <a:moveTo>
                  <a:pt x="0" y="0"/>
                </a:moveTo>
                <a:lnTo>
                  <a:pt x="18288000" y="0"/>
                </a:lnTo>
                <a:lnTo>
                  <a:pt x="18288000" y="10285171"/>
                </a:lnTo>
                <a:lnTo>
                  <a:pt x="0" y="102851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734450" y="433849"/>
            <a:ext cx="4481279" cy="571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퀘스트 진행 방법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481198" y="1825009"/>
            <a:ext cx="7520659" cy="6636982"/>
            <a:chOff x="0" y="0"/>
            <a:chExt cx="10027546" cy="884930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027546" cy="8849309"/>
            </a:xfrm>
            <a:custGeom>
              <a:avLst/>
              <a:gdLst/>
              <a:ahLst/>
              <a:cxnLst/>
              <a:rect l="l" t="t" r="r" b="b"/>
              <a:pathLst>
                <a:path w="10027546" h="8849309">
                  <a:moveTo>
                    <a:pt x="0" y="0"/>
                  </a:moveTo>
                  <a:lnTo>
                    <a:pt x="10027546" y="0"/>
                  </a:lnTo>
                  <a:lnTo>
                    <a:pt x="10027546" y="8849309"/>
                  </a:lnTo>
                  <a:lnTo>
                    <a:pt x="0" y="8849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77456" y="6728156"/>
              <a:ext cx="2153693" cy="6286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A741"/>
                  </a:solidFill>
                  <a:latin typeface="Arimo Bold"/>
                  <a:ea typeface="맑은 고딕"/>
                  <a:cs typeface="Arimo Bold"/>
                  <a:sym typeface="Arimo Bold"/>
                </a:rPr>
                <a:t>1P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860080" y="6728156"/>
              <a:ext cx="2153693" cy="6286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A741"/>
                  </a:solidFill>
                  <a:latin typeface="Arimo Bold"/>
                  <a:ea typeface="맑은 고딕"/>
                  <a:cs typeface="Arimo Bold"/>
                  <a:sym typeface="Arimo Bold"/>
                </a:rPr>
                <a:t>2P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3564938"/>
            <a:ext cx="8817693" cy="361950"/>
            <a:chOff x="0" y="0"/>
            <a:chExt cx="11756924" cy="482600"/>
          </a:xfrm>
        </p:grpSpPr>
        <p:sp>
          <p:nvSpPr>
            <p:cNvPr id="9" name="TextBox 9"/>
            <p:cNvSpPr txBox="1"/>
            <p:nvPr/>
          </p:nvSpPr>
          <p:spPr>
            <a:xfrm>
              <a:off x="609596" y="-9525"/>
              <a:ext cx="11147328" cy="492125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파티장은 1P, 파티원은 2P로 역할이 자동으로 지정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482596" cy="482600"/>
            </a:xfrm>
            <a:custGeom>
              <a:avLst/>
              <a:gdLst/>
              <a:ahLst/>
              <a:cxnLst/>
              <a:rect l="l" t="t" r="r" b="b"/>
              <a:pathLst>
                <a:path w="482596" h="482600">
                  <a:moveTo>
                    <a:pt x="0" y="0"/>
                  </a:moveTo>
                  <a:lnTo>
                    <a:pt x="482596" y="0"/>
                  </a:lnTo>
                  <a:lnTo>
                    <a:pt x="482596" y="482600"/>
                  </a:lnTo>
                  <a:lnTo>
                    <a:pt x="0" y="48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4022138"/>
            <a:ext cx="8817693" cy="361950"/>
            <a:chOff x="0" y="0"/>
            <a:chExt cx="11756924" cy="482600"/>
          </a:xfrm>
        </p:grpSpPr>
        <p:sp>
          <p:nvSpPr>
            <p:cNvPr id="12" name="TextBox 12"/>
            <p:cNvSpPr txBox="1"/>
            <p:nvPr/>
          </p:nvSpPr>
          <p:spPr>
            <a:xfrm>
              <a:off x="609596" y="-9525"/>
              <a:ext cx="11147328" cy="492125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1P는 여동생 캐릭터인 엘리스의 스토리를 따라 진행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482596" cy="482600"/>
            </a:xfrm>
            <a:custGeom>
              <a:avLst/>
              <a:gdLst/>
              <a:ahLst/>
              <a:cxnLst/>
              <a:rect l="l" t="t" r="r" b="b"/>
              <a:pathLst>
                <a:path w="482596" h="482600">
                  <a:moveTo>
                    <a:pt x="0" y="0"/>
                  </a:moveTo>
                  <a:lnTo>
                    <a:pt x="482596" y="0"/>
                  </a:lnTo>
                  <a:lnTo>
                    <a:pt x="482596" y="482600"/>
                  </a:lnTo>
                  <a:lnTo>
                    <a:pt x="0" y="48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4479338"/>
            <a:ext cx="8817693" cy="361950"/>
            <a:chOff x="0" y="0"/>
            <a:chExt cx="11756924" cy="482600"/>
          </a:xfrm>
        </p:grpSpPr>
        <p:sp>
          <p:nvSpPr>
            <p:cNvPr id="15" name="TextBox 15"/>
            <p:cNvSpPr txBox="1"/>
            <p:nvPr/>
          </p:nvSpPr>
          <p:spPr>
            <a:xfrm>
              <a:off x="609596" y="-9525"/>
              <a:ext cx="11147328" cy="492125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2P는 오빠 캐릭터인 에릭의 스토리를 따라 진행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482596" cy="482600"/>
            </a:xfrm>
            <a:custGeom>
              <a:avLst/>
              <a:gdLst/>
              <a:ahLst/>
              <a:cxnLst/>
              <a:rect l="l" t="t" r="r" b="b"/>
              <a:pathLst>
                <a:path w="482596" h="482600">
                  <a:moveTo>
                    <a:pt x="0" y="0"/>
                  </a:moveTo>
                  <a:lnTo>
                    <a:pt x="482596" y="0"/>
                  </a:lnTo>
                  <a:lnTo>
                    <a:pt x="482596" y="482600"/>
                  </a:lnTo>
                  <a:lnTo>
                    <a:pt x="0" y="48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46924" y="2288588"/>
            <a:ext cx="2827456" cy="571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FFFFFF"/>
                </a:solidFill>
                <a:latin typeface="Arimo Bold"/>
                <a:ea typeface="맑은 고딕"/>
                <a:cs typeface="Arimo Bold"/>
                <a:sym typeface="Arimo Bold"/>
              </a:rPr>
              <a:t>퀘스트 진입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6924" y="2983913"/>
            <a:ext cx="5750572" cy="4381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2인 파티로 퀘스트 진행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734450" y="433849"/>
            <a:ext cx="3804270" cy="629633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시나리오 &amp; 퀘스트</a:t>
            </a: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2270596" y="1651910"/>
            <a:ext cx="5368993" cy="3334428"/>
            <a:chOff x="0" y="0"/>
            <a:chExt cx="7158658" cy="4445904"/>
          </a:xfrm>
        </p:grpSpPr>
        <p:sp>
          <p:nvSpPr>
            <p:cNvPr id="6" name="Freeform 6" descr="마비노기 키아 던전의 귀신 - 웃긴자료 ‥‥‥‥‥、 - 도탁스 (DOTAX)"/>
            <p:cNvSpPr/>
            <p:nvPr/>
          </p:nvSpPr>
          <p:spPr>
            <a:xfrm>
              <a:off x="0" y="0"/>
              <a:ext cx="7158609" cy="4445889"/>
            </a:xfrm>
            <a:custGeom>
              <a:avLst/>
              <a:gdLst/>
              <a:ahLst/>
              <a:cxnLst/>
              <a:rect l="l" t="t" r="r" b="b"/>
              <a:pathLst>
                <a:path w="7158609" h="4445889">
                  <a:moveTo>
                    <a:pt x="0" y="0"/>
                  </a:moveTo>
                  <a:lnTo>
                    <a:pt x="7158609" y="0"/>
                  </a:lnTo>
                  <a:lnTo>
                    <a:pt x="7158609" y="4445889"/>
                  </a:lnTo>
                  <a:lnTo>
                    <a:pt x="0" y="4445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2270596" y="5236368"/>
            <a:ext cx="5400675" cy="1600200"/>
            <a:chOff x="0" y="0"/>
            <a:chExt cx="7200900" cy="2133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200900" cy="2133600"/>
            </a:xfrm>
            <a:custGeom>
              <a:avLst/>
              <a:gdLst/>
              <a:ahLst/>
              <a:cxnLst/>
              <a:rect l="l" t="t" r="r" b="b"/>
              <a:pathLst>
                <a:path w="7200900" h="2133600">
                  <a:moveTo>
                    <a:pt x="0" y="0"/>
                  </a:moveTo>
                  <a:lnTo>
                    <a:pt x="7200900" y="0"/>
                  </a:lnTo>
                  <a:lnTo>
                    <a:pt x="7200900" y="2133600"/>
                  </a:lnTo>
                  <a:lnTo>
                    <a:pt x="0" y="213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678807" y="5763055"/>
            <a:ext cx="11218385" cy="5277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“전해지지 못한 종이비행기”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3878" y="3585518"/>
            <a:ext cx="14198373" cy="165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Arimo Bold"/>
                <a:ea typeface="맑은 고딕"/>
                <a:cs typeface="Arimo Bold"/>
                <a:sym typeface="Arimo Bold"/>
              </a:rPr>
              <a:t>오빠를 기억하지 못한 채,</a:t>
            </a:r>
            <a:r>
              <a:rPr lang="en-US" sz="2700" b="1">
                <a:solidFill>
                  <a:srgbClr val="EC4C6A"/>
                </a:solidFill>
                <a:latin typeface="Arimo Bold"/>
                <a:ea typeface="맑은 고딕"/>
                <a:cs typeface="Arimo Bold"/>
                <a:sym typeface="Arimo Bold"/>
              </a:rPr>
              <a:t> </a:t>
            </a:r>
            <a:r>
              <a:rPr lang="en-US" sz="2700" b="1">
                <a:solidFill>
                  <a:srgbClr val="FFA741"/>
                </a:solidFill>
                <a:latin typeface="Arimo Bold"/>
                <a:ea typeface="맑은 고딕"/>
                <a:cs typeface="Arimo Bold"/>
                <a:sym typeface="Arimo Bold"/>
              </a:rPr>
              <a:t>누군가를 추억하며 영원히</a:t>
            </a:r>
            <a:r>
              <a:rPr lang="en-US" sz="2700" b="1">
                <a:solidFill>
                  <a:srgbClr val="FFFFFF"/>
                </a:solidFill>
                <a:latin typeface="Arimo Bold"/>
                <a:ea typeface="맑은 고딕"/>
                <a:cs typeface="Arimo Bold"/>
                <a:sym typeface="Arimo Bold"/>
              </a:rPr>
              <a:t> 도서관에 있던 엘리스</a:t>
            </a:r>
          </a:p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Arimo Bold"/>
                <a:ea typeface="맑은 고딕"/>
                <a:cs typeface="Arimo Bold"/>
                <a:sym typeface="Arimo Bold"/>
              </a:rPr>
              <a:t>그리고 그런 엘리스를 찾기 위해 죽어서도 던바튼을 떠돌던 오빠 에릭</a:t>
            </a:r>
          </a:p>
          <a:p>
            <a:pPr algn="l">
              <a:lnSpc>
                <a:spcPts val="3240"/>
              </a:lnSpc>
            </a:pPr>
            <a:endParaRPr lang="en-US" sz="2700" b="1">
              <a:solidFill>
                <a:srgbClr val="FFFFFF"/>
              </a:solidFill>
              <a:latin typeface="Arimo Bold"/>
              <a:ea typeface="맑은 고딕"/>
              <a:cs typeface="Arimo Bold"/>
              <a:sym typeface="Arimo Bold"/>
            </a:endParaRPr>
          </a:p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Arimo Bold"/>
                <a:ea typeface="맑은 고딕"/>
                <a:cs typeface="Arimo Bold"/>
                <a:sym typeface="Arimo Bold"/>
              </a:rPr>
              <a:t>비극적인 두 남매의 이야기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60715" y="1028700"/>
            <a:ext cx="7075269" cy="4066797"/>
            <a:chOff x="0" y="0"/>
            <a:chExt cx="1397861" cy="80347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97861" cy="803477"/>
            </a:xfrm>
            <a:custGeom>
              <a:avLst/>
              <a:gdLst/>
              <a:ahLst/>
              <a:cxnLst/>
              <a:rect l="l" t="t" r="r" b="b"/>
              <a:pathLst>
                <a:path w="1397861" h="803477">
                  <a:moveTo>
                    <a:pt x="0" y="0"/>
                  </a:moveTo>
                  <a:lnTo>
                    <a:pt x="1397861" y="0"/>
                  </a:lnTo>
                  <a:lnTo>
                    <a:pt x="1397861" y="803477"/>
                  </a:lnTo>
                  <a:lnTo>
                    <a:pt x="0" y="803477"/>
                  </a:lnTo>
                  <a:close/>
                </a:path>
              </a:pathLst>
            </a:custGeom>
            <a:blipFill>
              <a:blip r:embed="rId4"/>
              <a:stretch>
                <a:fillRect l="-4741" r="-474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977712" y="5350670"/>
            <a:ext cx="6858272" cy="4445226"/>
            <a:chOff x="0" y="0"/>
            <a:chExt cx="125402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54020" cy="812800"/>
            </a:xfrm>
            <a:custGeom>
              <a:avLst/>
              <a:gdLst/>
              <a:ahLst/>
              <a:cxnLst/>
              <a:rect l="l" t="t" r="r" b="b"/>
              <a:pathLst>
                <a:path w="1254020" h="812800">
                  <a:moveTo>
                    <a:pt x="0" y="0"/>
                  </a:moveTo>
                  <a:lnTo>
                    <a:pt x="1254020" y="0"/>
                  </a:lnTo>
                  <a:lnTo>
                    <a:pt x="125402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11729" r="-11729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34450" y="433849"/>
            <a:ext cx="3804270" cy="629633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시나리오 &amp; 퀘스트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36131" y="2850833"/>
            <a:ext cx="9685057" cy="2613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195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모험가는 귀신을 보았다는 소문을 따라 다시 한번 도서관에 방문하여 한 소년(에릭)을 발견한다. 에릭은 자신의 동생이 사라졌다며 모험가에게 자신과 함께 찾아줄 것을 부탁한다. </a:t>
            </a:r>
          </a:p>
          <a:p>
            <a:pPr algn="l">
              <a:lnSpc>
                <a:spcPts val="3510"/>
              </a:lnSpc>
            </a:pPr>
            <a:r>
              <a:rPr lang="en-US" sz="195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모험가는 여자아이의 뒷모습을 발견하고 따라가자 꽃팔찌를 발견한다. </a:t>
            </a:r>
          </a:p>
          <a:p>
            <a:pPr algn="l">
              <a:lnSpc>
                <a:spcPts val="3510"/>
              </a:lnSpc>
            </a:pPr>
            <a:r>
              <a:rPr lang="en-US" sz="195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꽃팔찌를 집어들자 주변은 순식간에 바뀌어 복잡한 공간으로 뒤바뀌게 된다.​</a:t>
            </a:r>
          </a:p>
          <a:p>
            <a:pPr algn="l">
              <a:lnSpc>
                <a:spcPts val="3510"/>
              </a:lnSpc>
            </a:pPr>
            <a:endParaRPr lang="en-US" sz="1950">
              <a:solidFill>
                <a:srgbClr val="FFFFFF"/>
              </a:solidFill>
              <a:latin typeface="Arimo"/>
              <a:ea typeface="맑은 고딕"/>
              <a:cs typeface="Arimo"/>
              <a:sym typeface="Arimo"/>
            </a:endParaRPr>
          </a:p>
          <a:p>
            <a:pPr algn="l">
              <a:lnSpc>
                <a:spcPts val="3510"/>
              </a:lnSpc>
            </a:pPr>
            <a:r>
              <a:rPr lang="en-US" sz="195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"나랑 놀아줘, 나랑 함께하자. 더 이상 떠나지 말아줘"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-2076886" y="1514869"/>
            <a:ext cx="13604823" cy="884635"/>
            <a:chOff x="0" y="0"/>
            <a:chExt cx="18139764" cy="1179514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12120006" y="0"/>
              <a:ext cx="6019758" cy="1179514"/>
              <a:chOff x="0" y="0"/>
              <a:chExt cx="6019758" cy="117951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019800" cy="1179576"/>
              </a:xfrm>
              <a:custGeom>
                <a:avLst/>
                <a:gdLst/>
                <a:ahLst/>
                <a:cxnLst/>
                <a:rect l="l" t="t" r="r" b="b"/>
                <a:pathLst>
                  <a:path w="6019800" h="1179576">
                    <a:moveTo>
                      <a:pt x="0" y="0"/>
                    </a:moveTo>
                    <a:lnTo>
                      <a:pt x="6019800" y="0"/>
                    </a:lnTo>
                    <a:lnTo>
                      <a:pt x="6019800" y="1179576"/>
                    </a:lnTo>
                    <a:lnTo>
                      <a:pt x="0" y="117957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-101267" b="3100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13" name="Group 13"/>
            <p:cNvGrpSpPr>
              <a:grpSpLocks noChangeAspect="1"/>
            </p:cNvGrpSpPr>
            <p:nvPr/>
          </p:nvGrpSpPr>
          <p:grpSpPr>
            <a:xfrm>
              <a:off x="0" y="18257"/>
              <a:ext cx="6076992" cy="1143000"/>
              <a:chOff x="0" y="0"/>
              <a:chExt cx="6076992" cy="1143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07695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6076950" h="1143000">
                    <a:moveTo>
                      <a:pt x="0" y="0"/>
                    </a:moveTo>
                    <a:lnTo>
                      <a:pt x="6076950" y="0"/>
                    </a:lnTo>
                    <a:lnTo>
                      <a:pt x="6076950" y="1143000"/>
                    </a:lnTo>
                    <a:lnTo>
                      <a:pt x="0" y="1143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r="-99375" b="-1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6076992" y="265907"/>
              <a:ext cx="6043014" cy="6286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Part1. 다시 한번 도서관으로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267603" y="5346411"/>
            <a:ext cx="7136101" cy="4575321"/>
            <a:chOff x="0" y="0"/>
            <a:chExt cx="9514801" cy="6100428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28423" r="31180"/>
            <a:stretch>
              <a:fillRect/>
            </a:stretch>
          </p:blipFill>
          <p:spPr>
            <a:xfrm>
              <a:off x="0" y="0"/>
              <a:ext cx="4693901" cy="6100428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5"/>
            <a:srcRect l="33708" r="25896"/>
            <a:stretch>
              <a:fillRect/>
            </a:stretch>
          </p:blipFill>
          <p:spPr>
            <a:xfrm>
              <a:off x="4820901" y="0"/>
              <a:ext cx="4693901" cy="6100428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>
            <a:off x="10396466" y="825447"/>
            <a:ext cx="6878376" cy="4318053"/>
            <a:chOff x="0" y="0"/>
            <a:chExt cx="1294737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94737" cy="812800"/>
            </a:xfrm>
            <a:custGeom>
              <a:avLst/>
              <a:gdLst/>
              <a:ahLst/>
              <a:cxnLst/>
              <a:rect l="l" t="t" r="r" b="b"/>
              <a:pathLst>
                <a:path w="1294737" h="812800">
                  <a:moveTo>
                    <a:pt x="0" y="0"/>
                  </a:moveTo>
                  <a:lnTo>
                    <a:pt x="1294737" y="0"/>
                  </a:lnTo>
                  <a:lnTo>
                    <a:pt x="1294737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 l="-9787" r="-9787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734450" y="433849"/>
            <a:ext cx="3804270" cy="629633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시나리오 &amp; 퀘스트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2786" y="2851123"/>
            <a:ext cx="7520658" cy="1737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195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두 번째로 모험가 앞에 자신을 엘리스라고 소개하는 여자아이가 나타난다. </a:t>
            </a:r>
          </a:p>
          <a:p>
            <a:pPr algn="l">
              <a:lnSpc>
                <a:spcPts val="3510"/>
              </a:lnSpc>
            </a:pPr>
            <a:r>
              <a:rPr lang="en-US" sz="195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장난기 넘치고 외로움을 많이 타던 엘리스는 모험가들을 자신의 기억 속 장소에 서로 떨어뜨려놓는다. 모험가들은 상자에서 발견한 마법의 소라고둥을 통해 소통하며 방에서 나가기 위해 서로 협동한다. 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-1941170" y="1514869"/>
            <a:ext cx="13248569" cy="884635"/>
            <a:chOff x="0" y="0"/>
            <a:chExt cx="17664758" cy="1179514"/>
          </a:xfrm>
        </p:grpSpPr>
        <p:grpSp>
          <p:nvGrpSpPr>
            <p:cNvPr id="12" name="Group 12"/>
            <p:cNvGrpSpPr>
              <a:grpSpLocks noChangeAspect="1"/>
            </p:cNvGrpSpPr>
            <p:nvPr/>
          </p:nvGrpSpPr>
          <p:grpSpPr>
            <a:xfrm>
              <a:off x="11645000" y="0"/>
              <a:ext cx="6019758" cy="1179514"/>
              <a:chOff x="0" y="0"/>
              <a:chExt cx="6019758" cy="117951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6019800" cy="1179576"/>
              </a:xfrm>
              <a:custGeom>
                <a:avLst/>
                <a:gdLst/>
                <a:ahLst/>
                <a:cxnLst/>
                <a:rect l="l" t="t" r="r" b="b"/>
                <a:pathLst>
                  <a:path w="6019800" h="1179576">
                    <a:moveTo>
                      <a:pt x="0" y="0"/>
                    </a:moveTo>
                    <a:lnTo>
                      <a:pt x="6019800" y="0"/>
                    </a:lnTo>
                    <a:lnTo>
                      <a:pt x="6019800" y="1179576"/>
                    </a:lnTo>
                    <a:lnTo>
                      <a:pt x="0" y="117957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-101267" b="3100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14" name="Group 14"/>
            <p:cNvGrpSpPr>
              <a:grpSpLocks noChangeAspect="1"/>
            </p:cNvGrpSpPr>
            <p:nvPr/>
          </p:nvGrpSpPr>
          <p:grpSpPr>
            <a:xfrm>
              <a:off x="0" y="0"/>
              <a:ext cx="6076992" cy="1143000"/>
              <a:chOff x="0" y="0"/>
              <a:chExt cx="6076992" cy="1143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607695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6076950" h="1143000">
                    <a:moveTo>
                      <a:pt x="0" y="0"/>
                    </a:moveTo>
                    <a:lnTo>
                      <a:pt x="6076950" y="0"/>
                    </a:lnTo>
                    <a:lnTo>
                      <a:pt x="6076950" y="1143000"/>
                    </a:lnTo>
                    <a:lnTo>
                      <a:pt x="0" y="1143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r="-99375" b="-1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6076992" y="265907"/>
              <a:ext cx="5568008" cy="6286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Part2. 집으로 돌아가는 길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416000" y="1563423"/>
            <a:ext cx="8692872" cy="7694877"/>
            <a:chOff x="0" y="0"/>
            <a:chExt cx="11590496" cy="10259837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4960" r="4960"/>
            <a:stretch>
              <a:fillRect/>
            </a:stretch>
          </p:blipFill>
          <p:spPr>
            <a:xfrm>
              <a:off x="0" y="0"/>
              <a:ext cx="11590496" cy="6755224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5"/>
            <a:srcRect t="22246" b="22246"/>
            <a:stretch>
              <a:fillRect/>
            </a:stretch>
          </p:blipFill>
          <p:spPr>
            <a:xfrm>
              <a:off x="0" y="6882224"/>
              <a:ext cx="11590496" cy="3377612"/>
            </a:xfrm>
            <a:prstGeom prst="rect">
              <a:avLst/>
            </a:prstGeom>
          </p:spPr>
        </p:pic>
      </p:grpSp>
      <p:sp>
        <p:nvSpPr>
          <p:cNvPr id="7" name="TextBox 7"/>
          <p:cNvSpPr txBox="1"/>
          <p:nvPr/>
        </p:nvSpPr>
        <p:spPr>
          <a:xfrm>
            <a:off x="1734450" y="433849"/>
            <a:ext cx="3804270" cy="629633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시나리오 &amp; 퀘스트</a:t>
            </a:r>
          </a:p>
        </p:txBody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-1293782" y="4940096"/>
            <a:ext cx="11835042" cy="393564"/>
            <a:chOff x="0" y="0"/>
            <a:chExt cx="15780056" cy="5247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780004" cy="524764"/>
            </a:xfrm>
            <a:custGeom>
              <a:avLst/>
              <a:gdLst/>
              <a:ahLst/>
              <a:cxnLst/>
              <a:rect l="l" t="t" r="r" b="b"/>
              <a:pathLst>
                <a:path w="15780004" h="524764">
                  <a:moveTo>
                    <a:pt x="0" y="0"/>
                  </a:moveTo>
                  <a:lnTo>
                    <a:pt x="15780004" y="0"/>
                  </a:lnTo>
                  <a:lnTo>
                    <a:pt x="15780004" y="524764"/>
                  </a:lnTo>
                  <a:lnTo>
                    <a:pt x="0" y="524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2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17182" y="2751593"/>
            <a:ext cx="7813114" cy="1734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sz="1946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마지막으로 도착한 곳은 기억의 미로 속이었다. </a:t>
            </a:r>
          </a:p>
          <a:p>
            <a:pPr algn="l">
              <a:lnSpc>
                <a:spcPts val="3503"/>
              </a:lnSpc>
            </a:pPr>
            <a:r>
              <a:rPr lang="en-US" sz="1946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엘리스와 플레이어는 미로 속을 헤매며 오빠인 에릭에 대한 기억을 떠올린다.  </a:t>
            </a:r>
          </a:p>
          <a:p>
            <a:pPr algn="l">
              <a:lnSpc>
                <a:spcPts val="3503"/>
              </a:lnSpc>
            </a:pPr>
            <a:r>
              <a:rPr lang="en-US" sz="1946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엘리스는 희미하게 오빠가 자신을 찾는 목소리를 듣고, </a:t>
            </a:r>
          </a:p>
          <a:p>
            <a:pPr algn="l">
              <a:lnSpc>
                <a:spcPts val="3503"/>
              </a:lnSpc>
            </a:pPr>
            <a:r>
              <a:rPr lang="en-US" sz="1946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자신의 위치를 알아내길 바라며 종이 비행기를 날린다.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9599" y="5657510"/>
            <a:ext cx="7708280" cy="1744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1958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에릭과 모험가는 기억의 미로 속에 도착한다. </a:t>
            </a:r>
          </a:p>
          <a:p>
            <a:pPr algn="l">
              <a:lnSpc>
                <a:spcPts val="3525"/>
              </a:lnSpc>
            </a:pPr>
            <a:r>
              <a:rPr lang="en-US" sz="1958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기억에 미로 속에서 에릭은 동생 엘리스의 기억을 돌아보며 그녀를 찾던 중</a:t>
            </a:r>
          </a:p>
          <a:p>
            <a:pPr algn="l">
              <a:lnSpc>
                <a:spcPts val="3525"/>
              </a:lnSpc>
            </a:pPr>
            <a:r>
              <a:rPr lang="en-US" sz="1958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길을 잃는다. </a:t>
            </a:r>
          </a:p>
          <a:p>
            <a:pPr algn="l">
              <a:lnSpc>
                <a:spcPts val="3525"/>
              </a:lnSpc>
            </a:pPr>
            <a:r>
              <a:rPr lang="en-US" sz="1958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한참을 헤매던 중 멀리서 종이비행기가 보인다. 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-1941170" y="1514869"/>
            <a:ext cx="13129817" cy="884636"/>
            <a:chOff x="0" y="0"/>
            <a:chExt cx="17506423" cy="1179514"/>
          </a:xfrm>
        </p:grpSpPr>
        <p:grpSp>
          <p:nvGrpSpPr>
            <p:cNvPr id="13" name="Group 13"/>
            <p:cNvGrpSpPr>
              <a:grpSpLocks noChangeAspect="1"/>
            </p:cNvGrpSpPr>
            <p:nvPr/>
          </p:nvGrpSpPr>
          <p:grpSpPr>
            <a:xfrm>
              <a:off x="11486665" y="0"/>
              <a:ext cx="6019758" cy="1179514"/>
              <a:chOff x="0" y="0"/>
              <a:chExt cx="6019758" cy="1179514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019800" cy="1179576"/>
              </a:xfrm>
              <a:custGeom>
                <a:avLst/>
                <a:gdLst/>
                <a:ahLst/>
                <a:cxnLst/>
                <a:rect l="l" t="t" r="r" b="b"/>
                <a:pathLst>
                  <a:path w="6019800" h="1179576">
                    <a:moveTo>
                      <a:pt x="0" y="0"/>
                    </a:moveTo>
                    <a:lnTo>
                      <a:pt x="6019800" y="0"/>
                    </a:lnTo>
                    <a:lnTo>
                      <a:pt x="6019800" y="1179576"/>
                    </a:lnTo>
                    <a:lnTo>
                      <a:pt x="0" y="117957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-101267" b="3100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0" y="18257"/>
              <a:ext cx="6076992" cy="1143000"/>
              <a:chOff x="0" y="0"/>
              <a:chExt cx="6076992" cy="1143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07695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6076950" h="1143000">
                    <a:moveTo>
                      <a:pt x="0" y="0"/>
                    </a:moveTo>
                    <a:lnTo>
                      <a:pt x="6076950" y="0"/>
                    </a:lnTo>
                    <a:lnTo>
                      <a:pt x="6076950" y="1143000"/>
                    </a:lnTo>
                    <a:lnTo>
                      <a:pt x="0" y="1143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r="-99375" b="-1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6076992" y="265907"/>
              <a:ext cx="5409673" cy="6286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Part3. 서로의 이야기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864450" y="2707364"/>
            <a:ext cx="9141425" cy="6007010"/>
            <a:chOff x="0" y="0"/>
            <a:chExt cx="12188567" cy="8009347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10052" r="10052"/>
            <a:stretch>
              <a:fillRect/>
            </a:stretch>
          </p:blipFill>
          <p:spPr>
            <a:xfrm>
              <a:off x="0" y="0"/>
              <a:ext cx="12188567" cy="8009347"/>
            </a:xfrm>
            <a:prstGeom prst="rect">
              <a:avLst/>
            </a:prstGeom>
          </p:spPr>
        </p:pic>
      </p:grpSp>
      <p:sp>
        <p:nvSpPr>
          <p:cNvPr id="6" name="TextBox 6"/>
          <p:cNvSpPr txBox="1"/>
          <p:nvPr/>
        </p:nvSpPr>
        <p:spPr>
          <a:xfrm>
            <a:off x="1734450" y="433849"/>
            <a:ext cx="3804270" cy="629633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시나리오 &amp; 퀘스트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3028" y="2851123"/>
            <a:ext cx="8481422" cy="305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195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종이 비행기를 따라간 곳에는 엘리스와 모험가가 기다리고 있었다. </a:t>
            </a:r>
          </a:p>
          <a:p>
            <a:pPr algn="l">
              <a:lnSpc>
                <a:spcPts val="3510"/>
              </a:lnSpc>
            </a:pPr>
            <a:r>
              <a:rPr lang="en-US" sz="195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마침내 재회하게 된 두 남매는 감사인사를 하며 모험가에게 도움에 대한 보답으로 </a:t>
            </a:r>
          </a:p>
          <a:p>
            <a:pPr algn="l">
              <a:lnSpc>
                <a:spcPts val="3510"/>
              </a:lnSpc>
            </a:pPr>
            <a:r>
              <a:rPr lang="en-US" sz="195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선물을 건넨다.</a:t>
            </a:r>
          </a:p>
          <a:p>
            <a:pPr algn="l">
              <a:lnSpc>
                <a:spcPts val="3510"/>
              </a:lnSpc>
            </a:pPr>
            <a:r>
              <a:rPr lang="en-US" sz="195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그때, 꽃팔찌가 일렁이며 주변이 밝게 변한다.</a:t>
            </a:r>
          </a:p>
          <a:p>
            <a:pPr algn="l">
              <a:lnSpc>
                <a:spcPts val="3510"/>
              </a:lnSpc>
            </a:pPr>
            <a:endParaRPr lang="en-US" sz="1950">
              <a:solidFill>
                <a:srgbClr val="FFFFFF"/>
              </a:solidFill>
              <a:latin typeface="Arimo"/>
              <a:ea typeface="맑은 고딕"/>
              <a:cs typeface="Arimo"/>
              <a:sym typeface="Arimo"/>
            </a:endParaRPr>
          </a:p>
          <a:p>
            <a:pPr algn="l">
              <a:lnSpc>
                <a:spcPts val="3510"/>
              </a:lnSpc>
            </a:pPr>
            <a:r>
              <a:rPr lang="en-US" sz="195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정신을 차려보니 던바튼의 도서관으로 돌아와있었다.</a:t>
            </a:r>
          </a:p>
          <a:p>
            <a:pPr algn="l">
              <a:lnSpc>
                <a:spcPts val="3510"/>
              </a:lnSpc>
            </a:pPr>
            <a:r>
              <a:rPr lang="en-US" sz="195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플레이어의 옆에는 작은 종이비행기와 선물이 놓여있다.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-1941170" y="1514869"/>
            <a:ext cx="13129817" cy="884636"/>
            <a:chOff x="0" y="0"/>
            <a:chExt cx="17506423" cy="1179514"/>
          </a:xfrm>
        </p:grpSpPr>
        <p:grpSp>
          <p:nvGrpSpPr>
            <p:cNvPr id="9" name="Group 9"/>
            <p:cNvGrpSpPr>
              <a:grpSpLocks noChangeAspect="1"/>
            </p:cNvGrpSpPr>
            <p:nvPr/>
          </p:nvGrpSpPr>
          <p:grpSpPr>
            <a:xfrm>
              <a:off x="11486665" y="0"/>
              <a:ext cx="6019758" cy="1179514"/>
              <a:chOff x="0" y="0"/>
              <a:chExt cx="6019758" cy="117951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019800" cy="1179576"/>
              </a:xfrm>
              <a:custGeom>
                <a:avLst/>
                <a:gdLst/>
                <a:ahLst/>
                <a:cxnLst/>
                <a:rect l="l" t="t" r="r" b="b"/>
                <a:pathLst>
                  <a:path w="6019800" h="1179576">
                    <a:moveTo>
                      <a:pt x="0" y="0"/>
                    </a:moveTo>
                    <a:lnTo>
                      <a:pt x="6019800" y="0"/>
                    </a:lnTo>
                    <a:lnTo>
                      <a:pt x="6019800" y="1179576"/>
                    </a:lnTo>
                    <a:lnTo>
                      <a:pt x="0" y="117957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101267" b="3100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18257"/>
              <a:ext cx="6076992" cy="1143000"/>
              <a:chOff x="0" y="0"/>
              <a:chExt cx="6076992" cy="1143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07695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6076950" h="1143000">
                    <a:moveTo>
                      <a:pt x="0" y="0"/>
                    </a:moveTo>
                    <a:lnTo>
                      <a:pt x="6076950" y="0"/>
                    </a:lnTo>
                    <a:lnTo>
                      <a:pt x="6076950" y="1143000"/>
                    </a:lnTo>
                    <a:lnTo>
                      <a:pt x="0" y="1143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r="-99375" b="-1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6076992" y="265907"/>
              <a:ext cx="5409673" cy="6286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Part 4. 다시 만난 남매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993730" y="1702643"/>
            <a:ext cx="14198373" cy="4381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선행 퀘스트인 「한밤의 도서관」을 클리어한 이후 해당 순서대로 퀘스트를 진행한다.</a:t>
            </a: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902291" y="5147997"/>
            <a:ext cx="4636429" cy="1407867"/>
            <a:chOff x="0" y="0"/>
            <a:chExt cx="8154702" cy="2476202"/>
          </a:xfrm>
        </p:grpSpPr>
        <p:sp>
          <p:nvSpPr>
            <p:cNvPr id="6" name="Freeform 6" descr="한밤의 도서관 (2) 진행불가 해결법 - 마비노기 모바일 마이너 갤러리"/>
            <p:cNvSpPr/>
            <p:nvPr/>
          </p:nvSpPr>
          <p:spPr>
            <a:xfrm>
              <a:off x="0" y="0"/>
              <a:ext cx="8154670" cy="2476246"/>
            </a:xfrm>
            <a:custGeom>
              <a:avLst/>
              <a:gdLst/>
              <a:ahLst/>
              <a:cxnLst/>
              <a:rect l="l" t="t" r="r" b="b"/>
              <a:pathLst>
                <a:path w="8154670" h="2476246">
                  <a:moveTo>
                    <a:pt x="0" y="0"/>
                  </a:moveTo>
                  <a:lnTo>
                    <a:pt x="8154670" y="0"/>
                  </a:lnTo>
                  <a:lnTo>
                    <a:pt x="8154670" y="2476246"/>
                  </a:lnTo>
                  <a:lnTo>
                    <a:pt x="0" y="2476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455831" y="2055024"/>
            <a:ext cx="4876991" cy="7593813"/>
            <a:chOff x="0" y="0"/>
            <a:chExt cx="6502655" cy="10125084"/>
          </a:xfrm>
        </p:grpSpPr>
        <p:grpSp>
          <p:nvGrpSpPr>
            <p:cNvPr id="8" name="Group 8"/>
            <p:cNvGrpSpPr>
              <a:grpSpLocks noChangeAspect="1"/>
            </p:cNvGrpSpPr>
            <p:nvPr/>
          </p:nvGrpSpPr>
          <p:grpSpPr>
            <a:xfrm>
              <a:off x="343529" y="0"/>
              <a:ext cx="6159126" cy="1934926"/>
              <a:chOff x="0" y="0"/>
              <a:chExt cx="6159126" cy="193492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159119" cy="1934972"/>
              </a:xfrm>
              <a:custGeom>
                <a:avLst/>
                <a:gdLst/>
                <a:ahLst/>
                <a:cxnLst/>
                <a:rect l="l" t="t" r="r" b="b"/>
                <a:pathLst>
                  <a:path w="6159119" h="1934972">
                    <a:moveTo>
                      <a:pt x="0" y="0"/>
                    </a:moveTo>
                    <a:lnTo>
                      <a:pt x="6159119" y="0"/>
                    </a:lnTo>
                    <a:lnTo>
                      <a:pt x="6159119" y="1934972"/>
                    </a:lnTo>
                    <a:lnTo>
                      <a:pt x="0" y="193497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t="-32911" r="3499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0" y="345000"/>
              <a:ext cx="5909380" cy="6286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r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다시 한번 도서관으로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22190" y="991121"/>
              <a:ext cx="3187190" cy="579755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marL="474979" lvl="1" indent="-237490" algn="r">
                <a:lnSpc>
                  <a:spcPts val="395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도서관으로 이동</a:t>
              </a:r>
            </a:p>
          </p:txBody>
        </p:sp>
        <p:grpSp>
          <p:nvGrpSpPr>
            <p:cNvPr id="12" name="Group 12"/>
            <p:cNvGrpSpPr>
              <a:grpSpLocks noChangeAspect="1"/>
            </p:cNvGrpSpPr>
            <p:nvPr/>
          </p:nvGrpSpPr>
          <p:grpSpPr>
            <a:xfrm>
              <a:off x="343529" y="2102790"/>
              <a:ext cx="6159126" cy="1934926"/>
              <a:chOff x="0" y="0"/>
              <a:chExt cx="6159126" cy="193492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6159119" cy="1934972"/>
              </a:xfrm>
              <a:custGeom>
                <a:avLst/>
                <a:gdLst/>
                <a:ahLst/>
                <a:cxnLst/>
                <a:rect l="l" t="t" r="r" b="b"/>
                <a:pathLst>
                  <a:path w="6159119" h="1934972">
                    <a:moveTo>
                      <a:pt x="0" y="0"/>
                    </a:moveTo>
                    <a:lnTo>
                      <a:pt x="6159119" y="0"/>
                    </a:lnTo>
                    <a:lnTo>
                      <a:pt x="6159119" y="1934972"/>
                    </a:lnTo>
                    <a:lnTo>
                      <a:pt x="0" y="193497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t="-32911" r="3499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0" y="2441604"/>
              <a:ext cx="5909380" cy="6286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r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집으로 돌아가는 길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34783" y="3216304"/>
              <a:ext cx="2974597" cy="4635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marL="474979" lvl="1" indent="-237490" algn="r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나가는 길 탐색</a:t>
              </a:r>
            </a:p>
          </p:txBody>
        </p:sp>
        <p:grpSp>
          <p:nvGrpSpPr>
            <p:cNvPr id="16" name="Group 16"/>
            <p:cNvGrpSpPr>
              <a:grpSpLocks noChangeAspect="1"/>
            </p:cNvGrpSpPr>
            <p:nvPr/>
          </p:nvGrpSpPr>
          <p:grpSpPr>
            <a:xfrm>
              <a:off x="441861" y="4205581"/>
              <a:ext cx="6017185" cy="1861258"/>
              <a:chOff x="0" y="0"/>
              <a:chExt cx="6017185" cy="186125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6017133" cy="1861312"/>
              </a:xfrm>
              <a:custGeom>
                <a:avLst/>
                <a:gdLst/>
                <a:ahLst/>
                <a:cxnLst/>
                <a:rect l="l" t="t" r="r" b="b"/>
                <a:pathLst>
                  <a:path w="6017133" h="1861312">
                    <a:moveTo>
                      <a:pt x="0" y="0"/>
                    </a:moveTo>
                    <a:lnTo>
                      <a:pt x="6017133" y="0"/>
                    </a:lnTo>
                    <a:lnTo>
                      <a:pt x="6017133" y="1861312"/>
                    </a:lnTo>
                    <a:lnTo>
                      <a:pt x="0" y="186131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t="-33425" r="3498" b="-1560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41805" y="4507560"/>
              <a:ext cx="5767575" cy="6286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r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잊으면 안되는 것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38224" y="5282260"/>
              <a:ext cx="3671156" cy="4635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marL="474979" lvl="1" indent="-237490" algn="r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종이 비행기 날리기</a:t>
              </a:r>
            </a:p>
          </p:txBody>
        </p:sp>
        <p:grpSp>
          <p:nvGrpSpPr>
            <p:cNvPr id="20" name="Group 20"/>
            <p:cNvGrpSpPr>
              <a:grpSpLocks noChangeAspect="1"/>
            </p:cNvGrpSpPr>
            <p:nvPr/>
          </p:nvGrpSpPr>
          <p:grpSpPr>
            <a:xfrm>
              <a:off x="441861" y="6234704"/>
              <a:ext cx="6017185" cy="1861258"/>
              <a:chOff x="0" y="0"/>
              <a:chExt cx="6017185" cy="1861258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6017133" cy="1861312"/>
              </a:xfrm>
              <a:custGeom>
                <a:avLst/>
                <a:gdLst/>
                <a:ahLst/>
                <a:cxnLst/>
                <a:rect l="l" t="t" r="r" b="b"/>
                <a:pathLst>
                  <a:path w="6017133" h="1861312">
                    <a:moveTo>
                      <a:pt x="0" y="0"/>
                    </a:moveTo>
                    <a:lnTo>
                      <a:pt x="6017133" y="0"/>
                    </a:lnTo>
                    <a:lnTo>
                      <a:pt x="6017133" y="1861312"/>
                    </a:lnTo>
                    <a:lnTo>
                      <a:pt x="0" y="186131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t="-33425" r="3498" b="-1560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141804" y="6537780"/>
              <a:ext cx="5767576" cy="6286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r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잃으면 안되는 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66059" y="7310285"/>
              <a:ext cx="3843321" cy="4635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marL="474979" lvl="1" indent="-237490" algn="r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종이비행기 따라가기</a:t>
              </a:r>
            </a:p>
          </p:txBody>
        </p:sp>
        <p:grpSp>
          <p:nvGrpSpPr>
            <p:cNvPr id="24" name="Group 24"/>
            <p:cNvGrpSpPr>
              <a:grpSpLocks noChangeAspect="1"/>
            </p:cNvGrpSpPr>
            <p:nvPr/>
          </p:nvGrpSpPr>
          <p:grpSpPr>
            <a:xfrm>
              <a:off x="441861" y="8263826"/>
              <a:ext cx="6017185" cy="1861258"/>
              <a:chOff x="0" y="0"/>
              <a:chExt cx="6017185" cy="186125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6017133" cy="1861312"/>
              </a:xfrm>
              <a:custGeom>
                <a:avLst/>
                <a:gdLst/>
                <a:ahLst/>
                <a:cxnLst/>
                <a:rect l="l" t="t" r="r" b="b"/>
                <a:pathLst>
                  <a:path w="6017133" h="1861312">
                    <a:moveTo>
                      <a:pt x="0" y="0"/>
                    </a:moveTo>
                    <a:lnTo>
                      <a:pt x="6017133" y="0"/>
                    </a:lnTo>
                    <a:lnTo>
                      <a:pt x="6017133" y="1861312"/>
                    </a:lnTo>
                    <a:lnTo>
                      <a:pt x="0" y="186131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t="-33425" r="3498" b="-1560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141804" y="8563754"/>
              <a:ext cx="5767576" cy="6286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r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다시 만난 남매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529515" y="9342556"/>
              <a:ext cx="3379865" cy="4635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marL="474979" lvl="1" indent="-237490" algn="r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기억의 장소 탐사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134749" y="4759984"/>
            <a:ext cx="5725053" cy="2183894"/>
            <a:chOff x="0" y="0"/>
            <a:chExt cx="1507833" cy="57518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507833" cy="575182"/>
            </a:xfrm>
            <a:custGeom>
              <a:avLst/>
              <a:gdLst/>
              <a:ahLst/>
              <a:cxnLst/>
              <a:rect l="l" t="t" r="r" b="b"/>
              <a:pathLst>
                <a:path w="1507833" h="575182">
                  <a:moveTo>
                    <a:pt x="1507833" y="287591"/>
                  </a:moveTo>
                  <a:lnTo>
                    <a:pt x="1101433" y="0"/>
                  </a:lnTo>
                  <a:lnTo>
                    <a:pt x="1101433" y="203200"/>
                  </a:lnTo>
                  <a:lnTo>
                    <a:pt x="0" y="203200"/>
                  </a:lnTo>
                  <a:lnTo>
                    <a:pt x="0" y="371982"/>
                  </a:lnTo>
                  <a:lnTo>
                    <a:pt x="1101433" y="371982"/>
                  </a:lnTo>
                  <a:lnTo>
                    <a:pt x="1101433" y="575182"/>
                  </a:lnTo>
                  <a:lnTo>
                    <a:pt x="1507833" y="2875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193675"/>
              <a:ext cx="1406233" cy="178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0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734450" y="433849"/>
            <a:ext cx="3804270" cy="629633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시나리오 &amp; 퀘스트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12729348" y="1740852"/>
            <a:ext cx="4140305" cy="1246445"/>
            <a:chOff x="0" y="0"/>
            <a:chExt cx="5520407" cy="1661926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5520407" cy="1661926"/>
              <a:chOff x="0" y="0"/>
              <a:chExt cx="1455012" cy="43803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455012" cy="438034"/>
              </a:xfrm>
              <a:custGeom>
                <a:avLst/>
                <a:gdLst/>
                <a:ahLst/>
                <a:cxnLst/>
                <a:rect l="l" t="t" r="r" b="b"/>
                <a:pathLst>
                  <a:path w="1455012" h="438034">
                    <a:moveTo>
                      <a:pt x="0" y="0"/>
                    </a:moveTo>
                    <a:lnTo>
                      <a:pt x="1455012" y="0"/>
                    </a:lnTo>
                    <a:lnTo>
                      <a:pt x="1455012" y="438034"/>
                    </a:lnTo>
                    <a:lnTo>
                      <a:pt x="0" y="438034"/>
                    </a:lnTo>
                    <a:close/>
                  </a:path>
                </a:pathLst>
              </a:custGeom>
              <a:solidFill>
                <a:srgbClr val="333333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9525"/>
                <a:ext cx="1455012" cy="447559"/>
              </a:xfrm>
              <a:prstGeom prst="rect">
                <a:avLst/>
              </a:prstGeom>
            </p:spPr>
            <p:txBody>
              <a:bodyPr lIns="38072" tIns="38072" rIns="38072" bIns="38072" rtlCol="0" anchor="ctr"/>
              <a:lstStyle/>
              <a:p>
                <a:pPr algn="ctr">
                  <a:lnSpc>
                    <a:spcPts val="240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>
              <a:grpSpLocks noChangeAspect="1"/>
            </p:cNvGrpSpPr>
            <p:nvPr/>
          </p:nvGrpSpPr>
          <p:grpSpPr>
            <a:xfrm>
              <a:off x="83282" y="67148"/>
              <a:ext cx="5353843" cy="1527630"/>
              <a:chOff x="0" y="0"/>
              <a:chExt cx="7143750" cy="203835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143750" cy="2038350"/>
              </a:xfrm>
              <a:custGeom>
                <a:avLst/>
                <a:gdLst/>
                <a:ahLst/>
                <a:cxnLst/>
                <a:rect l="l" t="t" r="r" b="b"/>
                <a:pathLst>
                  <a:path w="7143750" h="2038350">
                    <a:moveTo>
                      <a:pt x="0" y="0"/>
                    </a:moveTo>
                    <a:lnTo>
                      <a:pt x="7143750" y="0"/>
                    </a:lnTo>
                    <a:lnTo>
                      <a:pt x="7143750" y="2038350"/>
                    </a:lnTo>
                    <a:lnTo>
                      <a:pt x="0" y="20383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953184" y="854751"/>
              <a:ext cx="3614039" cy="413513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410"/>
                </a:lnSpc>
              </a:pPr>
              <a:r>
                <a:rPr lang="en-US" sz="2009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식료품점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53184" y="378854"/>
              <a:ext cx="3614039" cy="413513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410"/>
                </a:lnSpc>
              </a:pPr>
              <a:r>
                <a:rPr lang="en-US" sz="2009" b="1">
                  <a:solidFill>
                    <a:srgbClr val="FFFFFF"/>
                  </a:solidFill>
                  <a:latin typeface="Arimo Bold"/>
                  <a:ea typeface="맑은 고딕"/>
                  <a:cs typeface="Arimo Bold"/>
                  <a:sym typeface="Arimo Bold"/>
                </a:rPr>
                <a:t>3구역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80832" y="552450"/>
            <a:ext cx="3246120" cy="4762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Arimo Bold"/>
                <a:ea typeface="맑은 고딕"/>
                <a:cs typeface="Arimo Bold"/>
                <a:sym typeface="Arimo Bold"/>
              </a:rPr>
              <a:t>맵 구성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2728766" y="6487112"/>
            <a:ext cx="4141470" cy="2597833"/>
            <a:chOff x="0" y="0"/>
            <a:chExt cx="5521960" cy="346377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521960" cy="2926639"/>
            </a:xfrm>
            <a:custGeom>
              <a:avLst/>
              <a:gdLst/>
              <a:ahLst/>
              <a:cxnLst/>
              <a:rect l="l" t="t" r="r" b="b"/>
              <a:pathLst>
                <a:path w="5521960" h="2926639">
                  <a:moveTo>
                    <a:pt x="0" y="0"/>
                  </a:moveTo>
                  <a:lnTo>
                    <a:pt x="5521960" y="0"/>
                  </a:lnTo>
                  <a:lnTo>
                    <a:pt x="5521960" y="2926639"/>
                  </a:lnTo>
                  <a:lnTo>
                    <a:pt x="0" y="2926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3050265"/>
              <a:ext cx="5520690" cy="413513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410"/>
                </a:lnSpc>
              </a:pPr>
              <a:r>
                <a:rPr lang="en-US" sz="2009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식료품점B(2P)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728766" y="3606332"/>
            <a:ext cx="4141470" cy="2593220"/>
            <a:chOff x="0" y="0"/>
            <a:chExt cx="5521960" cy="345762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521960" cy="2926639"/>
            </a:xfrm>
            <a:custGeom>
              <a:avLst/>
              <a:gdLst/>
              <a:ahLst/>
              <a:cxnLst/>
              <a:rect l="l" t="t" r="r" b="b"/>
              <a:pathLst>
                <a:path w="5521960" h="2926639">
                  <a:moveTo>
                    <a:pt x="0" y="0"/>
                  </a:moveTo>
                  <a:lnTo>
                    <a:pt x="5521960" y="0"/>
                  </a:lnTo>
                  <a:lnTo>
                    <a:pt x="5521960" y="2926639"/>
                  </a:lnTo>
                  <a:lnTo>
                    <a:pt x="0" y="2926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3044114"/>
              <a:ext cx="5520690" cy="413513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410"/>
                </a:lnSpc>
              </a:pPr>
              <a:r>
                <a:rPr lang="en-US" sz="2009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식료품점A(1P)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937884" y="1740852"/>
            <a:ext cx="4141470" cy="7344093"/>
            <a:chOff x="0" y="0"/>
            <a:chExt cx="5521960" cy="9792124"/>
          </a:xfrm>
        </p:grpSpPr>
        <p:grpSp>
          <p:nvGrpSpPr>
            <p:cNvPr id="19" name="Group 19"/>
            <p:cNvGrpSpPr/>
            <p:nvPr/>
          </p:nvGrpSpPr>
          <p:grpSpPr>
            <a:xfrm>
              <a:off x="777" y="0"/>
              <a:ext cx="5520407" cy="1661926"/>
              <a:chOff x="0" y="0"/>
              <a:chExt cx="1455012" cy="438034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455012" cy="438034"/>
              </a:xfrm>
              <a:custGeom>
                <a:avLst/>
                <a:gdLst/>
                <a:ahLst/>
                <a:cxnLst/>
                <a:rect l="l" t="t" r="r" b="b"/>
                <a:pathLst>
                  <a:path w="1455012" h="438034">
                    <a:moveTo>
                      <a:pt x="0" y="0"/>
                    </a:moveTo>
                    <a:lnTo>
                      <a:pt x="1455012" y="0"/>
                    </a:lnTo>
                    <a:lnTo>
                      <a:pt x="1455012" y="438034"/>
                    </a:lnTo>
                    <a:lnTo>
                      <a:pt x="0" y="438034"/>
                    </a:lnTo>
                    <a:close/>
                  </a:path>
                </a:pathLst>
              </a:custGeom>
              <a:solidFill>
                <a:srgbClr val="333333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0"/>
                <a:ext cx="1455012" cy="438034"/>
              </a:xfrm>
              <a:prstGeom prst="rect">
                <a:avLst/>
              </a:prstGeom>
            </p:spPr>
            <p:txBody>
              <a:bodyPr lIns="38072" tIns="38072" rIns="38072" bIns="38072" rtlCol="0" anchor="ctr"/>
              <a:lstStyle/>
              <a:p>
                <a:pPr algn="ctr">
                  <a:lnSpc>
                    <a:spcPts val="2399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>
              <a:grpSpLocks noChangeAspect="1"/>
            </p:cNvGrpSpPr>
            <p:nvPr/>
          </p:nvGrpSpPr>
          <p:grpSpPr>
            <a:xfrm>
              <a:off x="84059" y="67148"/>
              <a:ext cx="5353843" cy="1527630"/>
              <a:chOff x="0" y="0"/>
              <a:chExt cx="7143750" cy="203835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7143750" cy="2038350"/>
              </a:xfrm>
              <a:custGeom>
                <a:avLst/>
                <a:gdLst/>
                <a:ahLst/>
                <a:cxnLst/>
                <a:rect l="l" t="t" r="r" b="b"/>
                <a:pathLst>
                  <a:path w="7143750" h="2038350">
                    <a:moveTo>
                      <a:pt x="0" y="0"/>
                    </a:moveTo>
                    <a:lnTo>
                      <a:pt x="7143750" y="0"/>
                    </a:lnTo>
                    <a:lnTo>
                      <a:pt x="7143750" y="2038350"/>
                    </a:lnTo>
                    <a:lnTo>
                      <a:pt x="0" y="20383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953960" y="854751"/>
              <a:ext cx="3614039" cy="413513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410"/>
                </a:lnSpc>
              </a:pPr>
              <a:r>
                <a:rPr lang="en-US" sz="2009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서점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3960" y="378854"/>
              <a:ext cx="3614039" cy="413513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410"/>
                </a:lnSpc>
              </a:pPr>
              <a:r>
                <a:rPr lang="en-US" sz="2009" b="1">
                  <a:solidFill>
                    <a:srgbClr val="FFFFFF"/>
                  </a:solidFill>
                  <a:latin typeface="Arimo Bold"/>
                  <a:ea typeface="맑은 고딕"/>
                  <a:cs typeface="Arimo Bold"/>
                  <a:sym typeface="Arimo Bold"/>
                </a:rPr>
                <a:t>2구역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6328346"/>
              <a:ext cx="5521960" cy="2926639"/>
            </a:xfrm>
            <a:custGeom>
              <a:avLst/>
              <a:gdLst/>
              <a:ahLst/>
              <a:cxnLst/>
              <a:rect l="l" t="t" r="r" b="b"/>
              <a:pathLst>
                <a:path w="5521960" h="2926639">
                  <a:moveTo>
                    <a:pt x="0" y="0"/>
                  </a:moveTo>
                  <a:lnTo>
                    <a:pt x="5521960" y="0"/>
                  </a:lnTo>
                  <a:lnTo>
                    <a:pt x="5521960" y="2926639"/>
                  </a:lnTo>
                  <a:lnTo>
                    <a:pt x="0" y="2926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5" y="9378611"/>
              <a:ext cx="5520690" cy="413513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410"/>
                </a:lnSpc>
              </a:pPr>
              <a:r>
                <a:rPr lang="en-US" sz="2009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서점B(2P)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2487308"/>
              <a:ext cx="5521960" cy="2926639"/>
            </a:xfrm>
            <a:custGeom>
              <a:avLst/>
              <a:gdLst/>
              <a:ahLst/>
              <a:cxnLst/>
              <a:rect l="l" t="t" r="r" b="b"/>
              <a:pathLst>
                <a:path w="5521960" h="2926639">
                  <a:moveTo>
                    <a:pt x="0" y="0"/>
                  </a:moveTo>
                  <a:lnTo>
                    <a:pt x="5521960" y="0"/>
                  </a:lnTo>
                  <a:lnTo>
                    <a:pt x="5521960" y="2926638"/>
                  </a:lnTo>
                  <a:lnTo>
                    <a:pt x="0" y="2926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5531421"/>
              <a:ext cx="5520690" cy="413513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410"/>
                </a:lnSpc>
              </a:pPr>
              <a:r>
                <a:rPr lang="en-US" sz="2009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서점A (1P)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419067" y="1740852"/>
            <a:ext cx="4140517" cy="4458701"/>
            <a:chOff x="0" y="0"/>
            <a:chExt cx="5520690" cy="5944934"/>
          </a:xfrm>
        </p:grpSpPr>
        <p:grpSp>
          <p:nvGrpSpPr>
            <p:cNvPr id="31" name="Group 31"/>
            <p:cNvGrpSpPr/>
            <p:nvPr/>
          </p:nvGrpSpPr>
          <p:grpSpPr>
            <a:xfrm>
              <a:off x="142" y="0"/>
              <a:ext cx="5520407" cy="1661926"/>
              <a:chOff x="0" y="0"/>
              <a:chExt cx="1455012" cy="438034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455012" cy="438034"/>
              </a:xfrm>
              <a:custGeom>
                <a:avLst/>
                <a:gdLst/>
                <a:ahLst/>
                <a:cxnLst/>
                <a:rect l="l" t="t" r="r" b="b"/>
                <a:pathLst>
                  <a:path w="1455012" h="438034">
                    <a:moveTo>
                      <a:pt x="0" y="0"/>
                    </a:moveTo>
                    <a:lnTo>
                      <a:pt x="1455012" y="0"/>
                    </a:lnTo>
                    <a:lnTo>
                      <a:pt x="1455012" y="438034"/>
                    </a:lnTo>
                    <a:lnTo>
                      <a:pt x="0" y="438034"/>
                    </a:lnTo>
                    <a:close/>
                  </a:path>
                </a:pathLst>
              </a:custGeom>
              <a:solidFill>
                <a:srgbClr val="333333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9525"/>
                <a:ext cx="1455012" cy="447559"/>
              </a:xfrm>
              <a:prstGeom prst="rect">
                <a:avLst/>
              </a:prstGeom>
            </p:spPr>
            <p:txBody>
              <a:bodyPr lIns="38072" tIns="38072" rIns="38072" bIns="38072" rtlCol="0" anchor="ctr"/>
              <a:lstStyle/>
              <a:p>
                <a:pPr algn="ctr">
                  <a:lnSpc>
                    <a:spcPts val="2400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>
              <a:grpSpLocks noChangeAspect="1"/>
            </p:cNvGrpSpPr>
            <p:nvPr/>
          </p:nvGrpSpPr>
          <p:grpSpPr>
            <a:xfrm>
              <a:off x="83424" y="67148"/>
              <a:ext cx="5353843" cy="1527630"/>
              <a:chOff x="0" y="0"/>
              <a:chExt cx="7143750" cy="203835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7143750" cy="2038350"/>
              </a:xfrm>
              <a:custGeom>
                <a:avLst/>
                <a:gdLst/>
                <a:ahLst/>
                <a:cxnLst/>
                <a:rect l="l" t="t" r="r" b="b"/>
                <a:pathLst>
                  <a:path w="7143750" h="2038350">
                    <a:moveTo>
                      <a:pt x="0" y="0"/>
                    </a:moveTo>
                    <a:lnTo>
                      <a:pt x="7143750" y="0"/>
                    </a:lnTo>
                    <a:lnTo>
                      <a:pt x="7143750" y="2038350"/>
                    </a:lnTo>
                    <a:lnTo>
                      <a:pt x="0" y="20383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953325" y="854751"/>
              <a:ext cx="3614039" cy="413513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410"/>
                </a:lnSpc>
              </a:pPr>
              <a:r>
                <a:rPr lang="en-US" sz="2009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도서관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53325" y="378854"/>
              <a:ext cx="3614039" cy="413513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410"/>
                </a:lnSpc>
              </a:pPr>
              <a:r>
                <a:rPr lang="en-US" sz="2009" b="1">
                  <a:solidFill>
                    <a:srgbClr val="FFFFFF"/>
                  </a:solidFill>
                  <a:latin typeface="Arimo Bold"/>
                  <a:ea typeface="맑은 고딕"/>
                  <a:cs typeface="Arimo Bold"/>
                  <a:sym typeface="Arimo Bold"/>
                </a:rPr>
                <a:t>1구역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0" y="2487981"/>
              <a:ext cx="5520690" cy="2925966"/>
            </a:xfrm>
            <a:custGeom>
              <a:avLst/>
              <a:gdLst/>
              <a:ahLst/>
              <a:cxnLst/>
              <a:rect l="l" t="t" r="r" b="b"/>
              <a:pathLst>
                <a:path w="5520690" h="2925966">
                  <a:moveTo>
                    <a:pt x="0" y="0"/>
                  </a:moveTo>
                  <a:lnTo>
                    <a:pt x="5520690" y="0"/>
                  </a:lnTo>
                  <a:lnTo>
                    <a:pt x="5520690" y="2925965"/>
                  </a:lnTo>
                  <a:lnTo>
                    <a:pt x="0" y="2925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5531421"/>
              <a:ext cx="5520690" cy="413513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410"/>
                </a:lnSpc>
              </a:pPr>
              <a:r>
                <a:rPr lang="en-US" sz="2009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던바튼 학교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615440" y="555672"/>
            <a:ext cx="3246120" cy="4762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Arimo Bold"/>
                <a:ea typeface="맑은 고딕"/>
                <a:cs typeface="Arimo Bold"/>
                <a:sym typeface="Arimo Bold"/>
              </a:rPr>
              <a:t>맵 구성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719985" y="1740852"/>
            <a:ext cx="5115878" cy="5379751"/>
            <a:chOff x="0" y="0"/>
            <a:chExt cx="6821170" cy="7173001"/>
          </a:xfrm>
        </p:grpSpPr>
        <p:grpSp>
          <p:nvGrpSpPr>
            <p:cNvPr id="5" name="Group 5"/>
            <p:cNvGrpSpPr/>
            <p:nvPr/>
          </p:nvGrpSpPr>
          <p:grpSpPr>
            <a:xfrm>
              <a:off x="175" y="0"/>
              <a:ext cx="6820820" cy="2053418"/>
              <a:chOff x="0" y="0"/>
              <a:chExt cx="1455012" cy="43803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55012" cy="438034"/>
              </a:xfrm>
              <a:custGeom>
                <a:avLst/>
                <a:gdLst/>
                <a:ahLst/>
                <a:cxnLst/>
                <a:rect l="l" t="t" r="r" b="b"/>
                <a:pathLst>
                  <a:path w="1455012" h="438034">
                    <a:moveTo>
                      <a:pt x="0" y="0"/>
                    </a:moveTo>
                    <a:lnTo>
                      <a:pt x="1455012" y="0"/>
                    </a:lnTo>
                    <a:lnTo>
                      <a:pt x="1455012" y="438034"/>
                    </a:lnTo>
                    <a:lnTo>
                      <a:pt x="0" y="438034"/>
                    </a:lnTo>
                    <a:close/>
                  </a:path>
                </a:pathLst>
              </a:custGeom>
              <a:solidFill>
                <a:srgbClr val="333333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9525"/>
                <a:ext cx="1455012" cy="447559"/>
              </a:xfrm>
              <a:prstGeom prst="rect">
                <a:avLst/>
              </a:prstGeom>
            </p:spPr>
            <p:txBody>
              <a:bodyPr lIns="47040" tIns="47040" rIns="47040" bIns="47040" rtlCol="0" anchor="ctr"/>
              <a:lstStyle/>
              <a:p>
                <a:pPr algn="ctr">
                  <a:lnSpc>
                    <a:spcPts val="2400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>
              <a:grpSpLocks noChangeAspect="1"/>
            </p:cNvGrpSpPr>
            <p:nvPr/>
          </p:nvGrpSpPr>
          <p:grpSpPr>
            <a:xfrm>
              <a:off x="103075" y="82966"/>
              <a:ext cx="6615020" cy="1887486"/>
              <a:chOff x="0" y="0"/>
              <a:chExt cx="7143750" cy="20383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143750" cy="2038350"/>
              </a:xfrm>
              <a:custGeom>
                <a:avLst/>
                <a:gdLst/>
                <a:ahLst/>
                <a:cxnLst/>
                <a:rect l="l" t="t" r="r" b="b"/>
                <a:pathLst>
                  <a:path w="7143750" h="2038350">
                    <a:moveTo>
                      <a:pt x="0" y="0"/>
                    </a:moveTo>
                    <a:lnTo>
                      <a:pt x="7143750" y="0"/>
                    </a:lnTo>
                    <a:lnTo>
                      <a:pt x="7143750" y="2038350"/>
                    </a:lnTo>
                    <a:lnTo>
                      <a:pt x="0" y="20383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1177895" y="1058344"/>
              <a:ext cx="4465380" cy="508678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978"/>
                </a:lnSpc>
              </a:pPr>
              <a:r>
                <a:rPr lang="en-US" sz="2482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미로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7895" y="470342"/>
              <a:ext cx="4465380" cy="508678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978"/>
                </a:lnSpc>
              </a:pPr>
              <a:r>
                <a:rPr lang="en-US" sz="2482" b="1">
                  <a:solidFill>
                    <a:srgbClr val="FFFFFF"/>
                  </a:solidFill>
                  <a:latin typeface="Arimo Bold"/>
                  <a:ea typeface="맑은 고딕"/>
                  <a:cs typeface="Arimo Bold"/>
                  <a:sym typeface="Arimo Bold"/>
                </a:rPr>
                <a:t>4구역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2942418"/>
              <a:ext cx="6821170" cy="3521429"/>
            </a:xfrm>
            <a:custGeom>
              <a:avLst/>
              <a:gdLst/>
              <a:ahLst/>
              <a:cxnLst/>
              <a:rect l="l" t="t" r="r" b="b"/>
              <a:pathLst>
                <a:path w="6821170" h="3521429">
                  <a:moveTo>
                    <a:pt x="0" y="0"/>
                  </a:moveTo>
                  <a:lnTo>
                    <a:pt x="6821170" y="0"/>
                  </a:lnTo>
                  <a:lnTo>
                    <a:pt x="6821170" y="3521429"/>
                  </a:lnTo>
                  <a:lnTo>
                    <a:pt x="0" y="3521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6696751"/>
              <a:ext cx="6821170" cy="4762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770"/>
                </a:lnSpc>
              </a:pPr>
              <a:r>
                <a:rPr lang="en-US" sz="2309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키아 던전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461662" y="1740852"/>
            <a:ext cx="5115878" cy="5379751"/>
            <a:chOff x="0" y="0"/>
            <a:chExt cx="6821170" cy="7173001"/>
          </a:xfrm>
        </p:grpSpPr>
        <p:grpSp>
          <p:nvGrpSpPr>
            <p:cNvPr id="15" name="Group 15"/>
            <p:cNvGrpSpPr/>
            <p:nvPr/>
          </p:nvGrpSpPr>
          <p:grpSpPr>
            <a:xfrm>
              <a:off x="169" y="0"/>
              <a:ext cx="6820832" cy="2053421"/>
              <a:chOff x="0" y="0"/>
              <a:chExt cx="1455012" cy="43803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455012" cy="438034"/>
              </a:xfrm>
              <a:custGeom>
                <a:avLst/>
                <a:gdLst/>
                <a:ahLst/>
                <a:cxnLst/>
                <a:rect l="l" t="t" r="r" b="b"/>
                <a:pathLst>
                  <a:path w="1455012" h="438034">
                    <a:moveTo>
                      <a:pt x="0" y="0"/>
                    </a:moveTo>
                    <a:lnTo>
                      <a:pt x="1455012" y="0"/>
                    </a:lnTo>
                    <a:lnTo>
                      <a:pt x="1455012" y="438034"/>
                    </a:lnTo>
                    <a:lnTo>
                      <a:pt x="0" y="438034"/>
                    </a:lnTo>
                    <a:close/>
                  </a:path>
                </a:pathLst>
              </a:custGeom>
              <a:solidFill>
                <a:srgbClr val="333333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0"/>
                <a:ext cx="1455012" cy="438034"/>
              </a:xfrm>
              <a:prstGeom prst="rect">
                <a:avLst/>
              </a:prstGeom>
            </p:spPr>
            <p:txBody>
              <a:bodyPr lIns="47040" tIns="47040" rIns="47040" bIns="47040" rtlCol="0" anchor="ctr"/>
              <a:lstStyle/>
              <a:p>
                <a:pPr algn="ctr">
                  <a:lnSpc>
                    <a:spcPts val="239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>
              <a:grpSpLocks noChangeAspect="1"/>
            </p:cNvGrpSpPr>
            <p:nvPr/>
          </p:nvGrpSpPr>
          <p:grpSpPr>
            <a:xfrm>
              <a:off x="103069" y="82966"/>
              <a:ext cx="6615031" cy="1887489"/>
              <a:chOff x="0" y="0"/>
              <a:chExt cx="7143750" cy="203835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7143750" cy="2038350"/>
              </a:xfrm>
              <a:custGeom>
                <a:avLst/>
                <a:gdLst/>
                <a:ahLst/>
                <a:cxnLst/>
                <a:rect l="l" t="t" r="r" b="b"/>
                <a:pathLst>
                  <a:path w="7143750" h="2038350">
                    <a:moveTo>
                      <a:pt x="0" y="0"/>
                    </a:moveTo>
                    <a:lnTo>
                      <a:pt x="7143750" y="0"/>
                    </a:lnTo>
                    <a:lnTo>
                      <a:pt x="7143750" y="2038350"/>
                    </a:lnTo>
                    <a:lnTo>
                      <a:pt x="0" y="20383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177891" y="1058346"/>
              <a:ext cx="4465387" cy="508679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978"/>
                </a:lnSpc>
              </a:pPr>
              <a:r>
                <a:rPr lang="en-US" sz="2482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엘니드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77891" y="470343"/>
              <a:ext cx="4465387" cy="508679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978"/>
                </a:lnSpc>
              </a:pPr>
              <a:r>
                <a:rPr lang="en-US" sz="2482" b="1">
                  <a:solidFill>
                    <a:srgbClr val="FFFFFF"/>
                  </a:solidFill>
                  <a:latin typeface="Arimo Bold"/>
                  <a:ea typeface="맑은 고딕"/>
                  <a:cs typeface="Arimo Bold"/>
                  <a:sym typeface="Arimo Bold"/>
                </a:rPr>
                <a:t>5구역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2712203"/>
              <a:ext cx="6821170" cy="3751643"/>
            </a:xfrm>
            <a:custGeom>
              <a:avLst/>
              <a:gdLst/>
              <a:ahLst/>
              <a:cxnLst/>
              <a:rect l="l" t="t" r="r" b="b"/>
              <a:pathLst>
                <a:path w="6821170" h="3751643">
                  <a:moveTo>
                    <a:pt x="0" y="0"/>
                  </a:moveTo>
                  <a:lnTo>
                    <a:pt x="6821170" y="0"/>
                  </a:lnTo>
                  <a:lnTo>
                    <a:pt x="6821170" y="3751644"/>
                  </a:lnTo>
                  <a:lnTo>
                    <a:pt x="0" y="37516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6696751"/>
              <a:ext cx="6821170" cy="4762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770"/>
                </a:lnSpc>
              </a:pPr>
              <a:r>
                <a:rPr lang="en-US" sz="2309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엘니드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615440" y="555672"/>
            <a:ext cx="3246120" cy="4762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Arimo Bold"/>
                <a:ea typeface="맑은 고딕"/>
                <a:cs typeface="Arimo Bold"/>
                <a:sym typeface="Arimo Bold"/>
              </a:rPr>
              <a:t>1구역 - 도서관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3118783" y="3745295"/>
            <a:ext cx="4140517" cy="2796410"/>
            <a:chOff x="0" y="0"/>
            <a:chExt cx="5520690" cy="37285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520690" cy="3194496"/>
            </a:xfrm>
            <a:custGeom>
              <a:avLst/>
              <a:gdLst/>
              <a:ahLst/>
              <a:cxnLst/>
              <a:rect l="l" t="t" r="r" b="b"/>
              <a:pathLst>
                <a:path w="5520690" h="3194496">
                  <a:moveTo>
                    <a:pt x="0" y="0"/>
                  </a:moveTo>
                  <a:lnTo>
                    <a:pt x="5520690" y="0"/>
                  </a:lnTo>
                  <a:lnTo>
                    <a:pt x="5520690" y="3194496"/>
                  </a:lnTo>
                  <a:lnTo>
                    <a:pt x="0" y="3194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315033"/>
              <a:ext cx="5520690" cy="413513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410"/>
                </a:lnSpc>
              </a:pPr>
              <a:r>
                <a:rPr lang="en-US" sz="2009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던바튼 학교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3462338"/>
            <a:ext cx="8817693" cy="3362325"/>
            <a:chOff x="0" y="0"/>
            <a:chExt cx="11756924" cy="4483100"/>
          </a:xfrm>
        </p:grpSpPr>
        <p:sp>
          <p:nvSpPr>
            <p:cNvPr id="8" name="TextBox 8"/>
            <p:cNvSpPr txBox="1"/>
            <p:nvPr/>
          </p:nvSpPr>
          <p:spPr>
            <a:xfrm>
              <a:off x="609596" y="739775"/>
              <a:ext cx="11147328" cy="492125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평소에는 상호작용되지 않던 오브젝트도 상호작용 가능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749300"/>
              <a:ext cx="482596" cy="482600"/>
            </a:xfrm>
            <a:custGeom>
              <a:avLst/>
              <a:gdLst/>
              <a:ahLst/>
              <a:cxnLst/>
              <a:rect l="l" t="t" r="r" b="b"/>
              <a:pathLst>
                <a:path w="482596" h="482600">
                  <a:moveTo>
                    <a:pt x="0" y="0"/>
                  </a:moveTo>
                  <a:lnTo>
                    <a:pt x="482596" y="0"/>
                  </a:lnTo>
                  <a:lnTo>
                    <a:pt x="482596" y="482600"/>
                  </a:lnTo>
                  <a:lnTo>
                    <a:pt x="0" y="48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9596" y="3381375"/>
              <a:ext cx="11147328" cy="492125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던바튼 학교의 도서관에서 바로 이벤트 던전으로 전환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3390900"/>
              <a:ext cx="482596" cy="482600"/>
            </a:xfrm>
            <a:custGeom>
              <a:avLst/>
              <a:gdLst/>
              <a:ahLst/>
              <a:cxnLst/>
              <a:rect l="l" t="t" r="r" b="b"/>
              <a:pathLst>
                <a:path w="482596" h="482600">
                  <a:moveTo>
                    <a:pt x="0" y="0"/>
                  </a:moveTo>
                  <a:lnTo>
                    <a:pt x="482596" y="0"/>
                  </a:lnTo>
                  <a:lnTo>
                    <a:pt x="482596" y="482600"/>
                  </a:lnTo>
                  <a:lnTo>
                    <a:pt x="0" y="48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9596" y="3990975"/>
              <a:ext cx="11147328" cy="492125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이질감이 없도록 구조는 유지하되, 플레이를 위한 상호작용을 추가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4000500"/>
              <a:ext cx="482596" cy="482600"/>
            </a:xfrm>
            <a:custGeom>
              <a:avLst/>
              <a:gdLst/>
              <a:ahLst/>
              <a:cxnLst/>
              <a:rect l="l" t="t" r="r" b="b"/>
              <a:pathLst>
                <a:path w="482596" h="482600">
                  <a:moveTo>
                    <a:pt x="0" y="0"/>
                  </a:moveTo>
                  <a:lnTo>
                    <a:pt x="482596" y="0"/>
                  </a:lnTo>
                  <a:lnTo>
                    <a:pt x="482596" y="482600"/>
                  </a:lnTo>
                  <a:lnTo>
                    <a:pt x="0" y="48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9596" y="1349375"/>
              <a:ext cx="11147328" cy="492125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총 세 단계의 수수께끼를 진행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1358900"/>
              <a:ext cx="482596" cy="482600"/>
            </a:xfrm>
            <a:custGeom>
              <a:avLst/>
              <a:gdLst/>
              <a:ahLst/>
              <a:cxnLst/>
              <a:rect l="l" t="t" r="r" b="b"/>
              <a:pathLst>
                <a:path w="482596" h="482600">
                  <a:moveTo>
                    <a:pt x="0" y="0"/>
                  </a:moveTo>
                  <a:lnTo>
                    <a:pt x="482596" y="0"/>
                  </a:lnTo>
                  <a:lnTo>
                    <a:pt x="482596" y="482600"/>
                  </a:lnTo>
                  <a:lnTo>
                    <a:pt x="0" y="48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299" y="-19050"/>
              <a:ext cx="7667429" cy="5778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파티를 맺은 두 플레이어가 함께 진행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299" y="2622550"/>
              <a:ext cx="7667429" cy="5778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던바튼 학교 구조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0" y="38118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6260" t="-5761" r="-16260" b="-18969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696200" y="9825334"/>
            <a:ext cx="10591800" cy="499783"/>
            <a:chOff x="0" y="0"/>
            <a:chExt cx="13828144" cy="66637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828140" cy="666393"/>
            </a:xfrm>
            <a:custGeom>
              <a:avLst/>
              <a:gdLst/>
              <a:ahLst/>
              <a:cxnLst/>
              <a:rect l="l" t="t" r="r" b="b"/>
              <a:pathLst>
                <a:path w="13828140" h="666393">
                  <a:moveTo>
                    <a:pt x="0" y="0"/>
                  </a:moveTo>
                  <a:lnTo>
                    <a:pt x="13828140" y="0"/>
                  </a:lnTo>
                  <a:lnTo>
                    <a:pt x="13828140" y="666393"/>
                  </a:lnTo>
                  <a:lnTo>
                    <a:pt x="0" y="666393"/>
                  </a:lnTo>
                  <a:close/>
                </a:path>
              </a:pathLst>
            </a:custGeom>
            <a:solidFill>
              <a:srgbClr val="FFFFFF">
                <a:alpha val="48627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3828144" cy="675903"/>
            </a:xfrm>
            <a:prstGeom prst="rect">
              <a:avLst/>
            </a:prstGeom>
          </p:spPr>
          <p:txBody>
            <a:bodyPr wrap="none" lIns="50800" tIns="50800" rIns="50800" bIns="50800" rtlCol="0" anchor="t"/>
            <a:lstStyle/>
            <a:p>
              <a:pPr marL="0" lvl="0" indent="0" algn="r">
                <a:lnSpc>
                  <a:spcPts val="2520"/>
                </a:lnSpc>
                <a:spcBef>
                  <a:spcPct val="0"/>
                </a:spcBef>
              </a:pPr>
              <a:r>
                <a:rPr lang="en-US" sz="2100" u="none" strike="noStrike">
                  <a:solidFill>
                    <a:srgbClr val="FBE8D6"/>
                  </a:solidFill>
                  <a:latin typeface="Arimo"/>
                  <a:ea typeface="맑은 고딕"/>
                  <a:cs typeface="Arimo"/>
                  <a:sym typeface="Arimo"/>
                </a:rPr>
                <a:t>이해를 돕기 위한 연출 이미지이며, 실제 게임 플레이 화면과는 차이가 있을 수 있습니다.</a:t>
              </a:r>
            </a:p>
          </p:txBody>
        </p:sp>
      </p:grpSp>
      <p:sp>
        <p:nvSpPr>
          <p:cNvPr id="8" name="Rounded Rectangle 7"/>
          <p:cNvSpPr/>
          <p:nvPr/>
        </p:nvSpPr>
        <p:spPr>
          <a:xfrm>
            <a:off x="520000" y="8620000"/>
            <a:ext cx="11208208" cy="680000"/>
          </a:xfrm>
          <a:prstGeom prst="roundRect">
            <a:avLst/>
          </a:prstGeom>
          <a:solidFill>
            <a:srgbClr val="0A0E1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45000" rIns="180000" bIns="45000" rtlCol="0" anchor="ctr"/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Arimo"/>
                <a:ea typeface="맑은 고딕"/>
              </a:rPr>
              <a:t>던바튼 학교 도서관에 들어서면, 평소 조사할 수 없던 오브젝트가 상호작용 가능한 상태로 전환된다.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244" t="-12359" r="-16247" b="-12359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7" name="Rounded Rectangle 6"/>
          <p:cNvSpPr/>
          <p:nvPr/>
        </p:nvSpPr>
        <p:spPr>
          <a:xfrm>
            <a:off x="520000" y="8620000"/>
            <a:ext cx="10988752" cy="680000"/>
          </a:xfrm>
          <a:prstGeom prst="roundRect">
            <a:avLst/>
          </a:prstGeom>
          <a:solidFill>
            <a:srgbClr val="0A0E1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45000" rIns="180000" bIns="45000" rtlCol="0" anchor="ctr"/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Arimo"/>
                <a:ea typeface="맑은 고딕"/>
              </a:rPr>
              <a:t>1구역은 두 플레이어가 같은 공간에서 함께 푸는 학습 구간이다. 여기서 조사·대화 조작을 익힌다.</a:t>
            </a:r>
          </a:p>
        </p:txBody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2DAA5594-6C24-EBEB-66EE-F6B92A60B60F}"/>
              </a:ext>
            </a:extLst>
          </p:cNvPr>
          <p:cNvGrpSpPr/>
          <p:nvPr/>
        </p:nvGrpSpPr>
        <p:grpSpPr>
          <a:xfrm>
            <a:off x="7696200" y="9825334"/>
            <a:ext cx="10591800" cy="499783"/>
            <a:chOff x="0" y="0"/>
            <a:chExt cx="13828144" cy="666378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7F7D5F2-C815-90B4-F1F8-68A802E1CB73}"/>
                </a:ext>
              </a:extLst>
            </p:cNvPr>
            <p:cNvSpPr/>
            <p:nvPr/>
          </p:nvSpPr>
          <p:spPr>
            <a:xfrm>
              <a:off x="0" y="0"/>
              <a:ext cx="13828140" cy="666393"/>
            </a:xfrm>
            <a:custGeom>
              <a:avLst/>
              <a:gdLst/>
              <a:ahLst/>
              <a:cxnLst/>
              <a:rect l="l" t="t" r="r" b="b"/>
              <a:pathLst>
                <a:path w="13828140" h="666393">
                  <a:moveTo>
                    <a:pt x="0" y="0"/>
                  </a:moveTo>
                  <a:lnTo>
                    <a:pt x="13828140" y="0"/>
                  </a:lnTo>
                  <a:lnTo>
                    <a:pt x="13828140" y="666393"/>
                  </a:lnTo>
                  <a:lnTo>
                    <a:pt x="0" y="666393"/>
                  </a:lnTo>
                  <a:close/>
                </a:path>
              </a:pathLst>
            </a:custGeom>
            <a:solidFill>
              <a:srgbClr val="FFFFFF">
                <a:alpha val="48627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" name="TextBox 7">
              <a:extLst>
                <a:ext uri="{FF2B5EF4-FFF2-40B4-BE49-F238E27FC236}">
                  <a16:creationId xmlns:a16="http://schemas.microsoft.com/office/drawing/2014/main" id="{20DD7166-6390-979C-2A62-8650F9E62EC9}"/>
                </a:ext>
              </a:extLst>
            </p:cNvPr>
            <p:cNvSpPr txBox="1"/>
            <p:nvPr/>
          </p:nvSpPr>
          <p:spPr>
            <a:xfrm>
              <a:off x="0" y="-9525"/>
              <a:ext cx="13828144" cy="675903"/>
            </a:xfrm>
            <a:prstGeom prst="rect">
              <a:avLst/>
            </a:prstGeom>
          </p:spPr>
          <p:txBody>
            <a:bodyPr wrap="none" lIns="50800" tIns="50800" rIns="50800" bIns="50800" rtlCol="0" anchor="t"/>
            <a:lstStyle/>
            <a:p>
              <a:pPr marL="0" lvl="0" indent="0" algn="r">
                <a:lnSpc>
                  <a:spcPts val="2520"/>
                </a:lnSpc>
                <a:spcBef>
                  <a:spcPct val="0"/>
                </a:spcBef>
              </a:pPr>
              <a:r>
                <a:rPr lang="en-US" sz="2100" u="none" strike="noStrike">
                  <a:solidFill>
                    <a:srgbClr val="FBE8D6"/>
                  </a:solidFill>
                  <a:latin typeface="Arimo"/>
                  <a:ea typeface="맑은 고딕"/>
                  <a:cs typeface="Arimo"/>
                  <a:sym typeface="Arimo"/>
                </a:rPr>
                <a:t>이해를 돕기 위한 연출 이미지이며, 실제 게임 플레이 화면과는 차이가 있을 수 있습니다.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7923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6244" t="-12359" r="-16247" b="-12359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296740" y="6601437"/>
            <a:ext cx="9694522" cy="2881408"/>
            <a:chOff x="0" y="0"/>
            <a:chExt cx="12926030" cy="3841877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2926030" cy="3841877"/>
              <a:chOff x="0" y="0"/>
              <a:chExt cx="12926030" cy="384187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2926060" cy="3841811"/>
              </a:xfrm>
              <a:custGeom>
                <a:avLst/>
                <a:gdLst/>
                <a:ahLst/>
                <a:cxnLst/>
                <a:rect l="l" t="t" r="r" b="b"/>
                <a:pathLst>
                  <a:path w="12926060" h="3841811">
                    <a:moveTo>
                      <a:pt x="0" y="0"/>
                    </a:moveTo>
                    <a:lnTo>
                      <a:pt x="12926060" y="0"/>
                    </a:lnTo>
                    <a:lnTo>
                      <a:pt x="12926060" y="3841811"/>
                    </a:lnTo>
                    <a:lnTo>
                      <a:pt x="0" y="384181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109205" y="107985"/>
              <a:ext cx="12707620" cy="3625908"/>
              <a:chOff x="0" y="0"/>
              <a:chExt cx="7143750" cy="203835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143750" cy="2038350"/>
              </a:xfrm>
              <a:custGeom>
                <a:avLst/>
                <a:gdLst/>
                <a:ahLst/>
                <a:cxnLst/>
                <a:rect l="l" t="t" r="r" b="b"/>
                <a:pathLst>
                  <a:path w="7143750" h="2038350">
                    <a:moveTo>
                      <a:pt x="0" y="0"/>
                    </a:moveTo>
                    <a:lnTo>
                      <a:pt x="7143750" y="0"/>
                    </a:lnTo>
                    <a:lnTo>
                      <a:pt x="7143750" y="2038350"/>
                    </a:lnTo>
                    <a:lnTo>
                      <a:pt x="0" y="20383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423755" y="1004568"/>
              <a:ext cx="12078520" cy="564713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도서관 이용 안내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3755" y="1770630"/>
              <a:ext cx="12078520" cy="974725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AF81E4"/>
                  </a:solidFill>
                  <a:latin typeface="Arimo"/>
                  <a:ea typeface="맑은 고딕"/>
                  <a:cs typeface="Arimo"/>
                  <a:sym typeface="Arimo"/>
                </a:rPr>
                <a:t>006 점성술/천문학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하늘의 천체 현상을 관측하여 적용하는 학문</a:t>
              </a:r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6458128" y="907635"/>
            <a:ext cx="5371743" cy="5351313"/>
            <a:chOff x="0" y="0"/>
            <a:chExt cx="7162324" cy="7135084"/>
          </a:xfrm>
        </p:grpSpPr>
        <p:sp>
          <p:nvSpPr>
            <p:cNvPr id="15" name="Freeform 15" descr="직사각형, 프레임, 사진 액자이(가) 표시된 사진  AI 생성 콘텐츠는 정확하지 않을 수 있습니다."/>
            <p:cNvSpPr/>
            <p:nvPr/>
          </p:nvSpPr>
          <p:spPr>
            <a:xfrm>
              <a:off x="0" y="0"/>
              <a:ext cx="7162292" cy="7135114"/>
            </a:xfrm>
            <a:custGeom>
              <a:avLst/>
              <a:gdLst/>
              <a:ahLst/>
              <a:cxnLst/>
              <a:rect l="l" t="t" r="r" b="b"/>
              <a:pathLst>
                <a:path w="7162292" h="7135114">
                  <a:moveTo>
                    <a:pt x="0" y="0"/>
                  </a:moveTo>
                  <a:lnTo>
                    <a:pt x="7162292" y="0"/>
                  </a:lnTo>
                  <a:lnTo>
                    <a:pt x="7162292" y="7135114"/>
                  </a:lnTo>
                  <a:lnTo>
                    <a:pt x="0" y="71351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3" b="-23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6976423" y="1406971"/>
            <a:ext cx="4351001" cy="2339247"/>
          </a:xfrm>
          <a:custGeom>
            <a:avLst/>
            <a:gdLst/>
            <a:ahLst/>
            <a:cxnLst/>
            <a:rect l="l" t="t" r="r" b="b"/>
            <a:pathLst>
              <a:path w="4351001" h="2339247">
                <a:moveTo>
                  <a:pt x="0" y="0"/>
                </a:moveTo>
                <a:lnTo>
                  <a:pt x="4351001" y="0"/>
                </a:lnTo>
                <a:lnTo>
                  <a:pt x="4351001" y="2339247"/>
                </a:lnTo>
                <a:lnTo>
                  <a:pt x="0" y="23392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7" name="Group 17"/>
          <p:cNvGrpSpPr/>
          <p:nvPr/>
        </p:nvGrpSpPr>
        <p:grpSpPr>
          <a:xfrm>
            <a:off x="6989854" y="3995132"/>
            <a:ext cx="75456" cy="338840"/>
            <a:chOff x="0" y="0"/>
            <a:chExt cx="100607" cy="45178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0584" cy="451739"/>
            </a:xfrm>
            <a:custGeom>
              <a:avLst/>
              <a:gdLst/>
              <a:ahLst/>
              <a:cxnLst/>
              <a:rect l="l" t="t" r="r" b="b"/>
              <a:pathLst>
                <a:path w="100584" h="451739">
                  <a:moveTo>
                    <a:pt x="0" y="0"/>
                  </a:moveTo>
                  <a:lnTo>
                    <a:pt x="100584" y="0"/>
                  </a:lnTo>
                  <a:lnTo>
                    <a:pt x="100584" y="451739"/>
                  </a:lnTo>
                  <a:lnTo>
                    <a:pt x="0" y="451739"/>
                  </a:lnTo>
                  <a:close/>
                </a:path>
              </a:pathLst>
            </a:custGeom>
            <a:solidFill>
              <a:srgbClr val="FF2A00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989854" y="4504480"/>
            <a:ext cx="75456" cy="338840"/>
            <a:chOff x="0" y="0"/>
            <a:chExt cx="100607" cy="45178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0584" cy="451739"/>
            </a:xfrm>
            <a:custGeom>
              <a:avLst/>
              <a:gdLst/>
              <a:ahLst/>
              <a:cxnLst/>
              <a:rect l="l" t="t" r="r" b="b"/>
              <a:pathLst>
                <a:path w="100584" h="451739">
                  <a:moveTo>
                    <a:pt x="0" y="0"/>
                  </a:moveTo>
                  <a:lnTo>
                    <a:pt x="100584" y="0"/>
                  </a:lnTo>
                  <a:lnTo>
                    <a:pt x="100584" y="451739"/>
                  </a:lnTo>
                  <a:lnTo>
                    <a:pt x="0" y="451739"/>
                  </a:lnTo>
                  <a:close/>
                </a:path>
              </a:pathLst>
            </a:custGeom>
            <a:solidFill>
              <a:srgbClr val="FDFE00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989854" y="5072506"/>
            <a:ext cx="75456" cy="338840"/>
            <a:chOff x="0" y="0"/>
            <a:chExt cx="100607" cy="45178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0584" cy="451739"/>
            </a:xfrm>
            <a:custGeom>
              <a:avLst/>
              <a:gdLst/>
              <a:ahLst/>
              <a:cxnLst/>
              <a:rect l="l" t="t" r="r" b="b"/>
              <a:pathLst>
                <a:path w="100584" h="451739">
                  <a:moveTo>
                    <a:pt x="0" y="0"/>
                  </a:moveTo>
                  <a:lnTo>
                    <a:pt x="100584" y="0"/>
                  </a:lnTo>
                  <a:lnTo>
                    <a:pt x="100584" y="451739"/>
                  </a:lnTo>
                  <a:lnTo>
                    <a:pt x="0" y="451739"/>
                  </a:lnTo>
                  <a:close/>
                </a:path>
              </a:pathLst>
            </a:custGeom>
            <a:solidFill>
              <a:srgbClr val="1B00FF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7103038" y="5071898"/>
            <a:ext cx="3360934" cy="340057"/>
          </a:xfrm>
          <a:custGeom>
            <a:avLst/>
            <a:gdLst/>
            <a:ahLst/>
            <a:cxnLst/>
            <a:rect l="l" t="t" r="r" b="b"/>
            <a:pathLst>
              <a:path w="3360934" h="340057">
                <a:moveTo>
                  <a:pt x="0" y="0"/>
                </a:moveTo>
                <a:lnTo>
                  <a:pt x="3360933" y="0"/>
                </a:lnTo>
                <a:lnTo>
                  <a:pt x="3360933" y="340058"/>
                </a:lnTo>
                <a:lnTo>
                  <a:pt x="0" y="3400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397" b="-397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7103038" y="4512788"/>
            <a:ext cx="3360934" cy="340057"/>
          </a:xfrm>
          <a:custGeom>
            <a:avLst/>
            <a:gdLst/>
            <a:ahLst/>
            <a:cxnLst/>
            <a:rect l="l" t="t" r="r" b="b"/>
            <a:pathLst>
              <a:path w="3360934" h="340057">
                <a:moveTo>
                  <a:pt x="0" y="0"/>
                </a:moveTo>
                <a:lnTo>
                  <a:pt x="3360933" y="0"/>
                </a:lnTo>
                <a:lnTo>
                  <a:pt x="3360933" y="340057"/>
                </a:lnTo>
                <a:lnTo>
                  <a:pt x="0" y="3400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397" b="-397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5" name="Freeform 25"/>
          <p:cNvSpPr/>
          <p:nvPr/>
        </p:nvSpPr>
        <p:spPr>
          <a:xfrm>
            <a:off x="7103038" y="4003440"/>
            <a:ext cx="3360934" cy="340057"/>
          </a:xfrm>
          <a:custGeom>
            <a:avLst/>
            <a:gdLst/>
            <a:ahLst/>
            <a:cxnLst/>
            <a:rect l="l" t="t" r="r" b="b"/>
            <a:pathLst>
              <a:path w="3360934" h="340057">
                <a:moveTo>
                  <a:pt x="0" y="0"/>
                </a:moveTo>
                <a:lnTo>
                  <a:pt x="3360933" y="0"/>
                </a:lnTo>
                <a:lnTo>
                  <a:pt x="3360933" y="340057"/>
                </a:lnTo>
                <a:lnTo>
                  <a:pt x="0" y="3400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397" b="-397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26" name="Group 5">
            <a:extLst>
              <a:ext uri="{FF2B5EF4-FFF2-40B4-BE49-F238E27FC236}">
                <a16:creationId xmlns:a16="http://schemas.microsoft.com/office/drawing/2014/main" id="{75F15FF8-98E1-2A9D-7138-670DC729A6D0}"/>
              </a:ext>
            </a:extLst>
          </p:cNvPr>
          <p:cNvGrpSpPr/>
          <p:nvPr/>
        </p:nvGrpSpPr>
        <p:grpSpPr>
          <a:xfrm>
            <a:off x="7696200" y="9825334"/>
            <a:ext cx="10591800" cy="499783"/>
            <a:chOff x="0" y="0"/>
            <a:chExt cx="13828144" cy="666378"/>
          </a:xfrm>
        </p:grpSpPr>
        <p:sp>
          <p:nvSpPr>
            <p:cNvPr id="27" name="Freeform 6">
              <a:extLst>
                <a:ext uri="{FF2B5EF4-FFF2-40B4-BE49-F238E27FC236}">
                  <a16:creationId xmlns:a16="http://schemas.microsoft.com/office/drawing/2014/main" id="{AC27389B-F3E4-217E-1436-99C9A3F9EEE8}"/>
                </a:ext>
              </a:extLst>
            </p:cNvPr>
            <p:cNvSpPr/>
            <p:nvPr/>
          </p:nvSpPr>
          <p:spPr>
            <a:xfrm>
              <a:off x="0" y="0"/>
              <a:ext cx="13828140" cy="666393"/>
            </a:xfrm>
            <a:custGeom>
              <a:avLst/>
              <a:gdLst/>
              <a:ahLst/>
              <a:cxnLst/>
              <a:rect l="l" t="t" r="r" b="b"/>
              <a:pathLst>
                <a:path w="13828140" h="666393">
                  <a:moveTo>
                    <a:pt x="0" y="0"/>
                  </a:moveTo>
                  <a:lnTo>
                    <a:pt x="13828140" y="0"/>
                  </a:lnTo>
                  <a:lnTo>
                    <a:pt x="13828140" y="666393"/>
                  </a:lnTo>
                  <a:lnTo>
                    <a:pt x="0" y="666393"/>
                  </a:lnTo>
                  <a:close/>
                </a:path>
              </a:pathLst>
            </a:custGeom>
            <a:solidFill>
              <a:srgbClr val="FFFFFF">
                <a:alpha val="48627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8" name="TextBox 7">
              <a:extLst>
                <a:ext uri="{FF2B5EF4-FFF2-40B4-BE49-F238E27FC236}">
                  <a16:creationId xmlns:a16="http://schemas.microsoft.com/office/drawing/2014/main" id="{B84D8066-9F74-96B5-FB00-3F83A72B750E}"/>
                </a:ext>
              </a:extLst>
            </p:cNvPr>
            <p:cNvSpPr txBox="1"/>
            <p:nvPr/>
          </p:nvSpPr>
          <p:spPr>
            <a:xfrm>
              <a:off x="0" y="-9525"/>
              <a:ext cx="13828144" cy="675903"/>
            </a:xfrm>
            <a:prstGeom prst="rect">
              <a:avLst/>
            </a:prstGeom>
          </p:spPr>
          <p:txBody>
            <a:bodyPr wrap="none" lIns="50800" tIns="50800" rIns="50800" bIns="50800" rtlCol="0" anchor="t"/>
            <a:lstStyle/>
            <a:p>
              <a:pPr marL="0" lvl="0" indent="0" algn="r">
                <a:lnSpc>
                  <a:spcPts val="2520"/>
                </a:lnSpc>
                <a:spcBef>
                  <a:spcPct val="0"/>
                </a:spcBef>
              </a:pPr>
              <a:r>
                <a:rPr lang="en-US" sz="2100" u="none" strike="noStrike">
                  <a:solidFill>
                    <a:srgbClr val="FBE8D6"/>
                  </a:solidFill>
                  <a:latin typeface="Arimo"/>
                  <a:ea typeface="맑은 고딕"/>
                  <a:cs typeface="Arimo"/>
                  <a:sym typeface="Arimo"/>
                </a:rPr>
                <a:t>이해를 돕기 위한 연출 이미지이며, 실제 게임 플레이 화면과는 차이가 있을 수 있습니다.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244" t="-12356" r="-16244" b="-12359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296740" y="6601437"/>
            <a:ext cx="9694522" cy="2881408"/>
            <a:chOff x="0" y="0"/>
            <a:chExt cx="12926030" cy="3841877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2926030" cy="3841877"/>
              <a:chOff x="0" y="0"/>
              <a:chExt cx="12926030" cy="384187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2926060" cy="3841811"/>
              </a:xfrm>
              <a:custGeom>
                <a:avLst/>
                <a:gdLst/>
                <a:ahLst/>
                <a:cxnLst/>
                <a:rect l="l" t="t" r="r" b="b"/>
                <a:pathLst>
                  <a:path w="12926060" h="3841811">
                    <a:moveTo>
                      <a:pt x="0" y="0"/>
                    </a:moveTo>
                    <a:lnTo>
                      <a:pt x="12926060" y="0"/>
                    </a:lnTo>
                    <a:lnTo>
                      <a:pt x="12926060" y="3841811"/>
                    </a:lnTo>
                    <a:lnTo>
                      <a:pt x="0" y="384181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109205" y="107985"/>
              <a:ext cx="12707620" cy="3625908"/>
              <a:chOff x="0" y="0"/>
              <a:chExt cx="7143750" cy="203835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143750" cy="2038350"/>
              </a:xfrm>
              <a:custGeom>
                <a:avLst/>
                <a:gdLst/>
                <a:ahLst/>
                <a:cxnLst/>
                <a:rect l="l" t="t" r="r" b="b"/>
                <a:pathLst>
                  <a:path w="7143750" h="2038350">
                    <a:moveTo>
                      <a:pt x="0" y="0"/>
                    </a:moveTo>
                    <a:lnTo>
                      <a:pt x="7143750" y="0"/>
                    </a:lnTo>
                    <a:lnTo>
                      <a:pt x="7143750" y="2038350"/>
                    </a:lnTo>
                    <a:lnTo>
                      <a:pt x="0" y="20383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423754" y="946213"/>
              <a:ext cx="12078520" cy="193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A741"/>
                  </a:solidFill>
                  <a:latin typeface="Arimo"/>
                  <a:ea typeface="맑은 고딕"/>
                  <a:cs typeface="Arimo"/>
                  <a:sym typeface="Arimo"/>
                </a:rPr>
                <a:t>12월</a:t>
              </a: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을 상징하는 여우자리는 </a:t>
              </a:r>
              <a:r>
                <a:rPr lang="en-US" sz="2400">
                  <a:solidFill>
                    <a:srgbClr val="FFA741"/>
                  </a:solidFill>
                  <a:latin typeface="Arimo"/>
                  <a:ea typeface="맑은 고딕"/>
                  <a:cs typeface="Arimo"/>
                  <a:sym typeface="Arimo"/>
                </a:rPr>
                <a:t>'X'자 형상</a:t>
              </a: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을 띄고 있습니다.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여우자리는 능숙하여 가려진 진실을 꿰뚫는 통찰 마법을 나타냅니다.</a:t>
              </a:r>
            </a:p>
            <a:p>
              <a:pPr algn="l">
                <a:lnSpc>
                  <a:spcPts val="2879"/>
                </a:lnSpc>
              </a:pPr>
              <a:endParaRPr lang="en-US" sz="24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endParaRPr>
            </a:p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-아홉 별의 마법 운명록-</a:t>
              </a:r>
            </a:p>
          </p:txBody>
        </p:sp>
      </p:grpSp>
      <p:grpSp>
        <p:nvGrpSpPr>
          <p:cNvPr id="13" name="Group 5">
            <a:extLst>
              <a:ext uri="{FF2B5EF4-FFF2-40B4-BE49-F238E27FC236}">
                <a16:creationId xmlns:a16="http://schemas.microsoft.com/office/drawing/2014/main" id="{B2E3765E-6FD5-B1E3-D7D5-B03A4E183412}"/>
              </a:ext>
            </a:extLst>
          </p:cNvPr>
          <p:cNvGrpSpPr/>
          <p:nvPr/>
        </p:nvGrpSpPr>
        <p:grpSpPr>
          <a:xfrm>
            <a:off x="7696200" y="9825334"/>
            <a:ext cx="10591800" cy="499783"/>
            <a:chOff x="0" y="0"/>
            <a:chExt cx="13828144" cy="666378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A827476E-5646-CF0F-7DFB-AFEA22895560}"/>
                </a:ext>
              </a:extLst>
            </p:cNvPr>
            <p:cNvSpPr/>
            <p:nvPr/>
          </p:nvSpPr>
          <p:spPr>
            <a:xfrm>
              <a:off x="0" y="0"/>
              <a:ext cx="13828140" cy="666393"/>
            </a:xfrm>
            <a:custGeom>
              <a:avLst/>
              <a:gdLst/>
              <a:ahLst/>
              <a:cxnLst/>
              <a:rect l="l" t="t" r="r" b="b"/>
              <a:pathLst>
                <a:path w="13828140" h="666393">
                  <a:moveTo>
                    <a:pt x="0" y="0"/>
                  </a:moveTo>
                  <a:lnTo>
                    <a:pt x="13828140" y="0"/>
                  </a:lnTo>
                  <a:lnTo>
                    <a:pt x="13828140" y="666393"/>
                  </a:lnTo>
                  <a:lnTo>
                    <a:pt x="0" y="666393"/>
                  </a:lnTo>
                  <a:close/>
                </a:path>
              </a:pathLst>
            </a:custGeom>
            <a:solidFill>
              <a:srgbClr val="FFFFFF">
                <a:alpha val="48627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5" name="TextBox 7">
              <a:extLst>
                <a:ext uri="{FF2B5EF4-FFF2-40B4-BE49-F238E27FC236}">
                  <a16:creationId xmlns:a16="http://schemas.microsoft.com/office/drawing/2014/main" id="{7D7E09B6-2E92-92FF-5FF8-6DA97CA0213C}"/>
                </a:ext>
              </a:extLst>
            </p:cNvPr>
            <p:cNvSpPr txBox="1"/>
            <p:nvPr/>
          </p:nvSpPr>
          <p:spPr>
            <a:xfrm>
              <a:off x="0" y="-9525"/>
              <a:ext cx="13828144" cy="675903"/>
            </a:xfrm>
            <a:prstGeom prst="rect">
              <a:avLst/>
            </a:prstGeom>
          </p:spPr>
          <p:txBody>
            <a:bodyPr wrap="none" lIns="50800" tIns="50800" rIns="50800" bIns="50800" rtlCol="0" anchor="t"/>
            <a:lstStyle/>
            <a:p>
              <a:pPr marL="0" lvl="0" indent="0" algn="r">
                <a:lnSpc>
                  <a:spcPts val="2520"/>
                </a:lnSpc>
                <a:spcBef>
                  <a:spcPct val="0"/>
                </a:spcBef>
              </a:pPr>
              <a:r>
                <a:rPr lang="en-US" sz="2100" u="none" strike="noStrike">
                  <a:solidFill>
                    <a:srgbClr val="FBE8D6"/>
                  </a:solidFill>
                  <a:latin typeface="Arimo"/>
                  <a:ea typeface="맑은 고딕"/>
                  <a:cs typeface="Arimo"/>
                  <a:sym typeface="Arimo"/>
                </a:rPr>
                <a:t>이해를 돕기 위한 연출 이미지이며, 실제 게임 플레이 화면과는 차이가 있을 수 있습니다.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244" t="-12351" r="-16247" b="-1235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296740" y="6601437"/>
            <a:ext cx="9694522" cy="2881408"/>
            <a:chOff x="0" y="0"/>
            <a:chExt cx="12926030" cy="3841877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2926030" cy="3841877"/>
              <a:chOff x="0" y="0"/>
              <a:chExt cx="12926030" cy="384187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2926060" cy="3841811"/>
              </a:xfrm>
              <a:custGeom>
                <a:avLst/>
                <a:gdLst/>
                <a:ahLst/>
                <a:cxnLst/>
                <a:rect l="l" t="t" r="r" b="b"/>
                <a:pathLst>
                  <a:path w="12926060" h="3841811">
                    <a:moveTo>
                      <a:pt x="0" y="0"/>
                    </a:moveTo>
                    <a:lnTo>
                      <a:pt x="12926060" y="0"/>
                    </a:lnTo>
                    <a:lnTo>
                      <a:pt x="12926060" y="3841811"/>
                    </a:lnTo>
                    <a:lnTo>
                      <a:pt x="0" y="384181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109205" y="107985"/>
              <a:ext cx="12707620" cy="3625908"/>
              <a:chOff x="0" y="0"/>
              <a:chExt cx="7143750" cy="203835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143750" cy="2038350"/>
              </a:xfrm>
              <a:custGeom>
                <a:avLst/>
                <a:gdLst/>
                <a:ahLst/>
                <a:cxnLst/>
                <a:rect l="l" t="t" r="r" b="b"/>
                <a:pathLst>
                  <a:path w="7143750" h="2038350">
                    <a:moveTo>
                      <a:pt x="0" y="0"/>
                    </a:moveTo>
                    <a:lnTo>
                      <a:pt x="7143750" y="0"/>
                    </a:lnTo>
                    <a:lnTo>
                      <a:pt x="7143750" y="2038350"/>
                    </a:lnTo>
                    <a:lnTo>
                      <a:pt x="0" y="20383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423755" y="895156"/>
              <a:ext cx="12078520" cy="20420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어른들은 늘 하늘을 올려다보면서 가장 빛나는 별을 찾지만, 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나는 그렇지 않아. </a:t>
              </a:r>
              <a:r>
                <a:rPr lang="en-US" sz="2400">
                  <a:solidFill>
                    <a:srgbClr val="FFA741"/>
                  </a:solidFill>
                  <a:latin typeface="Arimo"/>
                  <a:ea typeface="맑은 고딕"/>
                  <a:cs typeface="Arimo"/>
                  <a:sym typeface="Arimo"/>
                </a:rPr>
                <a:t>가장 어리고 여린 별</a:t>
              </a: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이 누군지 알거든. 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그 별은 너무 작고 약해서 아무도 자길 못 보게, 다른 커다란 별들 사이에 숨어 지내야 했대. 꼭 나처럼 말이야.</a:t>
              </a:r>
            </a:p>
          </p:txBody>
        </p:sp>
      </p:grpSp>
      <p:grpSp>
        <p:nvGrpSpPr>
          <p:cNvPr id="13" name="Group 5">
            <a:extLst>
              <a:ext uri="{FF2B5EF4-FFF2-40B4-BE49-F238E27FC236}">
                <a16:creationId xmlns:a16="http://schemas.microsoft.com/office/drawing/2014/main" id="{D599EF6B-5820-2334-7E05-B6AF6381F0E1}"/>
              </a:ext>
            </a:extLst>
          </p:cNvPr>
          <p:cNvGrpSpPr/>
          <p:nvPr/>
        </p:nvGrpSpPr>
        <p:grpSpPr>
          <a:xfrm>
            <a:off x="7696200" y="9825334"/>
            <a:ext cx="10591800" cy="499783"/>
            <a:chOff x="0" y="0"/>
            <a:chExt cx="13828144" cy="666378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767EB9B5-D0D5-EF5A-BF46-4191B2E901E4}"/>
                </a:ext>
              </a:extLst>
            </p:cNvPr>
            <p:cNvSpPr/>
            <p:nvPr/>
          </p:nvSpPr>
          <p:spPr>
            <a:xfrm>
              <a:off x="0" y="0"/>
              <a:ext cx="13828140" cy="666393"/>
            </a:xfrm>
            <a:custGeom>
              <a:avLst/>
              <a:gdLst/>
              <a:ahLst/>
              <a:cxnLst/>
              <a:rect l="l" t="t" r="r" b="b"/>
              <a:pathLst>
                <a:path w="13828140" h="666393">
                  <a:moveTo>
                    <a:pt x="0" y="0"/>
                  </a:moveTo>
                  <a:lnTo>
                    <a:pt x="13828140" y="0"/>
                  </a:lnTo>
                  <a:lnTo>
                    <a:pt x="13828140" y="666393"/>
                  </a:lnTo>
                  <a:lnTo>
                    <a:pt x="0" y="666393"/>
                  </a:lnTo>
                  <a:close/>
                </a:path>
              </a:pathLst>
            </a:custGeom>
            <a:solidFill>
              <a:srgbClr val="FFFFFF">
                <a:alpha val="48627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5" name="TextBox 7">
              <a:extLst>
                <a:ext uri="{FF2B5EF4-FFF2-40B4-BE49-F238E27FC236}">
                  <a16:creationId xmlns:a16="http://schemas.microsoft.com/office/drawing/2014/main" id="{1AC7D0CD-6826-E04A-B9AF-903B14F9D925}"/>
                </a:ext>
              </a:extLst>
            </p:cNvPr>
            <p:cNvSpPr txBox="1"/>
            <p:nvPr/>
          </p:nvSpPr>
          <p:spPr>
            <a:xfrm>
              <a:off x="0" y="-9525"/>
              <a:ext cx="13828144" cy="675903"/>
            </a:xfrm>
            <a:prstGeom prst="rect">
              <a:avLst/>
            </a:prstGeom>
          </p:spPr>
          <p:txBody>
            <a:bodyPr wrap="none" lIns="50800" tIns="50800" rIns="50800" bIns="50800" rtlCol="0" anchor="t"/>
            <a:lstStyle/>
            <a:p>
              <a:pPr marL="0" lvl="0" indent="0" algn="r">
                <a:lnSpc>
                  <a:spcPts val="2520"/>
                </a:lnSpc>
                <a:spcBef>
                  <a:spcPct val="0"/>
                </a:spcBef>
              </a:pPr>
              <a:r>
                <a:rPr lang="en-US" sz="2100" u="none" strike="noStrike">
                  <a:solidFill>
                    <a:srgbClr val="FBE8D6"/>
                  </a:solidFill>
                  <a:latin typeface="Arimo"/>
                  <a:ea typeface="맑은 고딕"/>
                  <a:cs typeface="Arimo"/>
                  <a:sym typeface="Arimo"/>
                </a:rPr>
                <a:t>이해를 돕기 위한 연출 이미지이며, 실제 게임 플레이 화면과는 차이가 있을 수 있습니다.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-21771"/>
            <a:ext cx="18283428" cy="10283070"/>
            <a:chOff x="0" y="0"/>
            <a:chExt cx="24377904" cy="137107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7904" cy="13710793"/>
            </a:xfrm>
            <a:custGeom>
              <a:avLst/>
              <a:gdLst/>
              <a:ahLst/>
              <a:cxnLst/>
              <a:rect l="l" t="t" r="r" b="b"/>
              <a:pathLst>
                <a:path w="24377904" h="13710793">
                  <a:moveTo>
                    <a:pt x="0" y="0"/>
                  </a:moveTo>
                  <a:lnTo>
                    <a:pt x="24377904" y="0"/>
                  </a:lnTo>
                  <a:lnTo>
                    <a:pt x="24377904" y="13710793"/>
                  </a:lnTo>
                  <a:lnTo>
                    <a:pt x="0" y="13710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814" t="-12711" r="-16697" b="-1302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387518" y="2514600"/>
            <a:ext cx="3508391" cy="3534902"/>
            <a:chOff x="0" y="0"/>
            <a:chExt cx="4677854" cy="4713202"/>
          </a:xfrm>
        </p:grpSpPr>
        <p:sp>
          <p:nvSpPr>
            <p:cNvPr id="8" name="Freeform 8"/>
            <p:cNvSpPr/>
            <p:nvPr/>
          </p:nvSpPr>
          <p:spPr>
            <a:xfrm>
              <a:off x="0" y="1210"/>
              <a:ext cx="4677310" cy="4711764"/>
            </a:xfrm>
            <a:custGeom>
              <a:avLst/>
              <a:gdLst/>
              <a:ahLst/>
              <a:cxnLst/>
              <a:rect l="l" t="t" r="r" b="b"/>
              <a:pathLst>
                <a:path w="4677310" h="4711764">
                  <a:moveTo>
                    <a:pt x="450469" y="964752"/>
                  </a:moveTo>
                  <a:cubicBezTo>
                    <a:pt x="575564" y="792540"/>
                    <a:pt x="723392" y="637981"/>
                    <a:pt x="889381" y="505774"/>
                  </a:cubicBezTo>
                  <a:cubicBezTo>
                    <a:pt x="933323" y="470849"/>
                    <a:pt x="997204" y="478088"/>
                    <a:pt x="1032129" y="521903"/>
                  </a:cubicBezTo>
                  <a:cubicBezTo>
                    <a:pt x="1067054" y="565718"/>
                    <a:pt x="1059942" y="629726"/>
                    <a:pt x="1016000" y="664778"/>
                  </a:cubicBezTo>
                  <a:cubicBezTo>
                    <a:pt x="864362" y="785555"/>
                    <a:pt x="729234" y="926779"/>
                    <a:pt x="614807" y="1084132"/>
                  </a:cubicBezTo>
                  <a:cubicBezTo>
                    <a:pt x="581787" y="1129471"/>
                    <a:pt x="518287" y="1139631"/>
                    <a:pt x="472948" y="1106611"/>
                  </a:cubicBezTo>
                  <a:cubicBezTo>
                    <a:pt x="427609" y="1073591"/>
                    <a:pt x="417449" y="1010091"/>
                    <a:pt x="450469" y="964752"/>
                  </a:cubicBezTo>
                  <a:close/>
                  <a:moveTo>
                    <a:pt x="1634871" y="107502"/>
                  </a:moveTo>
                  <a:cubicBezTo>
                    <a:pt x="1833499" y="44383"/>
                    <a:pt x="2043557" y="7299"/>
                    <a:pt x="2261108" y="60"/>
                  </a:cubicBezTo>
                  <a:cubicBezTo>
                    <a:pt x="2317242" y="-1845"/>
                    <a:pt x="2364105" y="42224"/>
                    <a:pt x="2366010" y="98231"/>
                  </a:cubicBezTo>
                  <a:cubicBezTo>
                    <a:pt x="2367915" y="154238"/>
                    <a:pt x="2323846" y="201228"/>
                    <a:pt x="2267839" y="203133"/>
                  </a:cubicBezTo>
                  <a:cubicBezTo>
                    <a:pt x="2069211" y="209737"/>
                    <a:pt x="1877568" y="243519"/>
                    <a:pt x="1696466" y="301050"/>
                  </a:cubicBezTo>
                  <a:cubicBezTo>
                    <a:pt x="1642999" y="318068"/>
                    <a:pt x="1585849" y="288477"/>
                    <a:pt x="1568831" y="235010"/>
                  </a:cubicBezTo>
                  <a:cubicBezTo>
                    <a:pt x="1551813" y="181543"/>
                    <a:pt x="1581404" y="124393"/>
                    <a:pt x="1634871" y="107375"/>
                  </a:cubicBezTo>
                  <a:close/>
                  <a:moveTo>
                    <a:pt x="3097149" y="125409"/>
                  </a:moveTo>
                  <a:cubicBezTo>
                    <a:pt x="3300095" y="195386"/>
                    <a:pt x="3490341" y="292795"/>
                    <a:pt x="3663696" y="413064"/>
                  </a:cubicBezTo>
                  <a:cubicBezTo>
                    <a:pt x="3709797" y="445068"/>
                    <a:pt x="3721227" y="508314"/>
                    <a:pt x="3689223" y="554415"/>
                  </a:cubicBezTo>
                  <a:cubicBezTo>
                    <a:pt x="3657219" y="600516"/>
                    <a:pt x="3593973" y="611946"/>
                    <a:pt x="3547872" y="579942"/>
                  </a:cubicBezTo>
                  <a:cubicBezTo>
                    <a:pt x="3389503" y="470087"/>
                    <a:pt x="3215894" y="381314"/>
                    <a:pt x="3030855" y="317433"/>
                  </a:cubicBezTo>
                  <a:cubicBezTo>
                    <a:pt x="2977769" y="299145"/>
                    <a:pt x="2949702" y="241233"/>
                    <a:pt x="2967990" y="188274"/>
                  </a:cubicBezTo>
                  <a:cubicBezTo>
                    <a:pt x="2986278" y="135315"/>
                    <a:pt x="3044190" y="107121"/>
                    <a:pt x="3097149" y="125409"/>
                  </a:cubicBezTo>
                  <a:close/>
                  <a:moveTo>
                    <a:pt x="4260342" y="1011107"/>
                  </a:moveTo>
                  <a:cubicBezTo>
                    <a:pt x="4379976" y="1184335"/>
                    <a:pt x="4477131" y="1374581"/>
                    <a:pt x="4547489" y="1577527"/>
                  </a:cubicBezTo>
                  <a:cubicBezTo>
                    <a:pt x="4565904" y="1630486"/>
                    <a:pt x="4537837" y="1688398"/>
                    <a:pt x="4484751" y="1706813"/>
                  </a:cubicBezTo>
                  <a:cubicBezTo>
                    <a:pt x="4431665" y="1725228"/>
                    <a:pt x="4373880" y="1697161"/>
                    <a:pt x="4355465" y="1644075"/>
                  </a:cubicBezTo>
                  <a:cubicBezTo>
                    <a:pt x="4291203" y="1458655"/>
                    <a:pt x="4202430" y="1284792"/>
                    <a:pt x="4093083" y="1126423"/>
                  </a:cubicBezTo>
                  <a:cubicBezTo>
                    <a:pt x="4061206" y="1080195"/>
                    <a:pt x="4072763" y="1016949"/>
                    <a:pt x="4118991" y="985072"/>
                  </a:cubicBezTo>
                  <a:cubicBezTo>
                    <a:pt x="4165219" y="953195"/>
                    <a:pt x="4228465" y="964752"/>
                    <a:pt x="4260342" y="1010980"/>
                  </a:cubicBezTo>
                  <a:close/>
                  <a:moveTo>
                    <a:pt x="4677283" y="2412171"/>
                  </a:moveTo>
                  <a:cubicBezTo>
                    <a:pt x="4672203" y="2629595"/>
                    <a:pt x="4637786" y="2839907"/>
                    <a:pt x="4577842" y="3039170"/>
                  </a:cubicBezTo>
                  <a:cubicBezTo>
                    <a:pt x="4561713" y="3092891"/>
                    <a:pt x="4505071" y="3123371"/>
                    <a:pt x="4451350" y="3107242"/>
                  </a:cubicBezTo>
                  <a:cubicBezTo>
                    <a:pt x="4397629" y="3091113"/>
                    <a:pt x="4367149" y="3034471"/>
                    <a:pt x="4383278" y="2980750"/>
                  </a:cubicBezTo>
                  <a:cubicBezTo>
                    <a:pt x="4438015" y="2798759"/>
                    <a:pt x="4469384" y="2606481"/>
                    <a:pt x="4474083" y="2407472"/>
                  </a:cubicBezTo>
                  <a:cubicBezTo>
                    <a:pt x="4475353" y="2351338"/>
                    <a:pt x="4521962" y="2307015"/>
                    <a:pt x="4578096" y="2308285"/>
                  </a:cubicBezTo>
                  <a:cubicBezTo>
                    <a:pt x="4634230" y="2309555"/>
                    <a:pt x="4678553" y="2356164"/>
                    <a:pt x="4677283" y="2412298"/>
                  </a:cubicBezTo>
                  <a:close/>
                  <a:moveTo>
                    <a:pt x="4193413" y="3791645"/>
                  </a:moveTo>
                  <a:cubicBezTo>
                    <a:pt x="4064254" y="3960682"/>
                    <a:pt x="3912870" y="4111558"/>
                    <a:pt x="3743579" y="4239828"/>
                  </a:cubicBezTo>
                  <a:cubicBezTo>
                    <a:pt x="3698875" y="4273737"/>
                    <a:pt x="3635121" y="4264974"/>
                    <a:pt x="3601212" y="4220270"/>
                  </a:cubicBezTo>
                  <a:cubicBezTo>
                    <a:pt x="3567303" y="4175566"/>
                    <a:pt x="3576066" y="4111812"/>
                    <a:pt x="3620770" y="4077903"/>
                  </a:cubicBezTo>
                  <a:cubicBezTo>
                    <a:pt x="3775456" y="3960682"/>
                    <a:pt x="3913886" y="3822760"/>
                    <a:pt x="4031869" y="3668201"/>
                  </a:cubicBezTo>
                  <a:cubicBezTo>
                    <a:pt x="4065905" y="3623624"/>
                    <a:pt x="4129659" y="3615115"/>
                    <a:pt x="4174236" y="3649151"/>
                  </a:cubicBezTo>
                  <a:cubicBezTo>
                    <a:pt x="4218813" y="3683187"/>
                    <a:pt x="4227322" y="3746941"/>
                    <a:pt x="4193286" y="3791518"/>
                  </a:cubicBezTo>
                  <a:close/>
                  <a:moveTo>
                    <a:pt x="2988437" y="4619685"/>
                  </a:moveTo>
                  <a:cubicBezTo>
                    <a:pt x="2788412" y="4677851"/>
                    <a:pt x="2577592" y="4709728"/>
                    <a:pt x="2359660" y="4711760"/>
                  </a:cubicBezTo>
                  <a:cubicBezTo>
                    <a:pt x="2303526" y="4712268"/>
                    <a:pt x="2257679" y="4667183"/>
                    <a:pt x="2257171" y="4611049"/>
                  </a:cubicBezTo>
                  <a:cubicBezTo>
                    <a:pt x="2256663" y="4554915"/>
                    <a:pt x="2301748" y="4509068"/>
                    <a:pt x="2357882" y="4508560"/>
                  </a:cubicBezTo>
                  <a:cubicBezTo>
                    <a:pt x="2556891" y="4506782"/>
                    <a:pt x="2749423" y="4477572"/>
                    <a:pt x="2931668" y="4424613"/>
                  </a:cubicBezTo>
                  <a:cubicBezTo>
                    <a:pt x="2985516" y="4408992"/>
                    <a:pt x="3041904" y="4439980"/>
                    <a:pt x="3057652" y="4493828"/>
                  </a:cubicBezTo>
                  <a:cubicBezTo>
                    <a:pt x="3073400" y="4547676"/>
                    <a:pt x="3042285" y="4604064"/>
                    <a:pt x="2988437" y="4619812"/>
                  </a:cubicBezTo>
                  <a:close/>
                  <a:moveTo>
                    <a:pt x="1527048" y="4566091"/>
                  </a:moveTo>
                  <a:cubicBezTo>
                    <a:pt x="1326007" y="4491161"/>
                    <a:pt x="1138174" y="4389180"/>
                    <a:pt x="967613" y="4264720"/>
                  </a:cubicBezTo>
                  <a:cubicBezTo>
                    <a:pt x="922274" y="4231573"/>
                    <a:pt x="912368" y="4168073"/>
                    <a:pt x="945515" y="4122734"/>
                  </a:cubicBezTo>
                  <a:cubicBezTo>
                    <a:pt x="978662" y="4077395"/>
                    <a:pt x="1042162" y="4067489"/>
                    <a:pt x="1087501" y="4100636"/>
                  </a:cubicBezTo>
                  <a:cubicBezTo>
                    <a:pt x="1243203" y="4214428"/>
                    <a:pt x="1414780" y="4307392"/>
                    <a:pt x="1598041" y="4375718"/>
                  </a:cubicBezTo>
                  <a:cubicBezTo>
                    <a:pt x="1650619" y="4395276"/>
                    <a:pt x="1677289" y="4453823"/>
                    <a:pt x="1657731" y="4506401"/>
                  </a:cubicBezTo>
                  <a:cubicBezTo>
                    <a:pt x="1638173" y="4558979"/>
                    <a:pt x="1579626" y="4585649"/>
                    <a:pt x="1527048" y="4566091"/>
                  </a:cubicBezTo>
                  <a:close/>
                  <a:moveTo>
                    <a:pt x="385826" y="3652453"/>
                  </a:moveTo>
                  <a:cubicBezTo>
                    <a:pt x="270510" y="3476431"/>
                    <a:pt x="177927" y="3284026"/>
                    <a:pt x="112395" y="3079175"/>
                  </a:cubicBezTo>
                  <a:cubicBezTo>
                    <a:pt x="95250" y="3025708"/>
                    <a:pt x="124714" y="2968558"/>
                    <a:pt x="178181" y="2951413"/>
                  </a:cubicBezTo>
                  <a:cubicBezTo>
                    <a:pt x="231648" y="2934268"/>
                    <a:pt x="288798" y="2963732"/>
                    <a:pt x="305943" y="3017199"/>
                  </a:cubicBezTo>
                  <a:cubicBezTo>
                    <a:pt x="365760" y="3204270"/>
                    <a:pt x="450342" y="3380165"/>
                    <a:pt x="555752" y="3540947"/>
                  </a:cubicBezTo>
                  <a:cubicBezTo>
                    <a:pt x="586486" y="3587937"/>
                    <a:pt x="573405" y="3650802"/>
                    <a:pt x="526415" y="3681663"/>
                  </a:cubicBezTo>
                  <a:cubicBezTo>
                    <a:pt x="479425" y="3712524"/>
                    <a:pt x="416560" y="3699316"/>
                    <a:pt x="385699" y="3652326"/>
                  </a:cubicBezTo>
                  <a:close/>
                  <a:moveTo>
                    <a:pt x="0" y="2355402"/>
                  </a:moveTo>
                  <a:cubicBezTo>
                    <a:pt x="0" y="2137597"/>
                    <a:pt x="29337" y="1926523"/>
                    <a:pt x="84328" y="1725990"/>
                  </a:cubicBezTo>
                  <a:cubicBezTo>
                    <a:pt x="99187" y="1671888"/>
                    <a:pt x="155067" y="1640011"/>
                    <a:pt x="209169" y="1654870"/>
                  </a:cubicBezTo>
                  <a:cubicBezTo>
                    <a:pt x="263271" y="1669729"/>
                    <a:pt x="295148" y="1725609"/>
                    <a:pt x="280289" y="1779711"/>
                  </a:cubicBezTo>
                  <a:cubicBezTo>
                    <a:pt x="230124" y="1962845"/>
                    <a:pt x="203200" y="2155885"/>
                    <a:pt x="203200" y="2355402"/>
                  </a:cubicBezTo>
                  <a:cubicBezTo>
                    <a:pt x="203200" y="2411536"/>
                    <a:pt x="157734" y="2457002"/>
                    <a:pt x="101600" y="2457002"/>
                  </a:cubicBezTo>
                  <a:cubicBezTo>
                    <a:pt x="45466" y="2457002"/>
                    <a:pt x="0" y="2411536"/>
                    <a:pt x="0" y="2355402"/>
                  </a:cubicBezTo>
                  <a:close/>
                </a:path>
              </a:pathLst>
            </a:custGeom>
            <a:solidFill>
              <a:srgbClr val="64BA70">
                <a:alpha val="48627"/>
              </a:srgbClr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1740414" y="1030934"/>
            <a:ext cx="3213013" cy="3185552"/>
            <a:chOff x="0" y="0"/>
            <a:chExt cx="4284018" cy="424740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83964" cy="4247388"/>
            </a:xfrm>
            <a:custGeom>
              <a:avLst/>
              <a:gdLst/>
              <a:ahLst/>
              <a:cxnLst/>
              <a:rect l="l" t="t" r="r" b="b"/>
              <a:pathLst>
                <a:path w="4283964" h="4247388">
                  <a:moveTo>
                    <a:pt x="0" y="0"/>
                  </a:moveTo>
                  <a:lnTo>
                    <a:pt x="4283964" y="0"/>
                  </a:lnTo>
                  <a:lnTo>
                    <a:pt x="4283964" y="4247388"/>
                  </a:lnTo>
                  <a:lnTo>
                    <a:pt x="0" y="42473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5044" t="-61731" r="-123935" b="-30053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 rot="-10800000">
            <a:off x="12660617" y="2143765"/>
            <a:ext cx="1372608" cy="1390380"/>
            <a:chOff x="0" y="0"/>
            <a:chExt cx="1830144" cy="18538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30197" cy="1853819"/>
            </a:xfrm>
            <a:custGeom>
              <a:avLst/>
              <a:gdLst/>
              <a:ahLst/>
              <a:cxnLst/>
              <a:rect l="l" t="t" r="r" b="b"/>
              <a:pathLst>
                <a:path w="1830197" h="1853819">
                  <a:moveTo>
                    <a:pt x="0" y="0"/>
                  </a:moveTo>
                  <a:lnTo>
                    <a:pt x="1830197" y="0"/>
                  </a:lnTo>
                  <a:lnTo>
                    <a:pt x="1830197" y="1853819"/>
                  </a:lnTo>
                  <a:lnTo>
                    <a:pt x="0" y="1853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08" r="2" b="-109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13" name="Rounded Rectangle 12"/>
          <p:cNvSpPr/>
          <p:nvPr/>
        </p:nvSpPr>
        <p:spPr>
          <a:xfrm>
            <a:off x="520000" y="8620000"/>
            <a:ext cx="14472616" cy="680000"/>
          </a:xfrm>
          <a:prstGeom prst="roundRect">
            <a:avLst/>
          </a:prstGeom>
          <a:solidFill>
            <a:srgbClr val="0A0E1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45000" rIns="180000" bIns="45000" rtlCol="0" anchor="ctr"/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Arimo"/>
                <a:ea typeface="맑은 고딕"/>
              </a:rPr>
              <a:t>① 별자리 찾기 — 천장의 별자리 중 'X'자 형상을 찾는다. 단서는 서가 006(점성술·천문학)의 「아홉 별의 마법 운명록」에 있다.</a:t>
            </a:r>
          </a:p>
        </p:txBody>
      </p:sp>
      <p:grpSp>
        <p:nvGrpSpPr>
          <p:cNvPr id="14" name="Group 5">
            <a:extLst>
              <a:ext uri="{FF2B5EF4-FFF2-40B4-BE49-F238E27FC236}">
                <a16:creationId xmlns:a16="http://schemas.microsoft.com/office/drawing/2014/main" id="{D2F9D954-46D8-9E67-C8C0-B24B5C1FCE11}"/>
              </a:ext>
            </a:extLst>
          </p:cNvPr>
          <p:cNvGrpSpPr/>
          <p:nvPr/>
        </p:nvGrpSpPr>
        <p:grpSpPr>
          <a:xfrm>
            <a:off x="7696200" y="9825334"/>
            <a:ext cx="10591800" cy="499783"/>
            <a:chOff x="0" y="0"/>
            <a:chExt cx="13828144" cy="666378"/>
          </a:xfrm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D496656-69BE-A84A-060C-CDBCD9FE5094}"/>
                </a:ext>
              </a:extLst>
            </p:cNvPr>
            <p:cNvSpPr/>
            <p:nvPr/>
          </p:nvSpPr>
          <p:spPr>
            <a:xfrm>
              <a:off x="0" y="0"/>
              <a:ext cx="13828140" cy="666393"/>
            </a:xfrm>
            <a:custGeom>
              <a:avLst/>
              <a:gdLst/>
              <a:ahLst/>
              <a:cxnLst/>
              <a:rect l="l" t="t" r="r" b="b"/>
              <a:pathLst>
                <a:path w="13828140" h="666393">
                  <a:moveTo>
                    <a:pt x="0" y="0"/>
                  </a:moveTo>
                  <a:lnTo>
                    <a:pt x="13828140" y="0"/>
                  </a:lnTo>
                  <a:lnTo>
                    <a:pt x="13828140" y="666393"/>
                  </a:lnTo>
                  <a:lnTo>
                    <a:pt x="0" y="666393"/>
                  </a:lnTo>
                  <a:close/>
                </a:path>
              </a:pathLst>
            </a:custGeom>
            <a:solidFill>
              <a:srgbClr val="FFFFFF">
                <a:alpha val="48627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6" name="TextBox 7">
              <a:extLst>
                <a:ext uri="{FF2B5EF4-FFF2-40B4-BE49-F238E27FC236}">
                  <a16:creationId xmlns:a16="http://schemas.microsoft.com/office/drawing/2014/main" id="{961591C2-9C40-E4CD-1728-EC5D206D2B13}"/>
                </a:ext>
              </a:extLst>
            </p:cNvPr>
            <p:cNvSpPr txBox="1"/>
            <p:nvPr/>
          </p:nvSpPr>
          <p:spPr>
            <a:xfrm>
              <a:off x="0" y="-9525"/>
              <a:ext cx="13828144" cy="675903"/>
            </a:xfrm>
            <a:prstGeom prst="rect">
              <a:avLst/>
            </a:prstGeom>
          </p:spPr>
          <p:txBody>
            <a:bodyPr wrap="none" lIns="50800" tIns="50800" rIns="50800" bIns="50800" rtlCol="0" anchor="t"/>
            <a:lstStyle/>
            <a:p>
              <a:pPr marL="0" lvl="0" indent="0" algn="r">
                <a:lnSpc>
                  <a:spcPts val="2520"/>
                </a:lnSpc>
                <a:spcBef>
                  <a:spcPct val="0"/>
                </a:spcBef>
              </a:pPr>
              <a:r>
                <a:rPr lang="en-US" sz="2100" u="none" strike="noStrike">
                  <a:solidFill>
                    <a:srgbClr val="FBE8D6"/>
                  </a:solidFill>
                  <a:latin typeface="Arimo"/>
                  <a:ea typeface="맑은 고딕"/>
                  <a:cs typeface="Arimo"/>
                  <a:sym typeface="Arimo"/>
                </a:rPr>
                <a:t>이해를 돕기 위한 연출 이미지이며, 실제 게임 플레이 화면과는 차이가 있을 수 있습니다.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-21771"/>
            <a:ext cx="18283428" cy="10283070"/>
            <a:chOff x="0" y="0"/>
            <a:chExt cx="24377904" cy="137107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7904" cy="13710793"/>
            </a:xfrm>
            <a:custGeom>
              <a:avLst/>
              <a:gdLst/>
              <a:ahLst/>
              <a:cxnLst/>
              <a:rect l="l" t="t" r="r" b="b"/>
              <a:pathLst>
                <a:path w="24377904" h="13710793">
                  <a:moveTo>
                    <a:pt x="0" y="0"/>
                  </a:moveTo>
                  <a:lnTo>
                    <a:pt x="24377904" y="0"/>
                  </a:lnTo>
                  <a:lnTo>
                    <a:pt x="24377904" y="13710793"/>
                  </a:lnTo>
                  <a:lnTo>
                    <a:pt x="0" y="13710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814" t="-12711" r="-16697" b="-1302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387518" y="2514600"/>
            <a:ext cx="3508391" cy="3534902"/>
            <a:chOff x="0" y="0"/>
            <a:chExt cx="4677854" cy="4713202"/>
          </a:xfrm>
        </p:grpSpPr>
        <p:sp>
          <p:nvSpPr>
            <p:cNvPr id="8" name="Freeform 8"/>
            <p:cNvSpPr/>
            <p:nvPr/>
          </p:nvSpPr>
          <p:spPr>
            <a:xfrm>
              <a:off x="0" y="1210"/>
              <a:ext cx="4677310" cy="4711764"/>
            </a:xfrm>
            <a:custGeom>
              <a:avLst/>
              <a:gdLst/>
              <a:ahLst/>
              <a:cxnLst/>
              <a:rect l="l" t="t" r="r" b="b"/>
              <a:pathLst>
                <a:path w="4677310" h="4711764">
                  <a:moveTo>
                    <a:pt x="450469" y="964752"/>
                  </a:moveTo>
                  <a:cubicBezTo>
                    <a:pt x="575564" y="792540"/>
                    <a:pt x="723392" y="637981"/>
                    <a:pt x="889381" y="505774"/>
                  </a:cubicBezTo>
                  <a:cubicBezTo>
                    <a:pt x="933323" y="470849"/>
                    <a:pt x="997204" y="478088"/>
                    <a:pt x="1032129" y="521903"/>
                  </a:cubicBezTo>
                  <a:cubicBezTo>
                    <a:pt x="1067054" y="565718"/>
                    <a:pt x="1059942" y="629726"/>
                    <a:pt x="1016000" y="664778"/>
                  </a:cubicBezTo>
                  <a:cubicBezTo>
                    <a:pt x="864362" y="785555"/>
                    <a:pt x="729234" y="926779"/>
                    <a:pt x="614807" y="1084132"/>
                  </a:cubicBezTo>
                  <a:cubicBezTo>
                    <a:pt x="581787" y="1129471"/>
                    <a:pt x="518287" y="1139631"/>
                    <a:pt x="472948" y="1106611"/>
                  </a:cubicBezTo>
                  <a:cubicBezTo>
                    <a:pt x="427609" y="1073591"/>
                    <a:pt x="417449" y="1010091"/>
                    <a:pt x="450469" y="964752"/>
                  </a:cubicBezTo>
                  <a:close/>
                  <a:moveTo>
                    <a:pt x="1634871" y="107502"/>
                  </a:moveTo>
                  <a:cubicBezTo>
                    <a:pt x="1833499" y="44383"/>
                    <a:pt x="2043557" y="7299"/>
                    <a:pt x="2261108" y="60"/>
                  </a:cubicBezTo>
                  <a:cubicBezTo>
                    <a:pt x="2317242" y="-1845"/>
                    <a:pt x="2364105" y="42224"/>
                    <a:pt x="2366010" y="98231"/>
                  </a:cubicBezTo>
                  <a:cubicBezTo>
                    <a:pt x="2367915" y="154238"/>
                    <a:pt x="2323846" y="201228"/>
                    <a:pt x="2267839" y="203133"/>
                  </a:cubicBezTo>
                  <a:cubicBezTo>
                    <a:pt x="2069211" y="209737"/>
                    <a:pt x="1877568" y="243519"/>
                    <a:pt x="1696466" y="301050"/>
                  </a:cubicBezTo>
                  <a:cubicBezTo>
                    <a:pt x="1642999" y="318068"/>
                    <a:pt x="1585849" y="288477"/>
                    <a:pt x="1568831" y="235010"/>
                  </a:cubicBezTo>
                  <a:cubicBezTo>
                    <a:pt x="1551813" y="181543"/>
                    <a:pt x="1581404" y="124393"/>
                    <a:pt x="1634871" y="107375"/>
                  </a:cubicBezTo>
                  <a:close/>
                  <a:moveTo>
                    <a:pt x="3097149" y="125409"/>
                  </a:moveTo>
                  <a:cubicBezTo>
                    <a:pt x="3300095" y="195386"/>
                    <a:pt x="3490341" y="292795"/>
                    <a:pt x="3663696" y="413064"/>
                  </a:cubicBezTo>
                  <a:cubicBezTo>
                    <a:pt x="3709797" y="445068"/>
                    <a:pt x="3721227" y="508314"/>
                    <a:pt x="3689223" y="554415"/>
                  </a:cubicBezTo>
                  <a:cubicBezTo>
                    <a:pt x="3657219" y="600516"/>
                    <a:pt x="3593973" y="611946"/>
                    <a:pt x="3547872" y="579942"/>
                  </a:cubicBezTo>
                  <a:cubicBezTo>
                    <a:pt x="3389503" y="470087"/>
                    <a:pt x="3215894" y="381314"/>
                    <a:pt x="3030855" y="317433"/>
                  </a:cubicBezTo>
                  <a:cubicBezTo>
                    <a:pt x="2977769" y="299145"/>
                    <a:pt x="2949702" y="241233"/>
                    <a:pt x="2967990" y="188274"/>
                  </a:cubicBezTo>
                  <a:cubicBezTo>
                    <a:pt x="2986278" y="135315"/>
                    <a:pt x="3044190" y="107121"/>
                    <a:pt x="3097149" y="125409"/>
                  </a:cubicBezTo>
                  <a:close/>
                  <a:moveTo>
                    <a:pt x="4260342" y="1011107"/>
                  </a:moveTo>
                  <a:cubicBezTo>
                    <a:pt x="4379976" y="1184335"/>
                    <a:pt x="4477131" y="1374581"/>
                    <a:pt x="4547489" y="1577527"/>
                  </a:cubicBezTo>
                  <a:cubicBezTo>
                    <a:pt x="4565904" y="1630486"/>
                    <a:pt x="4537837" y="1688398"/>
                    <a:pt x="4484751" y="1706813"/>
                  </a:cubicBezTo>
                  <a:cubicBezTo>
                    <a:pt x="4431665" y="1725228"/>
                    <a:pt x="4373880" y="1697161"/>
                    <a:pt x="4355465" y="1644075"/>
                  </a:cubicBezTo>
                  <a:cubicBezTo>
                    <a:pt x="4291203" y="1458655"/>
                    <a:pt x="4202430" y="1284792"/>
                    <a:pt x="4093083" y="1126423"/>
                  </a:cubicBezTo>
                  <a:cubicBezTo>
                    <a:pt x="4061206" y="1080195"/>
                    <a:pt x="4072763" y="1016949"/>
                    <a:pt x="4118991" y="985072"/>
                  </a:cubicBezTo>
                  <a:cubicBezTo>
                    <a:pt x="4165219" y="953195"/>
                    <a:pt x="4228465" y="964752"/>
                    <a:pt x="4260342" y="1010980"/>
                  </a:cubicBezTo>
                  <a:close/>
                  <a:moveTo>
                    <a:pt x="4677283" y="2412171"/>
                  </a:moveTo>
                  <a:cubicBezTo>
                    <a:pt x="4672203" y="2629595"/>
                    <a:pt x="4637786" y="2839907"/>
                    <a:pt x="4577842" y="3039170"/>
                  </a:cubicBezTo>
                  <a:cubicBezTo>
                    <a:pt x="4561713" y="3092891"/>
                    <a:pt x="4505071" y="3123371"/>
                    <a:pt x="4451350" y="3107242"/>
                  </a:cubicBezTo>
                  <a:cubicBezTo>
                    <a:pt x="4397629" y="3091113"/>
                    <a:pt x="4367149" y="3034471"/>
                    <a:pt x="4383278" y="2980750"/>
                  </a:cubicBezTo>
                  <a:cubicBezTo>
                    <a:pt x="4438015" y="2798759"/>
                    <a:pt x="4469384" y="2606481"/>
                    <a:pt x="4474083" y="2407472"/>
                  </a:cubicBezTo>
                  <a:cubicBezTo>
                    <a:pt x="4475353" y="2351338"/>
                    <a:pt x="4521962" y="2307015"/>
                    <a:pt x="4578096" y="2308285"/>
                  </a:cubicBezTo>
                  <a:cubicBezTo>
                    <a:pt x="4634230" y="2309555"/>
                    <a:pt x="4678553" y="2356164"/>
                    <a:pt x="4677283" y="2412298"/>
                  </a:cubicBezTo>
                  <a:close/>
                  <a:moveTo>
                    <a:pt x="4193413" y="3791645"/>
                  </a:moveTo>
                  <a:cubicBezTo>
                    <a:pt x="4064254" y="3960682"/>
                    <a:pt x="3912870" y="4111558"/>
                    <a:pt x="3743579" y="4239828"/>
                  </a:cubicBezTo>
                  <a:cubicBezTo>
                    <a:pt x="3698875" y="4273737"/>
                    <a:pt x="3635121" y="4264974"/>
                    <a:pt x="3601212" y="4220270"/>
                  </a:cubicBezTo>
                  <a:cubicBezTo>
                    <a:pt x="3567303" y="4175566"/>
                    <a:pt x="3576066" y="4111812"/>
                    <a:pt x="3620770" y="4077903"/>
                  </a:cubicBezTo>
                  <a:cubicBezTo>
                    <a:pt x="3775456" y="3960682"/>
                    <a:pt x="3913886" y="3822760"/>
                    <a:pt x="4031869" y="3668201"/>
                  </a:cubicBezTo>
                  <a:cubicBezTo>
                    <a:pt x="4065905" y="3623624"/>
                    <a:pt x="4129659" y="3615115"/>
                    <a:pt x="4174236" y="3649151"/>
                  </a:cubicBezTo>
                  <a:cubicBezTo>
                    <a:pt x="4218813" y="3683187"/>
                    <a:pt x="4227322" y="3746941"/>
                    <a:pt x="4193286" y="3791518"/>
                  </a:cubicBezTo>
                  <a:close/>
                  <a:moveTo>
                    <a:pt x="2988437" y="4619685"/>
                  </a:moveTo>
                  <a:cubicBezTo>
                    <a:pt x="2788412" y="4677851"/>
                    <a:pt x="2577592" y="4709728"/>
                    <a:pt x="2359660" y="4711760"/>
                  </a:cubicBezTo>
                  <a:cubicBezTo>
                    <a:pt x="2303526" y="4712268"/>
                    <a:pt x="2257679" y="4667183"/>
                    <a:pt x="2257171" y="4611049"/>
                  </a:cubicBezTo>
                  <a:cubicBezTo>
                    <a:pt x="2256663" y="4554915"/>
                    <a:pt x="2301748" y="4509068"/>
                    <a:pt x="2357882" y="4508560"/>
                  </a:cubicBezTo>
                  <a:cubicBezTo>
                    <a:pt x="2556891" y="4506782"/>
                    <a:pt x="2749423" y="4477572"/>
                    <a:pt x="2931668" y="4424613"/>
                  </a:cubicBezTo>
                  <a:cubicBezTo>
                    <a:pt x="2985516" y="4408992"/>
                    <a:pt x="3041904" y="4439980"/>
                    <a:pt x="3057652" y="4493828"/>
                  </a:cubicBezTo>
                  <a:cubicBezTo>
                    <a:pt x="3073400" y="4547676"/>
                    <a:pt x="3042285" y="4604064"/>
                    <a:pt x="2988437" y="4619812"/>
                  </a:cubicBezTo>
                  <a:close/>
                  <a:moveTo>
                    <a:pt x="1527048" y="4566091"/>
                  </a:moveTo>
                  <a:cubicBezTo>
                    <a:pt x="1326007" y="4491161"/>
                    <a:pt x="1138174" y="4389180"/>
                    <a:pt x="967613" y="4264720"/>
                  </a:cubicBezTo>
                  <a:cubicBezTo>
                    <a:pt x="922274" y="4231573"/>
                    <a:pt x="912368" y="4168073"/>
                    <a:pt x="945515" y="4122734"/>
                  </a:cubicBezTo>
                  <a:cubicBezTo>
                    <a:pt x="978662" y="4077395"/>
                    <a:pt x="1042162" y="4067489"/>
                    <a:pt x="1087501" y="4100636"/>
                  </a:cubicBezTo>
                  <a:cubicBezTo>
                    <a:pt x="1243203" y="4214428"/>
                    <a:pt x="1414780" y="4307392"/>
                    <a:pt x="1598041" y="4375718"/>
                  </a:cubicBezTo>
                  <a:cubicBezTo>
                    <a:pt x="1650619" y="4395276"/>
                    <a:pt x="1677289" y="4453823"/>
                    <a:pt x="1657731" y="4506401"/>
                  </a:cubicBezTo>
                  <a:cubicBezTo>
                    <a:pt x="1638173" y="4558979"/>
                    <a:pt x="1579626" y="4585649"/>
                    <a:pt x="1527048" y="4566091"/>
                  </a:cubicBezTo>
                  <a:close/>
                  <a:moveTo>
                    <a:pt x="385826" y="3652453"/>
                  </a:moveTo>
                  <a:cubicBezTo>
                    <a:pt x="270510" y="3476431"/>
                    <a:pt x="177927" y="3284026"/>
                    <a:pt x="112395" y="3079175"/>
                  </a:cubicBezTo>
                  <a:cubicBezTo>
                    <a:pt x="95250" y="3025708"/>
                    <a:pt x="124714" y="2968558"/>
                    <a:pt x="178181" y="2951413"/>
                  </a:cubicBezTo>
                  <a:cubicBezTo>
                    <a:pt x="231648" y="2934268"/>
                    <a:pt x="288798" y="2963732"/>
                    <a:pt x="305943" y="3017199"/>
                  </a:cubicBezTo>
                  <a:cubicBezTo>
                    <a:pt x="365760" y="3204270"/>
                    <a:pt x="450342" y="3380165"/>
                    <a:pt x="555752" y="3540947"/>
                  </a:cubicBezTo>
                  <a:cubicBezTo>
                    <a:pt x="586486" y="3587937"/>
                    <a:pt x="573405" y="3650802"/>
                    <a:pt x="526415" y="3681663"/>
                  </a:cubicBezTo>
                  <a:cubicBezTo>
                    <a:pt x="479425" y="3712524"/>
                    <a:pt x="416560" y="3699316"/>
                    <a:pt x="385699" y="3652326"/>
                  </a:cubicBezTo>
                  <a:close/>
                  <a:moveTo>
                    <a:pt x="0" y="2355402"/>
                  </a:moveTo>
                  <a:cubicBezTo>
                    <a:pt x="0" y="2137597"/>
                    <a:pt x="29337" y="1926523"/>
                    <a:pt x="84328" y="1725990"/>
                  </a:cubicBezTo>
                  <a:cubicBezTo>
                    <a:pt x="99187" y="1671888"/>
                    <a:pt x="155067" y="1640011"/>
                    <a:pt x="209169" y="1654870"/>
                  </a:cubicBezTo>
                  <a:cubicBezTo>
                    <a:pt x="263271" y="1669729"/>
                    <a:pt x="295148" y="1725609"/>
                    <a:pt x="280289" y="1779711"/>
                  </a:cubicBezTo>
                  <a:cubicBezTo>
                    <a:pt x="230124" y="1962845"/>
                    <a:pt x="203200" y="2155885"/>
                    <a:pt x="203200" y="2355402"/>
                  </a:cubicBezTo>
                  <a:cubicBezTo>
                    <a:pt x="203200" y="2411536"/>
                    <a:pt x="157734" y="2457002"/>
                    <a:pt x="101600" y="2457002"/>
                  </a:cubicBezTo>
                  <a:cubicBezTo>
                    <a:pt x="45466" y="2457002"/>
                    <a:pt x="0" y="2411536"/>
                    <a:pt x="0" y="2355402"/>
                  </a:cubicBezTo>
                  <a:close/>
                </a:path>
              </a:pathLst>
            </a:custGeom>
            <a:solidFill>
              <a:srgbClr val="64BA70">
                <a:alpha val="48627"/>
              </a:srgbClr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1740414" y="1030934"/>
            <a:ext cx="3213013" cy="3185552"/>
            <a:chOff x="0" y="0"/>
            <a:chExt cx="4284018" cy="424740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83964" cy="4247388"/>
            </a:xfrm>
            <a:custGeom>
              <a:avLst/>
              <a:gdLst/>
              <a:ahLst/>
              <a:cxnLst/>
              <a:rect l="l" t="t" r="r" b="b"/>
              <a:pathLst>
                <a:path w="4283964" h="4247388">
                  <a:moveTo>
                    <a:pt x="0" y="0"/>
                  </a:moveTo>
                  <a:lnTo>
                    <a:pt x="4283964" y="0"/>
                  </a:lnTo>
                  <a:lnTo>
                    <a:pt x="4283964" y="4247388"/>
                  </a:lnTo>
                  <a:lnTo>
                    <a:pt x="0" y="42473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5044" t="-61731" r="-123935" b="-30053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 rot="-10800000">
            <a:off x="12660617" y="2143765"/>
            <a:ext cx="1372608" cy="1390380"/>
            <a:chOff x="0" y="0"/>
            <a:chExt cx="1830144" cy="18538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30197" cy="1853819"/>
            </a:xfrm>
            <a:custGeom>
              <a:avLst/>
              <a:gdLst/>
              <a:ahLst/>
              <a:cxnLst/>
              <a:rect l="l" t="t" r="r" b="b"/>
              <a:pathLst>
                <a:path w="1830197" h="1853819">
                  <a:moveTo>
                    <a:pt x="0" y="0"/>
                  </a:moveTo>
                  <a:lnTo>
                    <a:pt x="1830197" y="0"/>
                  </a:lnTo>
                  <a:lnTo>
                    <a:pt x="1830197" y="1853819"/>
                  </a:lnTo>
                  <a:lnTo>
                    <a:pt x="0" y="1853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08" r="2" b="-109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3359337" y="7527000"/>
            <a:ext cx="3504762" cy="1028571"/>
            <a:chOff x="0" y="0"/>
            <a:chExt cx="4673016" cy="1371428"/>
          </a:xfrm>
        </p:grpSpPr>
        <p:sp>
          <p:nvSpPr>
            <p:cNvPr id="14" name="Freeform 14" descr="원, 다채로움이(가) 표시된 사진  AI 생성 콘텐츠는 정확하지 않을 수 있습니다."/>
            <p:cNvSpPr/>
            <p:nvPr/>
          </p:nvSpPr>
          <p:spPr>
            <a:xfrm>
              <a:off x="0" y="0"/>
              <a:ext cx="4672965" cy="1371473"/>
            </a:xfrm>
            <a:custGeom>
              <a:avLst/>
              <a:gdLst/>
              <a:ahLst/>
              <a:cxnLst/>
              <a:rect l="l" t="t" r="r" b="b"/>
              <a:pathLst>
                <a:path w="4672965" h="1371473">
                  <a:moveTo>
                    <a:pt x="0" y="0"/>
                  </a:moveTo>
                  <a:lnTo>
                    <a:pt x="4672965" y="0"/>
                  </a:lnTo>
                  <a:lnTo>
                    <a:pt x="4672965" y="1371473"/>
                  </a:lnTo>
                  <a:lnTo>
                    <a:pt x="0" y="13714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 b="3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450779" y="7767873"/>
            <a:ext cx="3321882" cy="5277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유니콘자리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7385781" y="7527000"/>
            <a:ext cx="3504762" cy="1028571"/>
            <a:chOff x="0" y="0"/>
            <a:chExt cx="4673016" cy="1371428"/>
          </a:xfrm>
        </p:grpSpPr>
        <p:sp>
          <p:nvSpPr>
            <p:cNvPr id="17" name="Freeform 17" descr="원, 다채로움이(가) 표시된 사진  AI 생성 콘텐츠는 정확하지 않을 수 있습니다."/>
            <p:cNvSpPr/>
            <p:nvPr/>
          </p:nvSpPr>
          <p:spPr>
            <a:xfrm>
              <a:off x="0" y="0"/>
              <a:ext cx="4672965" cy="1371473"/>
            </a:xfrm>
            <a:custGeom>
              <a:avLst/>
              <a:gdLst/>
              <a:ahLst/>
              <a:cxnLst/>
              <a:rect l="l" t="t" r="r" b="b"/>
              <a:pathLst>
                <a:path w="4672965" h="1371473">
                  <a:moveTo>
                    <a:pt x="0" y="0"/>
                  </a:moveTo>
                  <a:lnTo>
                    <a:pt x="4672965" y="0"/>
                  </a:lnTo>
                  <a:lnTo>
                    <a:pt x="4672965" y="1371473"/>
                  </a:lnTo>
                  <a:lnTo>
                    <a:pt x="0" y="13714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 b="3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7477220" y="7767873"/>
            <a:ext cx="3321882" cy="5277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뱀자리</a:t>
            </a:r>
          </a:p>
        </p:txBody>
      </p: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11412225" y="7527000"/>
            <a:ext cx="3504762" cy="1028571"/>
            <a:chOff x="0" y="0"/>
            <a:chExt cx="4673016" cy="1371428"/>
          </a:xfrm>
        </p:grpSpPr>
        <p:sp>
          <p:nvSpPr>
            <p:cNvPr id="20" name="Freeform 20" descr="원, 다채로움이(가) 표시된 사진  AI 생성 콘텐츠는 정확하지 않을 수 있습니다."/>
            <p:cNvSpPr/>
            <p:nvPr/>
          </p:nvSpPr>
          <p:spPr>
            <a:xfrm>
              <a:off x="0" y="0"/>
              <a:ext cx="4672965" cy="1371473"/>
            </a:xfrm>
            <a:custGeom>
              <a:avLst/>
              <a:gdLst/>
              <a:ahLst/>
              <a:cxnLst/>
              <a:rect l="l" t="t" r="r" b="b"/>
              <a:pathLst>
                <a:path w="4672965" h="1371473">
                  <a:moveTo>
                    <a:pt x="0" y="0"/>
                  </a:moveTo>
                  <a:lnTo>
                    <a:pt x="4672965" y="0"/>
                  </a:lnTo>
                  <a:lnTo>
                    <a:pt x="4672965" y="1371473"/>
                  </a:lnTo>
                  <a:lnTo>
                    <a:pt x="0" y="13714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 b="3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503665" y="7767873"/>
            <a:ext cx="3321882" cy="5277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여우자리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0000" y="8620000"/>
            <a:ext cx="9854896" cy="680000"/>
          </a:xfrm>
          <a:prstGeom prst="roundRect">
            <a:avLst/>
          </a:prstGeom>
          <a:solidFill>
            <a:srgbClr val="0A0E1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45000" rIns="180000" bIns="45000" rtlCol="0" anchor="ctr"/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Arimo"/>
                <a:ea typeface="맑은 고딕"/>
              </a:rPr>
              <a:t>세 별자리 중 정답은 여우자리. "12월을 상징하며 X자 형상을 띤다"는 단서와 일치한다.</a:t>
            </a:r>
          </a:p>
        </p:txBody>
      </p:sp>
      <p:grpSp>
        <p:nvGrpSpPr>
          <p:cNvPr id="23" name="Group 5">
            <a:extLst>
              <a:ext uri="{FF2B5EF4-FFF2-40B4-BE49-F238E27FC236}">
                <a16:creationId xmlns:a16="http://schemas.microsoft.com/office/drawing/2014/main" id="{EA3A2E89-557C-81A4-82B5-50117A5473FA}"/>
              </a:ext>
            </a:extLst>
          </p:cNvPr>
          <p:cNvGrpSpPr/>
          <p:nvPr/>
        </p:nvGrpSpPr>
        <p:grpSpPr>
          <a:xfrm>
            <a:off x="7696200" y="9825334"/>
            <a:ext cx="10591800" cy="499783"/>
            <a:chOff x="0" y="0"/>
            <a:chExt cx="13828144" cy="666378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F3B4205E-6D19-5AB6-69C8-1BA395BBF049}"/>
                </a:ext>
              </a:extLst>
            </p:cNvPr>
            <p:cNvSpPr/>
            <p:nvPr/>
          </p:nvSpPr>
          <p:spPr>
            <a:xfrm>
              <a:off x="0" y="0"/>
              <a:ext cx="13828140" cy="666393"/>
            </a:xfrm>
            <a:custGeom>
              <a:avLst/>
              <a:gdLst/>
              <a:ahLst/>
              <a:cxnLst/>
              <a:rect l="l" t="t" r="r" b="b"/>
              <a:pathLst>
                <a:path w="13828140" h="666393">
                  <a:moveTo>
                    <a:pt x="0" y="0"/>
                  </a:moveTo>
                  <a:lnTo>
                    <a:pt x="13828140" y="0"/>
                  </a:lnTo>
                  <a:lnTo>
                    <a:pt x="13828140" y="666393"/>
                  </a:lnTo>
                  <a:lnTo>
                    <a:pt x="0" y="666393"/>
                  </a:lnTo>
                  <a:close/>
                </a:path>
              </a:pathLst>
            </a:custGeom>
            <a:solidFill>
              <a:srgbClr val="FFFFFF">
                <a:alpha val="48627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5" name="TextBox 7">
              <a:extLst>
                <a:ext uri="{FF2B5EF4-FFF2-40B4-BE49-F238E27FC236}">
                  <a16:creationId xmlns:a16="http://schemas.microsoft.com/office/drawing/2014/main" id="{0DE6FEC0-61D1-D3FA-04D0-CFEDAF6F91DE}"/>
                </a:ext>
              </a:extLst>
            </p:cNvPr>
            <p:cNvSpPr txBox="1"/>
            <p:nvPr/>
          </p:nvSpPr>
          <p:spPr>
            <a:xfrm>
              <a:off x="0" y="-9525"/>
              <a:ext cx="13828144" cy="675903"/>
            </a:xfrm>
            <a:prstGeom prst="rect">
              <a:avLst/>
            </a:prstGeom>
          </p:spPr>
          <p:txBody>
            <a:bodyPr wrap="none" lIns="50800" tIns="50800" rIns="50800" bIns="50800" rtlCol="0" anchor="t"/>
            <a:lstStyle/>
            <a:p>
              <a:pPr marL="0" lvl="0" indent="0" algn="r">
                <a:lnSpc>
                  <a:spcPts val="2520"/>
                </a:lnSpc>
                <a:spcBef>
                  <a:spcPct val="0"/>
                </a:spcBef>
              </a:pPr>
              <a:r>
                <a:rPr lang="en-US" sz="2100" u="none" strike="noStrike">
                  <a:solidFill>
                    <a:srgbClr val="FBE8D6"/>
                  </a:solidFill>
                  <a:latin typeface="Arimo"/>
                  <a:ea typeface="맑은 고딕"/>
                  <a:cs typeface="Arimo"/>
                  <a:sym typeface="Arimo"/>
                </a:rPr>
                <a:t>이해를 돕기 위한 연출 이미지이며, 실제 게임 플레이 화면과는 차이가 있을 수 있습니다.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가구, 테이블, 의자, 바닥이(가) 표시된 사진  AI 생성 콘텐츠는 정확하지 않을 수 있습니다.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260" t="-12395" r="-16261" b="-12395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015659" y="1655229"/>
            <a:ext cx="2244921" cy="2261451"/>
            <a:chOff x="0" y="0"/>
            <a:chExt cx="2993228" cy="3015268"/>
          </a:xfrm>
        </p:grpSpPr>
        <p:sp>
          <p:nvSpPr>
            <p:cNvPr id="5" name="Freeform 5"/>
            <p:cNvSpPr/>
            <p:nvPr/>
          </p:nvSpPr>
          <p:spPr>
            <a:xfrm>
              <a:off x="0" y="10050"/>
              <a:ext cx="2993136" cy="2972910"/>
            </a:xfrm>
            <a:custGeom>
              <a:avLst/>
              <a:gdLst/>
              <a:ahLst/>
              <a:cxnLst/>
              <a:rect l="l" t="t" r="r" b="b"/>
              <a:pathLst>
                <a:path w="2993136" h="2972910">
                  <a:moveTo>
                    <a:pt x="704850" y="218042"/>
                  </a:moveTo>
                  <a:cubicBezTo>
                    <a:pt x="886206" y="103869"/>
                    <a:pt x="1093851" y="27669"/>
                    <a:pt x="1316355" y="745"/>
                  </a:cubicBezTo>
                  <a:cubicBezTo>
                    <a:pt x="1372108" y="-5986"/>
                    <a:pt x="1422654" y="33638"/>
                    <a:pt x="1429385" y="89391"/>
                  </a:cubicBezTo>
                  <a:cubicBezTo>
                    <a:pt x="1436116" y="145144"/>
                    <a:pt x="1396492" y="195690"/>
                    <a:pt x="1340739" y="202421"/>
                  </a:cubicBezTo>
                  <a:cubicBezTo>
                    <a:pt x="1148715" y="225662"/>
                    <a:pt x="969645" y="291321"/>
                    <a:pt x="812927" y="389873"/>
                  </a:cubicBezTo>
                  <a:cubicBezTo>
                    <a:pt x="765429" y="419718"/>
                    <a:pt x="702691" y="405494"/>
                    <a:pt x="672846" y="357996"/>
                  </a:cubicBezTo>
                  <a:cubicBezTo>
                    <a:pt x="643001" y="310498"/>
                    <a:pt x="657225" y="247760"/>
                    <a:pt x="704723" y="217915"/>
                  </a:cubicBezTo>
                  <a:close/>
                  <a:moveTo>
                    <a:pt x="2163826" y="147684"/>
                  </a:moveTo>
                  <a:cubicBezTo>
                    <a:pt x="2359787" y="246236"/>
                    <a:pt x="2531237" y="386698"/>
                    <a:pt x="2666619" y="557386"/>
                  </a:cubicBezTo>
                  <a:cubicBezTo>
                    <a:pt x="2701417" y="601328"/>
                    <a:pt x="2694051" y="665209"/>
                    <a:pt x="2650109" y="700134"/>
                  </a:cubicBezTo>
                  <a:cubicBezTo>
                    <a:pt x="2606167" y="735059"/>
                    <a:pt x="2542286" y="727566"/>
                    <a:pt x="2507361" y="683624"/>
                  </a:cubicBezTo>
                  <a:cubicBezTo>
                    <a:pt x="2390140" y="535796"/>
                    <a:pt x="2241931" y="414384"/>
                    <a:pt x="2072640" y="329294"/>
                  </a:cubicBezTo>
                  <a:cubicBezTo>
                    <a:pt x="2022475" y="304148"/>
                    <a:pt x="2002282" y="243061"/>
                    <a:pt x="2027428" y="192896"/>
                  </a:cubicBezTo>
                  <a:cubicBezTo>
                    <a:pt x="2052574" y="142731"/>
                    <a:pt x="2113661" y="122538"/>
                    <a:pt x="2163826" y="147684"/>
                  </a:cubicBezTo>
                  <a:close/>
                  <a:moveTo>
                    <a:pt x="2986532" y="1354819"/>
                  </a:moveTo>
                  <a:cubicBezTo>
                    <a:pt x="2990850" y="1401809"/>
                    <a:pt x="2993136" y="1449434"/>
                    <a:pt x="2993136" y="1497440"/>
                  </a:cubicBezTo>
                  <a:lnTo>
                    <a:pt x="2891536" y="1497440"/>
                  </a:lnTo>
                  <a:lnTo>
                    <a:pt x="2993136" y="1497440"/>
                  </a:lnTo>
                  <a:cubicBezTo>
                    <a:pt x="2993136" y="1672954"/>
                    <a:pt x="2963291" y="1841610"/>
                    <a:pt x="2908427" y="1998582"/>
                  </a:cubicBezTo>
                  <a:cubicBezTo>
                    <a:pt x="2889885" y="2051541"/>
                    <a:pt x="2831973" y="2079481"/>
                    <a:pt x="2779014" y="2060939"/>
                  </a:cubicBezTo>
                  <a:cubicBezTo>
                    <a:pt x="2726055" y="2042397"/>
                    <a:pt x="2698115" y="1984485"/>
                    <a:pt x="2716657" y="1931526"/>
                  </a:cubicBezTo>
                  <a:cubicBezTo>
                    <a:pt x="2764155" y="1795890"/>
                    <a:pt x="2789936" y="1649840"/>
                    <a:pt x="2789936" y="1497440"/>
                  </a:cubicBezTo>
                  <a:cubicBezTo>
                    <a:pt x="2789936" y="1455657"/>
                    <a:pt x="2788031" y="1414382"/>
                    <a:pt x="2784221" y="1373615"/>
                  </a:cubicBezTo>
                  <a:cubicBezTo>
                    <a:pt x="2779014" y="1317735"/>
                    <a:pt x="2820035" y="1268205"/>
                    <a:pt x="2875915" y="1262998"/>
                  </a:cubicBezTo>
                  <a:cubicBezTo>
                    <a:pt x="2931795" y="1257791"/>
                    <a:pt x="2981325" y="1298812"/>
                    <a:pt x="2986532" y="1354692"/>
                  </a:cubicBezTo>
                  <a:close/>
                  <a:moveTo>
                    <a:pt x="2405634" y="2695431"/>
                  </a:moveTo>
                  <a:cubicBezTo>
                    <a:pt x="2235073" y="2827003"/>
                    <a:pt x="2035302" y="2922507"/>
                    <a:pt x="1817878" y="2970513"/>
                  </a:cubicBezTo>
                  <a:cubicBezTo>
                    <a:pt x="1763141" y="2982578"/>
                    <a:pt x="1708912" y="2947907"/>
                    <a:pt x="1696847" y="2893170"/>
                  </a:cubicBezTo>
                  <a:cubicBezTo>
                    <a:pt x="1684782" y="2838433"/>
                    <a:pt x="1719453" y="2784204"/>
                    <a:pt x="1774190" y="2772139"/>
                  </a:cubicBezTo>
                  <a:cubicBezTo>
                    <a:pt x="1961642" y="2730864"/>
                    <a:pt x="2134108" y="2648441"/>
                    <a:pt x="2281682" y="2534649"/>
                  </a:cubicBezTo>
                  <a:cubicBezTo>
                    <a:pt x="2326132" y="2500359"/>
                    <a:pt x="2389886" y="2508614"/>
                    <a:pt x="2424176" y="2553064"/>
                  </a:cubicBezTo>
                  <a:cubicBezTo>
                    <a:pt x="2458466" y="2597514"/>
                    <a:pt x="2450211" y="2661268"/>
                    <a:pt x="2405761" y="2695558"/>
                  </a:cubicBezTo>
                  <a:close/>
                  <a:moveTo>
                    <a:pt x="959993" y="2905362"/>
                  </a:moveTo>
                  <a:cubicBezTo>
                    <a:pt x="754253" y="2825733"/>
                    <a:pt x="570611" y="2701781"/>
                    <a:pt x="420497" y="2545317"/>
                  </a:cubicBezTo>
                  <a:cubicBezTo>
                    <a:pt x="381635" y="2504804"/>
                    <a:pt x="382905" y="2440542"/>
                    <a:pt x="423418" y="2401680"/>
                  </a:cubicBezTo>
                  <a:cubicBezTo>
                    <a:pt x="463931" y="2362818"/>
                    <a:pt x="528193" y="2364088"/>
                    <a:pt x="567055" y="2404601"/>
                  </a:cubicBezTo>
                  <a:cubicBezTo>
                    <a:pt x="697103" y="2540110"/>
                    <a:pt x="855853" y="2647171"/>
                    <a:pt x="1033272" y="2715878"/>
                  </a:cubicBezTo>
                  <a:cubicBezTo>
                    <a:pt x="1085596" y="2736071"/>
                    <a:pt x="1111631" y="2794999"/>
                    <a:pt x="1091311" y="2847323"/>
                  </a:cubicBezTo>
                  <a:cubicBezTo>
                    <a:pt x="1070991" y="2899647"/>
                    <a:pt x="1012190" y="2925682"/>
                    <a:pt x="959866" y="2905362"/>
                  </a:cubicBezTo>
                  <a:close/>
                  <a:moveTo>
                    <a:pt x="26543" y="1781666"/>
                  </a:moveTo>
                  <a:cubicBezTo>
                    <a:pt x="9144" y="1689591"/>
                    <a:pt x="0" y="1594595"/>
                    <a:pt x="0" y="1497567"/>
                  </a:cubicBezTo>
                  <a:lnTo>
                    <a:pt x="101600" y="1497567"/>
                  </a:lnTo>
                  <a:lnTo>
                    <a:pt x="203200" y="1497567"/>
                  </a:lnTo>
                  <a:lnTo>
                    <a:pt x="101600" y="1497567"/>
                  </a:lnTo>
                  <a:lnTo>
                    <a:pt x="0" y="1497567"/>
                  </a:lnTo>
                  <a:cubicBezTo>
                    <a:pt x="0" y="1271507"/>
                    <a:pt x="49403" y="1056750"/>
                    <a:pt x="138176" y="863964"/>
                  </a:cubicBezTo>
                  <a:cubicBezTo>
                    <a:pt x="161671" y="813037"/>
                    <a:pt x="221996" y="790685"/>
                    <a:pt x="272923" y="814180"/>
                  </a:cubicBezTo>
                  <a:cubicBezTo>
                    <a:pt x="323850" y="837675"/>
                    <a:pt x="346202" y="898000"/>
                    <a:pt x="322707" y="948927"/>
                  </a:cubicBezTo>
                  <a:cubicBezTo>
                    <a:pt x="246126" y="1115551"/>
                    <a:pt x="203200" y="1301352"/>
                    <a:pt x="203200" y="1497567"/>
                  </a:cubicBezTo>
                  <a:cubicBezTo>
                    <a:pt x="203200" y="1553701"/>
                    <a:pt x="157734" y="1599167"/>
                    <a:pt x="101600" y="1599167"/>
                  </a:cubicBezTo>
                  <a:cubicBezTo>
                    <a:pt x="45466" y="1599167"/>
                    <a:pt x="0" y="1553701"/>
                    <a:pt x="0" y="1497567"/>
                  </a:cubicBezTo>
                  <a:cubicBezTo>
                    <a:pt x="0" y="1441433"/>
                    <a:pt x="45466" y="1395967"/>
                    <a:pt x="101600" y="1395967"/>
                  </a:cubicBezTo>
                  <a:cubicBezTo>
                    <a:pt x="157734" y="1395967"/>
                    <a:pt x="203200" y="1441433"/>
                    <a:pt x="203200" y="1497567"/>
                  </a:cubicBezTo>
                  <a:cubicBezTo>
                    <a:pt x="203200" y="1581895"/>
                    <a:pt x="211074" y="1664191"/>
                    <a:pt x="226187" y="1743820"/>
                  </a:cubicBezTo>
                  <a:cubicBezTo>
                    <a:pt x="236601" y="1798938"/>
                    <a:pt x="200406" y="1852151"/>
                    <a:pt x="145288" y="1862565"/>
                  </a:cubicBezTo>
                  <a:cubicBezTo>
                    <a:pt x="90170" y="1872979"/>
                    <a:pt x="36957" y="1836784"/>
                    <a:pt x="26543" y="1781666"/>
                  </a:cubicBezTo>
                  <a:close/>
                </a:path>
              </a:pathLst>
            </a:custGeom>
            <a:solidFill>
              <a:srgbClr val="64BA70">
                <a:alpha val="48627"/>
              </a:srgbClr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520000" y="8620000"/>
            <a:ext cx="8227264" cy="680000"/>
          </a:xfrm>
          <a:prstGeom prst="roundRect">
            <a:avLst/>
          </a:prstGeom>
          <a:solidFill>
            <a:srgbClr val="0A0E1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45000" rIns="180000" bIns="45000" rtlCol="0" anchor="ctr"/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Arimo"/>
                <a:ea typeface="맑은 고딕"/>
              </a:rPr>
              <a:t>② 숫자 자물쇠 — 책상 위에 펼쳐진 기록을 조사해 숫자 규칙을 얻는다.</a:t>
            </a:r>
          </a:p>
        </p:txBody>
      </p:sp>
      <p:grpSp>
        <p:nvGrpSpPr>
          <p:cNvPr id="10" name="Group 5">
            <a:extLst>
              <a:ext uri="{FF2B5EF4-FFF2-40B4-BE49-F238E27FC236}">
                <a16:creationId xmlns:a16="http://schemas.microsoft.com/office/drawing/2014/main" id="{CFABE26C-A476-DF51-A46F-0A7A7AC52F33}"/>
              </a:ext>
            </a:extLst>
          </p:cNvPr>
          <p:cNvGrpSpPr/>
          <p:nvPr/>
        </p:nvGrpSpPr>
        <p:grpSpPr>
          <a:xfrm>
            <a:off x="7696200" y="9825334"/>
            <a:ext cx="10591800" cy="499783"/>
            <a:chOff x="0" y="0"/>
            <a:chExt cx="13828144" cy="666378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1A76D262-D393-70B6-1C79-24481C2E504F}"/>
                </a:ext>
              </a:extLst>
            </p:cNvPr>
            <p:cNvSpPr/>
            <p:nvPr/>
          </p:nvSpPr>
          <p:spPr>
            <a:xfrm>
              <a:off x="0" y="0"/>
              <a:ext cx="13828140" cy="666393"/>
            </a:xfrm>
            <a:custGeom>
              <a:avLst/>
              <a:gdLst/>
              <a:ahLst/>
              <a:cxnLst/>
              <a:rect l="l" t="t" r="r" b="b"/>
              <a:pathLst>
                <a:path w="13828140" h="666393">
                  <a:moveTo>
                    <a:pt x="0" y="0"/>
                  </a:moveTo>
                  <a:lnTo>
                    <a:pt x="13828140" y="0"/>
                  </a:lnTo>
                  <a:lnTo>
                    <a:pt x="13828140" y="666393"/>
                  </a:lnTo>
                  <a:lnTo>
                    <a:pt x="0" y="666393"/>
                  </a:lnTo>
                  <a:close/>
                </a:path>
              </a:pathLst>
            </a:custGeom>
            <a:solidFill>
              <a:srgbClr val="FFFFFF">
                <a:alpha val="48627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2" name="TextBox 7">
              <a:extLst>
                <a:ext uri="{FF2B5EF4-FFF2-40B4-BE49-F238E27FC236}">
                  <a16:creationId xmlns:a16="http://schemas.microsoft.com/office/drawing/2014/main" id="{C4AAFC3F-F885-667B-C60D-5A1E028CFD3F}"/>
                </a:ext>
              </a:extLst>
            </p:cNvPr>
            <p:cNvSpPr txBox="1"/>
            <p:nvPr/>
          </p:nvSpPr>
          <p:spPr>
            <a:xfrm>
              <a:off x="0" y="-9525"/>
              <a:ext cx="13828144" cy="675903"/>
            </a:xfrm>
            <a:prstGeom prst="rect">
              <a:avLst/>
            </a:prstGeom>
          </p:spPr>
          <p:txBody>
            <a:bodyPr wrap="none" lIns="50800" tIns="50800" rIns="50800" bIns="50800" rtlCol="0" anchor="t"/>
            <a:lstStyle/>
            <a:p>
              <a:pPr marL="0" lvl="0" indent="0" algn="r">
                <a:lnSpc>
                  <a:spcPts val="2520"/>
                </a:lnSpc>
                <a:spcBef>
                  <a:spcPct val="0"/>
                </a:spcBef>
              </a:pPr>
              <a:r>
                <a:rPr lang="en-US" sz="2100" u="none" strike="noStrike">
                  <a:solidFill>
                    <a:srgbClr val="FBE8D6"/>
                  </a:solidFill>
                  <a:latin typeface="Arimo"/>
                  <a:ea typeface="맑은 고딕"/>
                  <a:cs typeface="Arimo"/>
                  <a:sym typeface="Arimo"/>
                </a:rPr>
                <a:t>이해를 돕기 위한 연출 이미지이며, 실제 게임 플레이 화면과는 차이가 있을 수 있습니다.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244" t="-12359" r="-16247" b="-12359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521082" y="2467844"/>
            <a:ext cx="5371743" cy="5351313"/>
            <a:chOff x="0" y="0"/>
            <a:chExt cx="7162324" cy="7135084"/>
          </a:xfrm>
        </p:grpSpPr>
        <p:grpSp>
          <p:nvGrpSpPr>
            <p:cNvPr id="8" name="Group 8"/>
            <p:cNvGrpSpPr>
              <a:grpSpLocks noChangeAspect="1"/>
            </p:cNvGrpSpPr>
            <p:nvPr/>
          </p:nvGrpSpPr>
          <p:grpSpPr>
            <a:xfrm>
              <a:off x="0" y="0"/>
              <a:ext cx="7162324" cy="7135084"/>
              <a:chOff x="0" y="0"/>
              <a:chExt cx="7162324" cy="7135084"/>
            </a:xfrm>
          </p:grpSpPr>
          <p:sp>
            <p:nvSpPr>
              <p:cNvPr id="9" name="Freeform 9" descr="직사각형, 프레임, 사진 액자이(가) 표시된 사진  AI 생성 콘텐츠는 정확하지 않을 수 있습니다."/>
              <p:cNvSpPr/>
              <p:nvPr/>
            </p:nvSpPr>
            <p:spPr>
              <a:xfrm>
                <a:off x="0" y="0"/>
                <a:ext cx="7162292" cy="7135114"/>
              </a:xfrm>
              <a:custGeom>
                <a:avLst/>
                <a:gdLst/>
                <a:ahLst/>
                <a:cxnLst/>
                <a:rect l="l" t="t" r="r" b="b"/>
                <a:pathLst>
                  <a:path w="7162292" h="7135114">
                    <a:moveTo>
                      <a:pt x="0" y="0"/>
                    </a:moveTo>
                    <a:lnTo>
                      <a:pt x="7162292" y="0"/>
                    </a:lnTo>
                    <a:lnTo>
                      <a:pt x="7162292" y="7135114"/>
                    </a:lnTo>
                    <a:lnTo>
                      <a:pt x="0" y="713511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t="-23" b="-23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121082" y="1978236"/>
              <a:ext cx="6920160" cy="3159562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000000"/>
                  </a:solidFill>
                  <a:latin typeface="Arimo Bold"/>
                  <a:ea typeface="맑은 고딕"/>
                  <a:cs typeface="Arimo Bold"/>
                  <a:sym typeface="Arimo Bold"/>
                </a:rPr>
                <a:t>7104 = 9302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000000"/>
                  </a:solidFill>
                  <a:latin typeface="Arimo Bold"/>
                  <a:ea typeface="맑은 고딕"/>
                  <a:cs typeface="Arimo Bold"/>
                  <a:sym typeface="Arimo Bold"/>
                </a:rPr>
                <a:t>6275 = 3197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000000"/>
                  </a:solidFill>
                  <a:latin typeface="Arimo Bold"/>
                  <a:ea typeface="맑은 고딕"/>
                  <a:cs typeface="Arimo Bold"/>
                  <a:sym typeface="Arimo Bold"/>
                </a:rPr>
                <a:t>8623 = 4315</a:t>
              </a:r>
            </a:p>
            <a:p>
              <a:pPr algn="ctr">
                <a:lnSpc>
                  <a:spcPts val="3600"/>
                </a:lnSpc>
              </a:pPr>
              <a:endParaRPr lang="en-US" sz="3000" b="1">
                <a:solidFill>
                  <a:srgbClr val="000000"/>
                </a:solidFill>
                <a:latin typeface="Arimo Bold"/>
                <a:ea typeface="맑은 고딕"/>
                <a:cs typeface="Arimo Bold"/>
                <a:sym typeface="Arimo Bold"/>
              </a:endParaRPr>
            </a:p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000000"/>
                  </a:solidFill>
                  <a:latin typeface="Arimo Bold"/>
                  <a:ea typeface="맑은 고딕"/>
                  <a:cs typeface="Arimo Bold"/>
                  <a:sym typeface="Arimo Bold"/>
                </a:rPr>
                <a:t>2673 = ?</a:t>
              </a:r>
            </a:p>
          </p:txBody>
        </p:sp>
      </p:grpSp>
      <p:grpSp>
        <p:nvGrpSpPr>
          <p:cNvPr id="11" name="Group 5">
            <a:extLst>
              <a:ext uri="{FF2B5EF4-FFF2-40B4-BE49-F238E27FC236}">
                <a16:creationId xmlns:a16="http://schemas.microsoft.com/office/drawing/2014/main" id="{D8DE5786-34AA-8594-175E-ECCC44CAD2F7}"/>
              </a:ext>
            </a:extLst>
          </p:cNvPr>
          <p:cNvGrpSpPr/>
          <p:nvPr/>
        </p:nvGrpSpPr>
        <p:grpSpPr>
          <a:xfrm>
            <a:off x="7696200" y="9825334"/>
            <a:ext cx="10591800" cy="499783"/>
            <a:chOff x="0" y="0"/>
            <a:chExt cx="13828144" cy="666378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880CAEC7-F2F1-8D44-75C1-E722DFDADD20}"/>
                </a:ext>
              </a:extLst>
            </p:cNvPr>
            <p:cNvSpPr/>
            <p:nvPr/>
          </p:nvSpPr>
          <p:spPr>
            <a:xfrm>
              <a:off x="0" y="0"/>
              <a:ext cx="13828140" cy="666393"/>
            </a:xfrm>
            <a:custGeom>
              <a:avLst/>
              <a:gdLst/>
              <a:ahLst/>
              <a:cxnLst/>
              <a:rect l="l" t="t" r="r" b="b"/>
              <a:pathLst>
                <a:path w="13828140" h="666393">
                  <a:moveTo>
                    <a:pt x="0" y="0"/>
                  </a:moveTo>
                  <a:lnTo>
                    <a:pt x="13828140" y="0"/>
                  </a:lnTo>
                  <a:lnTo>
                    <a:pt x="13828140" y="666393"/>
                  </a:lnTo>
                  <a:lnTo>
                    <a:pt x="0" y="666393"/>
                  </a:lnTo>
                  <a:close/>
                </a:path>
              </a:pathLst>
            </a:custGeom>
            <a:solidFill>
              <a:srgbClr val="FFFFFF">
                <a:alpha val="48627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3" name="TextBox 7">
              <a:extLst>
                <a:ext uri="{FF2B5EF4-FFF2-40B4-BE49-F238E27FC236}">
                  <a16:creationId xmlns:a16="http://schemas.microsoft.com/office/drawing/2014/main" id="{7F6AC9B0-1374-0AB6-8180-728730BD46B9}"/>
                </a:ext>
              </a:extLst>
            </p:cNvPr>
            <p:cNvSpPr txBox="1"/>
            <p:nvPr/>
          </p:nvSpPr>
          <p:spPr>
            <a:xfrm>
              <a:off x="0" y="-9525"/>
              <a:ext cx="13828144" cy="675903"/>
            </a:xfrm>
            <a:prstGeom prst="rect">
              <a:avLst/>
            </a:prstGeom>
          </p:spPr>
          <p:txBody>
            <a:bodyPr wrap="none" lIns="50800" tIns="50800" rIns="50800" bIns="50800" rtlCol="0" anchor="t"/>
            <a:lstStyle/>
            <a:p>
              <a:pPr marL="0" lvl="0" indent="0" algn="r">
                <a:lnSpc>
                  <a:spcPts val="2520"/>
                </a:lnSpc>
                <a:spcBef>
                  <a:spcPct val="0"/>
                </a:spcBef>
              </a:pPr>
              <a:r>
                <a:rPr lang="en-US" sz="2100" u="none" strike="noStrike">
                  <a:solidFill>
                    <a:srgbClr val="FBE8D6"/>
                  </a:solidFill>
                  <a:latin typeface="Arimo"/>
                  <a:ea typeface="맑은 고딕"/>
                  <a:cs typeface="Arimo"/>
                  <a:sym typeface="Arimo"/>
                </a:rPr>
                <a:t>이해를 돕기 위한 연출 이미지이며, 실제 게임 플레이 화면과는 차이가 있을 수 있습니다.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가구, 테이블, 의자, 바닥이(가) 표시된 사진  AI 생성 콘텐츠는 정확하지 않을 수 있습니다.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260" t="-12395" r="-16261" b="-12395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514164" y="1655229"/>
            <a:ext cx="1706035" cy="1718308"/>
            <a:chOff x="0" y="0"/>
            <a:chExt cx="2274714" cy="229107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74697" cy="2291080"/>
            </a:xfrm>
            <a:custGeom>
              <a:avLst/>
              <a:gdLst/>
              <a:ahLst/>
              <a:cxnLst/>
              <a:rect l="l" t="t" r="r" b="b"/>
              <a:pathLst>
                <a:path w="2274697" h="2291080">
                  <a:moveTo>
                    <a:pt x="328168" y="340487"/>
                  </a:moveTo>
                  <a:cubicBezTo>
                    <a:pt x="431927" y="234696"/>
                    <a:pt x="556006" y="149098"/>
                    <a:pt x="694182" y="90170"/>
                  </a:cubicBezTo>
                  <a:cubicBezTo>
                    <a:pt x="745744" y="68199"/>
                    <a:pt x="805434" y="92202"/>
                    <a:pt x="827532" y="143764"/>
                  </a:cubicBezTo>
                  <a:cubicBezTo>
                    <a:pt x="849630" y="195326"/>
                    <a:pt x="825500" y="255016"/>
                    <a:pt x="773938" y="277114"/>
                  </a:cubicBezTo>
                  <a:cubicBezTo>
                    <a:pt x="660654" y="325374"/>
                    <a:pt x="558673" y="395732"/>
                    <a:pt x="473329" y="482727"/>
                  </a:cubicBezTo>
                  <a:cubicBezTo>
                    <a:pt x="434086" y="522732"/>
                    <a:pt x="369697" y="523367"/>
                    <a:pt x="329692" y="484124"/>
                  </a:cubicBezTo>
                  <a:cubicBezTo>
                    <a:pt x="289687" y="444881"/>
                    <a:pt x="289052" y="380492"/>
                    <a:pt x="328295" y="340487"/>
                  </a:cubicBezTo>
                  <a:close/>
                  <a:moveTo>
                    <a:pt x="1128522" y="0"/>
                  </a:moveTo>
                  <a:cubicBezTo>
                    <a:pt x="1131443" y="0"/>
                    <a:pt x="1134491" y="0"/>
                    <a:pt x="1137412" y="0"/>
                  </a:cubicBezTo>
                  <a:lnTo>
                    <a:pt x="1137412" y="101600"/>
                  </a:lnTo>
                  <a:lnTo>
                    <a:pt x="1137412" y="0"/>
                  </a:lnTo>
                  <a:lnTo>
                    <a:pt x="1137412" y="101600"/>
                  </a:lnTo>
                  <a:lnTo>
                    <a:pt x="1137412" y="0"/>
                  </a:lnTo>
                  <a:cubicBezTo>
                    <a:pt x="1288288" y="0"/>
                    <a:pt x="1432433" y="29591"/>
                    <a:pt x="1564386" y="83439"/>
                  </a:cubicBezTo>
                  <a:cubicBezTo>
                    <a:pt x="1616329" y="104648"/>
                    <a:pt x="1641221" y="163957"/>
                    <a:pt x="1620012" y="215900"/>
                  </a:cubicBezTo>
                  <a:cubicBezTo>
                    <a:pt x="1598803" y="267843"/>
                    <a:pt x="1539494" y="292735"/>
                    <a:pt x="1487551" y="271526"/>
                  </a:cubicBezTo>
                  <a:cubicBezTo>
                    <a:pt x="1379474" y="227584"/>
                    <a:pt x="1261364" y="203200"/>
                    <a:pt x="1137412" y="203200"/>
                  </a:cubicBezTo>
                  <a:cubicBezTo>
                    <a:pt x="1134999" y="203200"/>
                    <a:pt x="1132586" y="203200"/>
                    <a:pt x="1130046" y="203200"/>
                  </a:cubicBezTo>
                  <a:cubicBezTo>
                    <a:pt x="1073912" y="203581"/>
                    <a:pt x="1028065" y="158496"/>
                    <a:pt x="1027684" y="102362"/>
                  </a:cubicBezTo>
                  <a:cubicBezTo>
                    <a:pt x="1027303" y="46228"/>
                    <a:pt x="1072388" y="508"/>
                    <a:pt x="1128522" y="0"/>
                  </a:cubicBezTo>
                  <a:close/>
                  <a:moveTo>
                    <a:pt x="1934210" y="328041"/>
                  </a:moveTo>
                  <a:cubicBezTo>
                    <a:pt x="2039239" y="431927"/>
                    <a:pt x="2124329" y="556133"/>
                    <a:pt x="2183257" y="694436"/>
                  </a:cubicBezTo>
                  <a:cubicBezTo>
                    <a:pt x="2205228" y="746125"/>
                    <a:pt x="2181225" y="805688"/>
                    <a:pt x="2129536" y="827659"/>
                  </a:cubicBezTo>
                  <a:cubicBezTo>
                    <a:pt x="2077847" y="849630"/>
                    <a:pt x="2018284" y="825627"/>
                    <a:pt x="1996313" y="773938"/>
                  </a:cubicBezTo>
                  <a:cubicBezTo>
                    <a:pt x="1947926" y="660146"/>
                    <a:pt x="1877822" y="557911"/>
                    <a:pt x="1791335" y="472440"/>
                  </a:cubicBezTo>
                  <a:cubicBezTo>
                    <a:pt x="1751457" y="432943"/>
                    <a:pt x="1751076" y="368681"/>
                    <a:pt x="1790573" y="328803"/>
                  </a:cubicBezTo>
                  <a:cubicBezTo>
                    <a:pt x="1830070" y="288925"/>
                    <a:pt x="1894332" y="288544"/>
                    <a:pt x="1934210" y="328041"/>
                  </a:cubicBezTo>
                  <a:close/>
                  <a:moveTo>
                    <a:pt x="2274570" y="1127760"/>
                  </a:moveTo>
                  <a:cubicBezTo>
                    <a:pt x="2274697" y="1133602"/>
                    <a:pt x="2274697" y="1139571"/>
                    <a:pt x="2274697" y="1145540"/>
                  </a:cubicBezTo>
                  <a:lnTo>
                    <a:pt x="2173097" y="1145540"/>
                  </a:lnTo>
                  <a:lnTo>
                    <a:pt x="2274697" y="1145540"/>
                  </a:lnTo>
                  <a:cubicBezTo>
                    <a:pt x="2274697" y="1292987"/>
                    <a:pt x="2247011" y="1434211"/>
                    <a:pt x="2196338" y="1564005"/>
                  </a:cubicBezTo>
                  <a:cubicBezTo>
                    <a:pt x="2176018" y="1616329"/>
                    <a:pt x="2117090" y="1642110"/>
                    <a:pt x="2064766" y="1621790"/>
                  </a:cubicBezTo>
                  <a:cubicBezTo>
                    <a:pt x="2012442" y="1601470"/>
                    <a:pt x="1986661" y="1542542"/>
                    <a:pt x="2006981" y="1490218"/>
                  </a:cubicBezTo>
                  <a:cubicBezTo>
                    <a:pt x="2048510" y="1383665"/>
                    <a:pt x="2071370" y="1267333"/>
                    <a:pt x="2071370" y="1145540"/>
                  </a:cubicBezTo>
                  <a:cubicBezTo>
                    <a:pt x="2071370" y="1140587"/>
                    <a:pt x="2071370" y="1135761"/>
                    <a:pt x="2071243" y="1130935"/>
                  </a:cubicBezTo>
                  <a:cubicBezTo>
                    <a:pt x="2070354" y="1074801"/>
                    <a:pt x="2115185" y="1028700"/>
                    <a:pt x="2171319" y="1027811"/>
                  </a:cubicBezTo>
                  <a:cubicBezTo>
                    <a:pt x="2227453" y="1026922"/>
                    <a:pt x="2273554" y="1071753"/>
                    <a:pt x="2274443" y="1127887"/>
                  </a:cubicBezTo>
                  <a:close/>
                  <a:moveTo>
                    <a:pt x="1958594" y="1938020"/>
                  </a:moveTo>
                  <a:cubicBezTo>
                    <a:pt x="1856486" y="2045335"/>
                    <a:pt x="1733677" y="2132838"/>
                    <a:pt x="1596644" y="2193925"/>
                  </a:cubicBezTo>
                  <a:cubicBezTo>
                    <a:pt x="1545336" y="2216785"/>
                    <a:pt x="1485265" y="2193671"/>
                    <a:pt x="1462532" y="2142490"/>
                  </a:cubicBezTo>
                  <a:cubicBezTo>
                    <a:pt x="1439799" y="2091309"/>
                    <a:pt x="1462786" y="2031111"/>
                    <a:pt x="1513967" y="2008378"/>
                  </a:cubicBezTo>
                  <a:cubicBezTo>
                    <a:pt x="1626362" y="1958340"/>
                    <a:pt x="1727327" y="1886458"/>
                    <a:pt x="1811401" y="1798066"/>
                  </a:cubicBezTo>
                  <a:cubicBezTo>
                    <a:pt x="1850009" y="1757426"/>
                    <a:pt x="1914398" y="1755775"/>
                    <a:pt x="1955038" y="1794510"/>
                  </a:cubicBezTo>
                  <a:cubicBezTo>
                    <a:pt x="1995678" y="1833245"/>
                    <a:pt x="1997329" y="1897507"/>
                    <a:pt x="1958594" y="1938147"/>
                  </a:cubicBezTo>
                  <a:close/>
                  <a:moveTo>
                    <a:pt x="1163955" y="2290826"/>
                  </a:moveTo>
                  <a:cubicBezTo>
                    <a:pt x="1155065" y="2291080"/>
                    <a:pt x="1146175" y="2291080"/>
                    <a:pt x="1137285" y="2291080"/>
                  </a:cubicBezTo>
                  <a:lnTo>
                    <a:pt x="1137285" y="2189480"/>
                  </a:lnTo>
                  <a:lnTo>
                    <a:pt x="1137285" y="2291080"/>
                  </a:lnTo>
                  <a:cubicBezTo>
                    <a:pt x="992632" y="2291080"/>
                    <a:pt x="854202" y="2263902"/>
                    <a:pt x="726694" y="2214118"/>
                  </a:cubicBezTo>
                  <a:cubicBezTo>
                    <a:pt x="674370" y="2193671"/>
                    <a:pt x="648589" y="2134870"/>
                    <a:pt x="668909" y="2082546"/>
                  </a:cubicBezTo>
                  <a:cubicBezTo>
                    <a:pt x="689229" y="2030222"/>
                    <a:pt x="748157" y="2004441"/>
                    <a:pt x="800481" y="2024761"/>
                  </a:cubicBezTo>
                  <a:cubicBezTo>
                    <a:pt x="904875" y="2065528"/>
                    <a:pt x="1018413" y="2087880"/>
                    <a:pt x="1137285" y="2087880"/>
                  </a:cubicBezTo>
                  <a:cubicBezTo>
                    <a:pt x="1144651" y="2087880"/>
                    <a:pt x="1151890" y="2087753"/>
                    <a:pt x="1159256" y="2087626"/>
                  </a:cubicBezTo>
                  <a:cubicBezTo>
                    <a:pt x="1215390" y="2086356"/>
                    <a:pt x="1261872" y="2130806"/>
                    <a:pt x="1263142" y="2186813"/>
                  </a:cubicBezTo>
                  <a:cubicBezTo>
                    <a:pt x="1264412" y="2242820"/>
                    <a:pt x="1219962" y="2289429"/>
                    <a:pt x="1163955" y="2290699"/>
                  </a:cubicBezTo>
                  <a:close/>
                  <a:moveTo>
                    <a:pt x="353187" y="1975358"/>
                  </a:moveTo>
                  <a:cubicBezTo>
                    <a:pt x="246507" y="1873123"/>
                    <a:pt x="159512" y="1750060"/>
                    <a:pt x="98552" y="1612773"/>
                  </a:cubicBezTo>
                  <a:cubicBezTo>
                    <a:pt x="75819" y="1561465"/>
                    <a:pt x="98933" y="1501394"/>
                    <a:pt x="150241" y="1478661"/>
                  </a:cubicBezTo>
                  <a:cubicBezTo>
                    <a:pt x="201549" y="1455928"/>
                    <a:pt x="261620" y="1479042"/>
                    <a:pt x="284353" y="1530350"/>
                  </a:cubicBezTo>
                  <a:cubicBezTo>
                    <a:pt x="334518" y="1643253"/>
                    <a:pt x="406019" y="1744472"/>
                    <a:pt x="493903" y="1828673"/>
                  </a:cubicBezTo>
                  <a:cubicBezTo>
                    <a:pt x="534416" y="1867535"/>
                    <a:pt x="535813" y="1931797"/>
                    <a:pt x="496951" y="1972310"/>
                  </a:cubicBezTo>
                  <a:cubicBezTo>
                    <a:pt x="458089" y="2012823"/>
                    <a:pt x="393827" y="2014220"/>
                    <a:pt x="353314" y="1975358"/>
                  </a:cubicBezTo>
                  <a:close/>
                  <a:moveTo>
                    <a:pt x="508" y="1180973"/>
                  </a:moveTo>
                  <a:cubicBezTo>
                    <a:pt x="127" y="1169162"/>
                    <a:pt x="0" y="1157351"/>
                    <a:pt x="0" y="1145540"/>
                  </a:cubicBezTo>
                  <a:lnTo>
                    <a:pt x="101600" y="1145540"/>
                  </a:lnTo>
                  <a:lnTo>
                    <a:pt x="203200" y="1145540"/>
                  </a:lnTo>
                  <a:lnTo>
                    <a:pt x="101600" y="1145540"/>
                  </a:lnTo>
                  <a:lnTo>
                    <a:pt x="0" y="1145540"/>
                  </a:lnTo>
                  <a:cubicBezTo>
                    <a:pt x="0" y="991870"/>
                    <a:pt x="30099" y="844931"/>
                    <a:pt x="84836" y="710692"/>
                  </a:cubicBezTo>
                  <a:cubicBezTo>
                    <a:pt x="106045" y="658749"/>
                    <a:pt x="165354" y="633730"/>
                    <a:pt x="217297" y="654939"/>
                  </a:cubicBezTo>
                  <a:cubicBezTo>
                    <a:pt x="269240" y="676148"/>
                    <a:pt x="294132" y="735457"/>
                    <a:pt x="272923" y="787400"/>
                  </a:cubicBezTo>
                  <a:cubicBezTo>
                    <a:pt x="228092" y="897763"/>
                    <a:pt x="203200" y="1018540"/>
                    <a:pt x="203200" y="1145540"/>
                  </a:cubicBezTo>
                  <a:cubicBezTo>
                    <a:pt x="203200" y="1201674"/>
                    <a:pt x="157734" y="1247140"/>
                    <a:pt x="101600" y="1247140"/>
                  </a:cubicBezTo>
                  <a:cubicBezTo>
                    <a:pt x="45466" y="1247140"/>
                    <a:pt x="0" y="1201674"/>
                    <a:pt x="0" y="1145540"/>
                  </a:cubicBezTo>
                  <a:cubicBezTo>
                    <a:pt x="0" y="1089406"/>
                    <a:pt x="45466" y="1043940"/>
                    <a:pt x="101600" y="1043940"/>
                  </a:cubicBezTo>
                  <a:cubicBezTo>
                    <a:pt x="157734" y="1043940"/>
                    <a:pt x="203200" y="1089406"/>
                    <a:pt x="203200" y="1145540"/>
                  </a:cubicBezTo>
                  <a:cubicBezTo>
                    <a:pt x="203200" y="1155319"/>
                    <a:pt x="203327" y="1165098"/>
                    <a:pt x="203581" y="1174750"/>
                  </a:cubicBezTo>
                  <a:cubicBezTo>
                    <a:pt x="205232" y="1230884"/>
                    <a:pt x="161163" y="1277620"/>
                    <a:pt x="105156" y="1279398"/>
                  </a:cubicBezTo>
                  <a:cubicBezTo>
                    <a:pt x="49149" y="1281176"/>
                    <a:pt x="2286" y="1236980"/>
                    <a:pt x="508" y="1180973"/>
                  </a:cubicBezTo>
                  <a:close/>
                </a:path>
              </a:pathLst>
            </a:custGeom>
            <a:solidFill>
              <a:srgbClr val="64BA70">
                <a:alpha val="48627"/>
              </a:srgbClr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520000" y="8620000"/>
            <a:ext cx="5000000" cy="680000"/>
          </a:xfrm>
          <a:prstGeom prst="roundRect">
            <a:avLst/>
          </a:prstGeom>
          <a:solidFill>
            <a:srgbClr val="0A0E1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45000" rIns="180000" bIns="45000" rtlCol="0" anchor="ctr"/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Arimo"/>
                <a:ea typeface="맑은 고딕"/>
              </a:rPr>
              <a:t>규칙을 얻은 뒤 책상 위 상자를 조사한다.</a:t>
            </a:r>
          </a:p>
        </p:txBody>
      </p:sp>
      <p:grpSp>
        <p:nvGrpSpPr>
          <p:cNvPr id="10" name="Group 5">
            <a:extLst>
              <a:ext uri="{FF2B5EF4-FFF2-40B4-BE49-F238E27FC236}">
                <a16:creationId xmlns:a16="http://schemas.microsoft.com/office/drawing/2014/main" id="{30477922-53D3-F564-FDFF-989A4E709F99}"/>
              </a:ext>
            </a:extLst>
          </p:cNvPr>
          <p:cNvGrpSpPr/>
          <p:nvPr/>
        </p:nvGrpSpPr>
        <p:grpSpPr>
          <a:xfrm>
            <a:off x="7696200" y="9825334"/>
            <a:ext cx="10591800" cy="499783"/>
            <a:chOff x="0" y="0"/>
            <a:chExt cx="13828144" cy="666378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151B4FD6-26FB-5846-FAF6-FDEF5BC29918}"/>
                </a:ext>
              </a:extLst>
            </p:cNvPr>
            <p:cNvSpPr/>
            <p:nvPr/>
          </p:nvSpPr>
          <p:spPr>
            <a:xfrm>
              <a:off x="0" y="0"/>
              <a:ext cx="13828140" cy="666393"/>
            </a:xfrm>
            <a:custGeom>
              <a:avLst/>
              <a:gdLst/>
              <a:ahLst/>
              <a:cxnLst/>
              <a:rect l="l" t="t" r="r" b="b"/>
              <a:pathLst>
                <a:path w="13828140" h="666393">
                  <a:moveTo>
                    <a:pt x="0" y="0"/>
                  </a:moveTo>
                  <a:lnTo>
                    <a:pt x="13828140" y="0"/>
                  </a:lnTo>
                  <a:lnTo>
                    <a:pt x="13828140" y="666393"/>
                  </a:lnTo>
                  <a:lnTo>
                    <a:pt x="0" y="666393"/>
                  </a:lnTo>
                  <a:close/>
                </a:path>
              </a:pathLst>
            </a:custGeom>
            <a:solidFill>
              <a:srgbClr val="FFFFFF">
                <a:alpha val="48627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2" name="TextBox 7">
              <a:extLst>
                <a:ext uri="{FF2B5EF4-FFF2-40B4-BE49-F238E27FC236}">
                  <a16:creationId xmlns:a16="http://schemas.microsoft.com/office/drawing/2014/main" id="{F256B31E-3232-86B7-E64C-A67A2FF06577}"/>
                </a:ext>
              </a:extLst>
            </p:cNvPr>
            <p:cNvSpPr txBox="1"/>
            <p:nvPr/>
          </p:nvSpPr>
          <p:spPr>
            <a:xfrm>
              <a:off x="0" y="-9525"/>
              <a:ext cx="13828144" cy="675903"/>
            </a:xfrm>
            <a:prstGeom prst="rect">
              <a:avLst/>
            </a:prstGeom>
          </p:spPr>
          <p:txBody>
            <a:bodyPr wrap="none" lIns="50800" tIns="50800" rIns="50800" bIns="50800" rtlCol="0" anchor="t"/>
            <a:lstStyle/>
            <a:p>
              <a:pPr marL="0" lvl="0" indent="0" algn="r">
                <a:lnSpc>
                  <a:spcPts val="2520"/>
                </a:lnSpc>
                <a:spcBef>
                  <a:spcPct val="0"/>
                </a:spcBef>
              </a:pPr>
              <a:r>
                <a:rPr lang="en-US" sz="2100" u="none" strike="noStrike">
                  <a:solidFill>
                    <a:srgbClr val="FBE8D6"/>
                  </a:solidFill>
                  <a:latin typeface="Arimo"/>
                  <a:ea typeface="맑은 고딕"/>
                  <a:cs typeface="Arimo"/>
                  <a:sym typeface="Arimo"/>
                </a:rPr>
                <a:t>이해를 돕기 위한 연출 이미지이며, 실제 게임 플레이 화면과는 차이가 있을 수 있습니다.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가구, 테이블, 의자, 바닥이(가) 표시된 사진  AI 생성 콘텐츠는 정확하지 않을 수 있습니다.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260" t="-12395" r="-16261" b="-12395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514164" y="1655229"/>
            <a:ext cx="1706035" cy="1718308"/>
            <a:chOff x="0" y="0"/>
            <a:chExt cx="2274714" cy="229107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74697" cy="2291080"/>
            </a:xfrm>
            <a:custGeom>
              <a:avLst/>
              <a:gdLst/>
              <a:ahLst/>
              <a:cxnLst/>
              <a:rect l="l" t="t" r="r" b="b"/>
              <a:pathLst>
                <a:path w="2274697" h="2291080">
                  <a:moveTo>
                    <a:pt x="328168" y="340487"/>
                  </a:moveTo>
                  <a:cubicBezTo>
                    <a:pt x="431927" y="234696"/>
                    <a:pt x="556006" y="149098"/>
                    <a:pt x="694182" y="90170"/>
                  </a:cubicBezTo>
                  <a:cubicBezTo>
                    <a:pt x="745744" y="68199"/>
                    <a:pt x="805434" y="92202"/>
                    <a:pt x="827532" y="143764"/>
                  </a:cubicBezTo>
                  <a:cubicBezTo>
                    <a:pt x="849630" y="195326"/>
                    <a:pt x="825500" y="255016"/>
                    <a:pt x="773938" y="277114"/>
                  </a:cubicBezTo>
                  <a:cubicBezTo>
                    <a:pt x="660654" y="325374"/>
                    <a:pt x="558673" y="395732"/>
                    <a:pt x="473329" y="482727"/>
                  </a:cubicBezTo>
                  <a:cubicBezTo>
                    <a:pt x="434086" y="522732"/>
                    <a:pt x="369697" y="523367"/>
                    <a:pt x="329692" y="484124"/>
                  </a:cubicBezTo>
                  <a:cubicBezTo>
                    <a:pt x="289687" y="444881"/>
                    <a:pt x="289052" y="380492"/>
                    <a:pt x="328295" y="340487"/>
                  </a:cubicBezTo>
                  <a:close/>
                  <a:moveTo>
                    <a:pt x="1128522" y="0"/>
                  </a:moveTo>
                  <a:cubicBezTo>
                    <a:pt x="1131443" y="0"/>
                    <a:pt x="1134491" y="0"/>
                    <a:pt x="1137412" y="0"/>
                  </a:cubicBezTo>
                  <a:lnTo>
                    <a:pt x="1137412" y="101600"/>
                  </a:lnTo>
                  <a:lnTo>
                    <a:pt x="1137412" y="0"/>
                  </a:lnTo>
                  <a:lnTo>
                    <a:pt x="1137412" y="101600"/>
                  </a:lnTo>
                  <a:lnTo>
                    <a:pt x="1137412" y="0"/>
                  </a:lnTo>
                  <a:cubicBezTo>
                    <a:pt x="1288288" y="0"/>
                    <a:pt x="1432433" y="29591"/>
                    <a:pt x="1564386" y="83439"/>
                  </a:cubicBezTo>
                  <a:cubicBezTo>
                    <a:pt x="1616329" y="104648"/>
                    <a:pt x="1641221" y="163957"/>
                    <a:pt x="1620012" y="215900"/>
                  </a:cubicBezTo>
                  <a:cubicBezTo>
                    <a:pt x="1598803" y="267843"/>
                    <a:pt x="1539494" y="292735"/>
                    <a:pt x="1487551" y="271526"/>
                  </a:cubicBezTo>
                  <a:cubicBezTo>
                    <a:pt x="1379474" y="227584"/>
                    <a:pt x="1261364" y="203200"/>
                    <a:pt x="1137412" y="203200"/>
                  </a:cubicBezTo>
                  <a:cubicBezTo>
                    <a:pt x="1134999" y="203200"/>
                    <a:pt x="1132586" y="203200"/>
                    <a:pt x="1130046" y="203200"/>
                  </a:cubicBezTo>
                  <a:cubicBezTo>
                    <a:pt x="1073912" y="203581"/>
                    <a:pt x="1028065" y="158496"/>
                    <a:pt x="1027684" y="102362"/>
                  </a:cubicBezTo>
                  <a:cubicBezTo>
                    <a:pt x="1027303" y="46228"/>
                    <a:pt x="1072388" y="508"/>
                    <a:pt x="1128522" y="0"/>
                  </a:cubicBezTo>
                  <a:close/>
                  <a:moveTo>
                    <a:pt x="1934210" y="328041"/>
                  </a:moveTo>
                  <a:cubicBezTo>
                    <a:pt x="2039239" y="431927"/>
                    <a:pt x="2124329" y="556133"/>
                    <a:pt x="2183257" y="694436"/>
                  </a:cubicBezTo>
                  <a:cubicBezTo>
                    <a:pt x="2205228" y="746125"/>
                    <a:pt x="2181225" y="805688"/>
                    <a:pt x="2129536" y="827659"/>
                  </a:cubicBezTo>
                  <a:cubicBezTo>
                    <a:pt x="2077847" y="849630"/>
                    <a:pt x="2018284" y="825627"/>
                    <a:pt x="1996313" y="773938"/>
                  </a:cubicBezTo>
                  <a:cubicBezTo>
                    <a:pt x="1947926" y="660146"/>
                    <a:pt x="1877822" y="557911"/>
                    <a:pt x="1791335" y="472440"/>
                  </a:cubicBezTo>
                  <a:cubicBezTo>
                    <a:pt x="1751457" y="432943"/>
                    <a:pt x="1751076" y="368681"/>
                    <a:pt x="1790573" y="328803"/>
                  </a:cubicBezTo>
                  <a:cubicBezTo>
                    <a:pt x="1830070" y="288925"/>
                    <a:pt x="1894332" y="288544"/>
                    <a:pt x="1934210" y="328041"/>
                  </a:cubicBezTo>
                  <a:close/>
                  <a:moveTo>
                    <a:pt x="2274570" y="1127760"/>
                  </a:moveTo>
                  <a:cubicBezTo>
                    <a:pt x="2274697" y="1133602"/>
                    <a:pt x="2274697" y="1139571"/>
                    <a:pt x="2274697" y="1145540"/>
                  </a:cubicBezTo>
                  <a:lnTo>
                    <a:pt x="2173097" y="1145540"/>
                  </a:lnTo>
                  <a:lnTo>
                    <a:pt x="2274697" y="1145540"/>
                  </a:lnTo>
                  <a:cubicBezTo>
                    <a:pt x="2274697" y="1292987"/>
                    <a:pt x="2247011" y="1434211"/>
                    <a:pt x="2196338" y="1564005"/>
                  </a:cubicBezTo>
                  <a:cubicBezTo>
                    <a:pt x="2176018" y="1616329"/>
                    <a:pt x="2117090" y="1642110"/>
                    <a:pt x="2064766" y="1621790"/>
                  </a:cubicBezTo>
                  <a:cubicBezTo>
                    <a:pt x="2012442" y="1601470"/>
                    <a:pt x="1986661" y="1542542"/>
                    <a:pt x="2006981" y="1490218"/>
                  </a:cubicBezTo>
                  <a:cubicBezTo>
                    <a:pt x="2048510" y="1383665"/>
                    <a:pt x="2071370" y="1267333"/>
                    <a:pt x="2071370" y="1145540"/>
                  </a:cubicBezTo>
                  <a:cubicBezTo>
                    <a:pt x="2071370" y="1140587"/>
                    <a:pt x="2071370" y="1135761"/>
                    <a:pt x="2071243" y="1130935"/>
                  </a:cubicBezTo>
                  <a:cubicBezTo>
                    <a:pt x="2070354" y="1074801"/>
                    <a:pt x="2115185" y="1028700"/>
                    <a:pt x="2171319" y="1027811"/>
                  </a:cubicBezTo>
                  <a:cubicBezTo>
                    <a:pt x="2227453" y="1026922"/>
                    <a:pt x="2273554" y="1071753"/>
                    <a:pt x="2274443" y="1127887"/>
                  </a:cubicBezTo>
                  <a:close/>
                  <a:moveTo>
                    <a:pt x="1958594" y="1938020"/>
                  </a:moveTo>
                  <a:cubicBezTo>
                    <a:pt x="1856486" y="2045335"/>
                    <a:pt x="1733677" y="2132838"/>
                    <a:pt x="1596644" y="2193925"/>
                  </a:cubicBezTo>
                  <a:cubicBezTo>
                    <a:pt x="1545336" y="2216785"/>
                    <a:pt x="1485265" y="2193671"/>
                    <a:pt x="1462532" y="2142490"/>
                  </a:cubicBezTo>
                  <a:cubicBezTo>
                    <a:pt x="1439799" y="2091309"/>
                    <a:pt x="1462786" y="2031111"/>
                    <a:pt x="1513967" y="2008378"/>
                  </a:cubicBezTo>
                  <a:cubicBezTo>
                    <a:pt x="1626362" y="1958340"/>
                    <a:pt x="1727327" y="1886458"/>
                    <a:pt x="1811401" y="1798066"/>
                  </a:cubicBezTo>
                  <a:cubicBezTo>
                    <a:pt x="1850009" y="1757426"/>
                    <a:pt x="1914398" y="1755775"/>
                    <a:pt x="1955038" y="1794510"/>
                  </a:cubicBezTo>
                  <a:cubicBezTo>
                    <a:pt x="1995678" y="1833245"/>
                    <a:pt x="1997329" y="1897507"/>
                    <a:pt x="1958594" y="1938147"/>
                  </a:cubicBezTo>
                  <a:close/>
                  <a:moveTo>
                    <a:pt x="1163955" y="2290826"/>
                  </a:moveTo>
                  <a:cubicBezTo>
                    <a:pt x="1155065" y="2291080"/>
                    <a:pt x="1146175" y="2291080"/>
                    <a:pt x="1137285" y="2291080"/>
                  </a:cubicBezTo>
                  <a:lnTo>
                    <a:pt x="1137285" y="2189480"/>
                  </a:lnTo>
                  <a:lnTo>
                    <a:pt x="1137285" y="2291080"/>
                  </a:lnTo>
                  <a:cubicBezTo>
                    <a:pt x="992632" y="2291080"/>
                    <a:pt x="854202" y="2263902"/>
                    <a:pt x="726694" y="2214118"/>
                  </a:cubicBezTo>
                  <a:cubicBezTo>
                    <a:pt x="674370" y="2193671"/>
                    <a:pt x="648589" y="2134870"/>
                    <a:pt x="668909" y="2082546"/>
                  </a:cubicBezTo>
                  <a:cubicBezTo>
                    <a:pt x="689229" y="2030222"/>
                    <a:pt x="748157" y="2004441"/>
                    <a:pt x="800481" y="2024761"/>
                  </a:cubicBezTo>
                  <a:cubicBezTo>
                    <a:pt x="904875" y="2065528"/>
                    <a:pt x="1018413" y="2087880"/>
                    <a:pt x="1137285" y="2087880"/>
                  </a:cubicBezTo>
                  <a:cubicBezTo>
                    <a:pt x="1144651" y="2087880"/>
                    <a:pt x="1151890" y="2087753"/>
                    <a:pt x="1159256" y="2087626"/>
                  </a:cubicBezTo>
                  <a:cubicBezTo>
                    <a:pt x="1215390" y="2086356"/>
                    <a:pt x="1261872" y="2130806"/>
                    <a:pt x="1263142" y="2186813"/>
                  </a:cubicBezTo>
                  <a:cubicBezTo>
                    <a:pt x="1264412" y="2242820"/>
                    <a:pt x="1219962" y="2289429"/>
                    <a:pt x="1163955" y="2290699"/>
                  </a:cubicBezTo>
                  <a:close/>
                  <a:moveTo>
                    <a:pt x="353187" y="1975358"/>
                  </a:moveTo>
                  <a:cubicBezTo>
                    <a:pt x="246507" y="1873123"/>
                    <a:pt x="159512" y="1750060"/>
                    <a:pt x="98552" y="1612773"/>
                  </a:cubicBezTo>
                  <a:cubicBezTo>
                    <a:pt x="75819" y="1561465"/>
                    <a:pt x="98933" y="1501394"/>
                    <a:pt x="150241" y="1478661"/>
                  </a:cubicBezTo>
                  <a:cubicBezTo>
                    <a:pt x="201549" y="1455928"/>
                    <a:pt x="261620" y="1479042"/>
                    <a:pt x="284353" y="1530350"/>
                  </a:cubicBezTo>
                  <a:cubicBezTo>
                    <a:pt x="334518" y="1643253"/>
                    <a:pt x="406019" y="1744472"/>
                    <a:pt x="493903" y="1828673"/>
                  </a:cubicBezTo>
                  <a:cubicBezTo>
                    <a:pt x="534416" y="1867535"/>
                    <a:pt x="535813" y="1931797"/>
                    <a:pt x="496951" y="1972310"/>
                  </a:cubicBezTo>
                  <a:cubicBezTo>
                    <a:pt x="458089" y="2012823"/>
                    <a:pt x="393827" y="2014220"/>
                    <a:pt x="353314" y="1975358"/>
                  </a:cubicBezTo>
                  <a:close/>
                  <a:moveTo>
                    <a:pt x="508" y="1180973"/>
                  </a:moveTo>
                  <a:cubicBezTo>
                    <a:pt x="127" y="1169162"/>
                    <a:pt x="0" y="1157351"/>
                    <a:pt x="0" y="1145540"/>
                  </a:cubicBezTo>
                  <a:lnTo>
                    <a:pt x="101600" y="1145540"/>
                  </a:lnTo>
                  <a:lnTo>
                    <a:pt x="203200" y="1145540"/>
                  </a:lnTo>
                  <a:lnTo>
                    <a:pt x="101600" y="1145540"/>
                  </a:lnTo>
                  <a:lnTo>
                    <a:pt x="0" y="1145540"/>
                  </a:lnTo>
                  <a:cubicBezTo>
                    <a:pt x="0" y="991870"/>
                    <a:pt x="30099" y="844931"/>
                    <a:pt x="84836" y="710692"/>
                  </a:cubicBezTo>
                  <a:cubicBezTo>
                    <a:pt x="106045" y="658749"/>
                    <a:pt x="165354" y="633730"/>
                    <a:pt x="217297" y="654939"/>
                  </a:cubicBezTo>
                  <a:cubicBezTo>
                    <a:pt x="269240" y="676148"/>
                    <a:pt x="294132" y="735457"/>
                    <a:pt x="272923" y="787400"/>
                  </a:cubicBezTo>
                  <a:cubicBezTo>
                    <a:pt x="228092" y="897763"/>
                    <a:pt x="203200" y="1018540"/>
                    <a:pt x="203200" y="1145540"/>
                  </a:cubicBezTo>
                  <a:cubicBezTo>
                    <a:pt x="203200" y="1201674"/>
                    <a:pt x="157734" y="1247140"/>
                    <a:pt x="101600" y="1247140"/>
                  </a:cubicBezTo>
                  <a:cubicBezTo>
                    <a:pt x="45466" y="1247140"/>
                    <a:pt x="0" y="1201674"/>
                    <a:pt x="0" y="1145540"/>
                  </a:cubicBezTo>
                  <a:cubicBezTo>
                    <a:pt x="0" y="1089406"/>
                    <a:pt x="45466" y="1043940"/>
                    <a:pt x="101600" y="1043940"/>
                  </a:cubicBezTo>
                  <a:cubicBezTo>
                    <a:pt x="157734" y="1043940"/>
                    <a:pt x="203200" y="1089406"/>
                    <a:pt x="203200" y="1145540"/>
                  </a:cubicBezTo>
                  <a:cubicBezTo>
                    <a:pt x="203200" y="1155319"/>
                    <a:pt x="203327" y="1165098"/>
                    <a:pt x="203581" y="1174750"/>
                  </a:cubicBezTo>
                  <a:cubicBezTo>
                    <a:pt x="205232" y="1230884"/>
                    <a:pt x="161163" y="1277620"/>
                    <a:pt x="105156" y="1279398"/>
                  </a:cubicBezTo>
                  <a:cubicBezTo>
                    <a:pt x="49149" y="1281176"/>
                    <a:pt x="2286" y="1236980"/>
                    <a:pt x="508" y="1180973"/>
                  </a:cubicBezTo>
                  <a:close/>
                </a:path>
              </a:pathLst>
            </a:custGeom>
            <a:solidFill>
              <a:srgbClr val="64BA70">
                <a:alpha val="48627"/>
              </a:srgbClr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168510" y="6970067"/>
            <a:ext cx="5950980" cy="980733"/>
            <a:chOff x="0" y="0"/>
            <a:chExt cx="7934640" cy="1307644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7934640" cy="1307644"/>
              <a:chOff x="0" y="0"/>
              <a:chExt cx="1567336" cy="2583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567336" cy="258300"/>
              </a:xfrm>
              <a:custGeom>
                <a:avLst/>
                <a:gdLst/>
                <a:ahLst/>
                <a:cxnLst/>
                <a:rect l="l" t="t" r="r" b="b"/>
                <a:pathLst>
                  <a:path w="1567336" h="258300">
                    <a:moveTo>
                      <a:pt x="129150" y="0"/>
                    </a:moveTo>
                    <a:lnTo>
                      <a:pt x="1438186" y="0"/>
                    </a:lnTo>
                    <a:cubicBezTo>
                      <a:pt x="1472439" y="0"/>
                      <a:pt x="1505289" y="13607"/>
                      <a:pt x="1529509" y="37827"/>
                    </a:cubicBezTo>
                    <a:cubicBezTo>
                      <a:pt x="1553729" y="62048"/>
                      <a:pt x="1567336" y="94897"/>
                      <a:pt x="1567336" y="129150"/>
                    </a:cubicBezTo>
                    <a:lnTo>
                      <a:pt x="1567336" y="129150"/>
                    </a:lnTo>
                    <a:cubicBezTo>
                      <a:pt x="1567336" y="200478"/>
                      <a:pt x="1509514" y="258300"/>
                      <a:pt x="1438186" y="258300"/>
                    </a:cubicBezTo>
                    <a:lnTo>
                      <a:pt x="129150" y="258300"/>
                    </a:lnTo>
                    <a:cubicBezTo>
                      <a:pt x="94897" y="258300"/>
                      <a:pt x="62048" y="244693"/>
                      <a:pt x="37827" y="220473"/>
                    </a:cubicBezTo>
                    <a:cubicBezTo>
                      <a:pt x="13607" y="196253"/>
                      <a:pt x="0" y="163403"/>
                      <a:pt x="0" y="129150"/>
                    </a:cubicBezTo>
                    <a:lnTo>
                      <a:pt x="0" y="129150"/>
                    </a:lnTo>
                    <a:cubicBezTo>
                      <a:pt x="0" y="94897"/>
                      <a:pt x="13607" y="62048"/>
                      <a:pt x="37827" y="37827"/>
                    </a:cubicBezTo>
                    <a:cubicBezTo>
                      <a:pt x="62048" y="13607"/>
                      <a:pt x="94897" y="0"/>
                      <a:pt x="12915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9525"/>
                <a:ext cx="1567336" cy="26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90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390791" y="295622"/>
              <a:ext cx="7153058" cy="6973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네 자리의 비밀번호가 필요하다</a:t>
              </a:r>
            </a:p>
          </p:txBody>
        </p:sp>
      </p:grpSp>
      <p:sp>
        <p:nvSpPr>
          <p:cNvPr id="14" name="Rounded Rectangle 13"/>
          <p:cNvSpPr/>
          <p:nvPr/>
        </p:nvSpPr>
        <p:spPr>
          <a:xfrm>
            <a:off x="520000" y="8620000"/>
            <a:ext cx="9031936" cy="680000"/>
          </a:xfrm>
          <a:prstGeom prst="roundRect">
            <a:avLst/>
          </a:prstGeom>
          <a:solidFill>
            <a:srgbClr val="0A0E1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45000" rIns="180000" bIns="45000" rtlCol="0" anchor="ctr"/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Arimo"/>
                <a:ea typeface="맑은 고딕"/>
              </a:rPr>
              <a:t>상자는 네 자리 비밀번호로 잠겨 있다. 앞서 본 기록의 규칙을 적용해야 열린다.</a:t>
            </a:r>
          </a:p>
        </p:txBody>
      </p:sp>
      <p:grpSp>
        <p:nvGrpSpPr>
          <p:cNvPr id="15" name="Group 5">
            <a:extLst>
              <a:ext uri="{FF2B5EF4-FFF2-40B4-BE49-F238E27FC236}">
                <a16:creationId xmlns:a16="http://schemas.microsoft.com/office/drawing/2014/main" id="{10BDB996-A099-EA62-F39F-9D9C3113C772}"/>
              </a:ext>
            </a:extLst>
          </p:cNvPr>
          <p:cNvGrpSpPr/>
          <p:nvPr/>
        </p:nvGrpSpPr>
        <p:grpSpPr>
          <a:xfrm>
            <a:off x="7696200" y="9825334"/>
            <a:ext cx="10591800" cy="499783"/>
            <a:chOff x="0" y="0"/>
            <a:chExt cx="13828144" cy="666378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FE2DB65C-2B14-7B9E-933E-688F80BECEEF}"/>
                </a:ext>
              </a:extLst>
            </p:cNvPr>
            <p:cNvSpPr/>
            <p:nvPr/>
          </p:nvSpPr>
          <p:spPr>
            <a:xfrm>
              <a:off x="0" y="0"/>
              <a:ext cx="13828140" cy="666393"/>
            </a:xfrm>
            <a:custGeom>
              <a:avLst/>
              <a:gdLst/>
              <a:ahLst/>
              <a:cxnLst/>
              <a:rect l="l" t="t" r="r" b="b"/>
              <a:pathLst>
                <a:path w="13828140" h="666393">
                  <a:moveTo>
                    <a:pt x="0" y="0"/>
                  </a:moveTo>
                  <a:lnTo>
                    <a:pt x="13828140" y="0"/>
                  </a:lnTo>
                  <a:lnTo>
                    <a:pt x="13828140" y="666393"/>
                  </a:lnTo>
                  <a:lnTo>
                    <a:pt x="0" y="666393"/>
                  </a:lnTo>
                  <a:close/>
                </a:path>
              </a:pathLst>
            </a:custGeom>
            <a:solidFill>
              <a:srgbClr val="FFFFFF">
                <a:alpha val="48627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7" name="TextBox 7">
              <a:extLst>
                <a:ext uri="{FF2B5EF4-FFF2-40B4-BE49-F238E27FC236}">
                  <a16:creationId xmlns:a16="http://schemas.microsoft.com/office/drawing/2014/main" id="{A5216DE4-6AC4-68FA-23F3-54FF678960F4}"/>
                </a:ext>
              </a:extLst>
            </p:cNvPr>
            <p:cNvSpPr txBox="1"/>
            <p:nvPr/>
          </p:nvSpPr>
          <p:spPr>
            <a:xfrm>
              <a:off x="0" y="-9525"/>
              <a:ext cx="13828144" cy="675903"/>
            </a:xfrm>
            <a:prstGeom prst="rect">
              <a:avLst/>
            </a:prstGeom>
          </p:spPr>
          <p:txBody>
            <a:bodyPr wrap="none" lIns="50800" tIns="50800" rIns="50800" bIns="50800" rtlCol="0" anchor="t"/>
            <a:lstStyle/>
            <a:p>
              <a:pPr marL="0" lvl="0" indent="0" algn="r">
                <a:lnSpc>
                  <a:spcPts val="2520"/>
                </a:lnSpc>
                <a:spcBef>
                  <a:spcPct val="0"/>
                </a:spcBef>
              </a:pPr>
              <a:r>
                <a:rPr lang="en-US" sz="2100" u="none" strike="noStrike">
                  <a:solidFill>
                    <a:srgbClr val="FBE8D6"/>
                  </a:solidFill>
                  <a:latin typeface="Arimo"/>
                  <a:ea typeface="맑은 고딕"/>
                  <a:cs typeface="Arimo"/>
                  <a:sym typeface="Arimo"/>
                </a:rPr>
                <a:t>이해를 돕기 위한 연출 이미지이며, 실제 게임 플레이 화면과는 차이가 있을 수 있습니다.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가구, 테이블, 의자, 바닥이(가) 표시된 사진  AI 생성 콘텐츠는 정확하지 않을 수 있습니다.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260" t="-12395" r="-16261" b="-12395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514164" y="1655229"/>
            <a:ext cx="1706035" cy="1718308"/>
            <a:chOff x="0" y="0"/>
            <a:chExt cx="2274714" cy="229107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74697" cy="2291080"/>
            </a:xfrm>
            <a:custGeom>
              <a:avLst/>
              <a:gdLst/>
              <a:ahLst/>
              <a:cxnLst/>
              <a:rect l="l" t="t" r="r" b="b"/>
              <a:pathLst>
                <a:path w="2274697" h="2291080">
                  <a:moveTo>
                    <a:pt x="328168" y="340487"/>
                  </a:moveTo>
                  <a:cubicBezTo>
                    <a:pt x="431927" y="234696"/>
                    <a:pt x="556006" y="149098"/>
                    <a:pt x="694182" y="90170"/>
                  </a:cubicBezTo>
                  <a:cubicBezTo>
                    <a:pt x="745744" y="68199"/>
                    <a:pt x="805434" y="92202"/>
                    <a:pt x="827532" y="143764"/>
                  </a:cubicBezTo>
                  <a:cubicBezTo>
                    <a:pt x="849630" y="195326"/>
                    <a:pt x="825500" y="255016"/>
                    <a:pt x="773938" y="277114"/>
                  </a:cubicBezTo>
                  <a:cubicBezTo>
                    <a:pt x="660654" y="325374"/>
                    <a:pt x="558673" y="395732"/>
                    <a:pt x="473329" y="482727"/>
                  </a:cubicBezTo>
                  <a:cubicBezTo>
                    <a:pt x="434086" y="522732"/>
                    <a:pt x="369697" y="523367"/>
                    <a:pt x="329692" y="484124"/>
                  </a:cubicBezTo>
                  <a:cubicBezTo>
                    <a:pt x="289687" y="444881"/>
                    <a:pt x="289052" y="380492"/>
                    <a:pt x="328295" y="340487"/>
                  </a:cubicBezTo>
                  <a:close/>
                  <a:moveTo>
                    <a:pt x="1128522" y="0"/>
                  </a:moveTo>
                  <a:cubicBezTo>
                    <a:pt x="1131443" y="0"/>
                    <a:pt x="1134491" y="0"/>
                    <a:pt x="1137412" y="0"/>
                  </a:cubicBezTo>
                  <a:lnTo>
                    <a:pt x="1137412" y="101600"/>
                  </a:lnTo>
                  <a:lnTo>
                    <a:pt x="1137412" y="0"/>
                  </a:lnTo>
                  <a:lnTo>
                    <a:pt x="1137412" y="101600"/>
                  </a:lnTo>
                  <a:lnTo>
                    <a:pt x="1137412" y="0"/>
                  </a:lnTo>
                  <a:cubicBezTo>
                    <a:pt x="1288288" y="0"/>
                    <a:pt x="1432433" y="29591"/>
                    <a:pt x="1564386" y="83439"/>
                  </a:cubicBezTo>
                  <a:cubicBezTo>
                    <a:pt x="1616329" y="104648"/>
                    <a:pt x="1641221" y="163957"/>
                    <a:pt x="1620012" y="215900"/>
                  </a:cubicBezTo>
                  <a:cubicBezTo>
                    <a:pt x="1598803" y="267843"/>
                    <a:pt x="1539494" y="292735"/>
                    <a:pt x="1487551" y="271526"/>
                  </a:cubicBezTo>
                  <a:cubicBezTo>
                    <a:pt x="1379474" y="227584"/>
                    <a:pt x="1261364" y="203200"/>
                    <a:pt x="1137412" y="203200"/>
                  </a:cubicBezTo>
                  <a:cubicBezTo>
                    <a:pt x="1134999" y="203200"/>
                    <a:pt x="1132586" y="203200"/>
                    <a:pt x="1130046" y="203200"/>
                  </a:cubicBezTo>
                  <a:cubicBezTo>
                    <a:pt x="1073912" y="203581"/>
                    <a:pt x="1028065" y="158496"/>
                    <a:pt x="1027684" y="102362"/>
                  </a:cubicBezTo>
                  <a:cubicBezTo>
                    <a:pt x="1027303" y="46228"/>
                    <a:pt x="1072388" y="508"/>
                    <a:pt x="1128522" y="0"/>
                  </a:cubicBezTo>
                  <a:close/>
                  <a:moveTo>
                    <a:pt x="1934210" y="328041"/>
                  </a:moveTo>
                  <a:cubicBezTo>
                    <a:pt x="2039239" y="431927"/>
                    <a:pt x="2124329" y="556133"/>
                    <a:pt x="2183257" y="694436"/>
                  </a:cubicBezTo>
                  <a:cubicBezTo>
                    <a:pt x="2205228" y="746125"/>
                    <a:pt x="2181225" y="805688"/>
                    <a:pt x="2129536" y="827659"/>
                  </a:cubicBezTo>
                  <a:cubicBezTo>
                    <a:pt x="2077847" y="849630"/>
                    <a:pt x="2018284" y="825627"/>
                    <a:pt x="1996313" y="773938"/>
                  </a:cubicBezTo>
                  <a:cubicBezTo>
                    <a:pt x="1947926" y="660146"/>
                    <a:pt x="1877822" y="557911"/>
                    <a:pt x="1791335" y="472440"/>
                  </a:cubicBezTo>
                  <a:cubicBezTo>
                    <a:pt x="1751457" y="432943"/>
                    <a:pt x="1751076" y="368681"/>
                    <a:pt x="1790573" y="328803"/>
                  </a:cubicBezTo>
                  <a:cubicBezTo>
                    <a:pt x="1830070" y="288925"/>
                    <a:pt x="1894332" y="288544"/>
                    <a:pt x="1934210" y="328041"/>
                  </a:cubicBezTo>
                  <a:close/>
                  <a:moveTo>
                    <a:pt x="2274570" y="1127760"/>
                  </a:moveTo>
                  <a:cubicBezTo>
                    <a:pt x="2274697" y="1133602"/>
                    <a:pt x="2274697" y="1139571"/>
                    <a:pt x="2274697" y="1145540"/>
                  </a:cubicBezTo>
                  <a:lnTo>
                    <a:pt x="2173097" y="1145540"/>
                  </a:lnTo>
                  <a:lnTo>
                    <a:pt x="2274697" y="1145540"/>
                  </a:lnTo>
                  <a:cubicBezTo>
                    <a:pt x="2274697" y="1292987"/>
                    <a:pt x="2247011" y="1434211"/>
                    <a:pt x="2196338" y="1564005"/>
                  </a:cubicBezTo>
                  <a:cubicBezTo>
                    <a:pt x="2176018" y="1616329"/>
                    <a:pt x="2117090" y="1642110"/>
                    <a:pt x="2064766" y="1621790"/>
                  </a:cubicBezTo>
                  <a:cubicBezTo>
                    <a:pt x="2012442" y="1601470"/>
                    <a:pt x="1986661" y="1542542"/>
                    <a:pt x="2006981" y="1490218"/>
                  </a:cubicBezTo>
                  <a:cubicBezTo>
                    <a:pt x="2048510" y="1383665"/>
                    <a:pt x="2071370" y="1267333"/>
                    <a:pt x="2071370" y="1145540"/>
                  </a:cubicBezTo>
                  <a:cubicBezTo>
                    <a:pt x="2071370" y="1140587"/>
                    <a:pt x="2071370" y="1135761"/>
                    <a:pt x="2071243" y="1130935"/>
                  </a:cubicBezTo>
                  <a:cubicBezTo>
                    <a:pt x="2070354" y="1074801"/>
                    <a:pt x="2115185" y="1028700"/>
                    <a:pt x="2171319" y="1027811"/>
                  </a:cubicBezTo>
                  <a:cubicBezTo>
                    <a:pt x="2227453" y="1026922"/>
                    <a:pt x="2273554" y="1071753"/>
                    <a:pt x="2274443" y="1127887"/>
                  </a:cubicBezTo>
                  <a:close/>
                  <a:moveTo>
                    <a:pt x="1958594" y="1938020"/>
                  </a:moveTo>
                  <a:cubicBezTo>
                    <a:pt x="1856486" y="2045335"/>
                    <a:pt x="1733677" y="2132838"/>
                    <a:pt x="1596644" y="2193925"/>
                  </a:cubicBezTo>
                  <a:cubicBezTo>
                    <a:pt x="1545336" y="2216785"/>
                    <a:pt x="1485265" y="2193671"/>
                    <a:pt x="1462532" y="2142490"/>
                  </a:cubicBezTo>
                  <a:cubicBezTo>
                    <a:pt x="1439799" y="2091309"/>
                    <a:pt x="1462786" y="2031111"/>
                    <a:pt x="1513967" y="2008378"/>
                  </a:cubicBezTo>
                  <a:cubicBezTo>
                    <a:pt x="1626362" y="1958340"/>
                    <a:pt x="1727327" y="1886458"/>
                    <a:pt x="1811401" y="1798066"/>
                  </a:cubicBezTo>
                  <a:cubicBezTo>
                    <a:pt x="1850009" y="1757426"/>
                    <a:pt x="1914398" y="1755775"/>
                    <a:pt x="1955038" y="1794510"/>
                  </a:cubicBezTo>
                  <a:cubicBezTo>
                    <a:pt x="1995678" y="1833245"/>
                    <a:pt x="1997329" y="1897507"/>
                    <a:pt x="1958594" y="1938147"/>
                  </a:cubicBezTo>
                  <a:close/>
                  <a:moveTo>
                    <a:pt x="1163955" y="2290826"/>
                  </a:moveTo>
                  <a:cubicBezTo>
                    <a:pt x="1155065" y="2291080"/>
                    <a:pt x="1146175" y="2291080"/>
                    <a:pt x="1137285" y="2291080"/>
                  </a:cubicBezTo>
                  <a:lnTo>
                    <a:pt x="1137285" y="2189480"/>
                  </a:lnTo>
                  <a:lnTo>
                    <a:pt x="1137285" y="2291080"/>
                  </a:lnTo>
                  <a:cubicBezTo>
                    <a:pt x="992632" y="2291080"/>
                    <a:pt x="854202" y="2263902"/>
                    <a:pt x="726694" y="2214118"/>
                  </a:cubicBezTo>
                  <a:cubicBezTo>
                    <a:pt x="674370" y="2193671"/>
                    <a:pt x="648589" y="2134870"/>
                    <a:pt x="668909" y="2082546"/>
                  </a:cubicBezTo>
                  <a:cubicBezTo>
                    <a:pt x="689229" y="2030222"/>
                    <a:pt x="748157" y="2004441"/>
                    <a:pt x="800481" y="2024761"/>
                  </a:cubicBezTo>
                  <a:cubicBezTo>
                    <a:pt x="904875" y="2065528"/>
                    <a:pt x="1018413" y="2087880"/>
                    <a:pt x="1137285" y="2087880"/>
                  </a:cubicBezTo>
                  <a:cubicBezTo>
                    <a:pt x="1144651" y="2087880"/>
                    <a:pt x="1151890" y="2087753"/>
                    <a:pt x="1159256" y="2087626"/>
                  </a:cubicBezTo>
                  <a:cubicBezTo>
                    <a:pt x="1215390" y="2086356"/>
                    <a:pt x="1261872" y="2130806"/>
                    <a:pt x="1263142" y="2186813"/>
                  </a:cubicBezTo>
                  <a:cubicBezTo>
                    <a:pt x="1264412" y="2242820"/>
                    <a:pt x="1219962" y="2289429"/>
                    <a:pt x="1163955" y="2290699"/>
                  </a:cubicBezTo>
                  <a:close/>
                  <a:moveTo>
                    <a:pt x="353187" y="1975358"/>
                  </a:moveTo>
                  <a:cubicBezTo>
                    <a:pt x="246507" y="1873123"/>
                    <a:pt x="159512" y="1750060"/>
                    <a:pt x="98552" y="1612773"/>
                  </a:cubicBezTo>
                  <a:cubicBezTo>
                    <a:pt x="75819" y="1561465"/>
                    <a:pt x="98933" y="1501394"/>
                    <a:pt x="150241" y="1478661"/>
                  </a:cubicBezTo>
                  <a:cubicBezTo>
                    <a:pt x="201549" y="1455928"/>
                    <a:pt x="261620" y="1479042"/>
                    <a:pt x="284353" y="1530350"/>
                  </a:cubicBezTo>
                  <a:cubicBezTo>
                    <a:pt x="334518" y="1643253"/>
                    <a:pt x="406019" y="1744472"/>
                    <a:pt x="493903" y="1828673"/>
                  </a:cubicBezTo>
                  <a:cubicBezTo>
                    <a:pt x="534416" y="1867535"/>
                    <a:pt x="535813" y="1931797"/>
                    <a:pt x="496951" y="1972310"/>
                  </a:cubicBezTo>
                  <a:cubicBezTo>
                    <a:pt x="458089" y="2012823"/>
                    <a:pt x="393827" y="2014220"/>
                    <a:pt x="353314" y="1975358"/>
                  </a:cubicBezTo>
                  <a:close/>
                  <a:moveTo>
                    <a:pt x="508" y="1180973"/>
                  </a:moveTo>
                  <a:cubicBezTo>
                    <a:pt x="127" y="1169162"/>
                    <a:pt x="0" y="1157351"/>
                    <a:pt x="0" y="1145540"/>
                  </a:cubicBezTo>
                  <a:lnTo>
                    <a:pt x="101600" y="1145540"/>
                  </a:lnTo>
                  <a:lnTo>
                    <a:pt x="203200" y="1145540"/>
                  </a:lnTo>
                  <a:lnTo>
                    <a:pt x="101600" y="1145540"/>
                  </a:lnTo>
                  <a:lnTo>
                    <a:pt x="0" y="1145540"/>
                  </a:lnTo>
                  <a:cubicBezTo>
                    <a:pt x="0" y="991870"/>
                    <a:pt x="30099" y="844931"/>
                    <a:pt x="84836" y="710692"/>
                  </a:cubicBezTo>
                  <a:cubicBezTo>
                    <a:pt x="106045" y="658749"/>
                    <a:pt x="165354" y="633730"/>
                    <a:pt x="217297" y="654939"/>
                  </a:cubicBezTo>
                  <a:cubicBezTo>
                    <a:pt x="269240" y="676148"/>
                    <a:pt x="294132" y="735457"/>
                    <a:pt x="272923" y="787400"/>
                  </a:cubicBezTo>
                  <a:cubicBezTo>
                    <a:pt x="228092" y="897763"/>
                    <a:pt x="203200" y="1018540"/>
                    <a:pt x="203200" y="1145540"/>
                  </a:cubicBezTo>
                  <a:cubicBezTo>
                    <a:pt x="203200" y="1201674"/>
                    <a:pt x="157734" y="1247140"/>
                    <a:pt x="101600" y="1247140"/>
                  </a:cubicBezTo>
                  <a:cubicBezTo>
                    <a:pt x="45466" y="1247140"/>
                    <a:pt x="0" y="1201674"/>
                    <a:pt x="0" y="1145540"/>
                  </a:cubicBezTo>
                  <a:cubicBezTo>
                    <a:pt x="0" y="1089406"/>
                    <a:pt x="45466" y="1043940"/>
                    <a:pt x="101600" y="1043940"/>
                  </a:cubicBezTo>
                  <a:cubicBezTo>
                    <a:pt x="157734" y="1043940"/>
                    <a:pt x="203200" y="1089406"/>
                    <a:pt x="203200" y="1145540"/>
                  </a:cubicBezTo>
                  <a:cubicBezTo>
                    <a:pt x="203200" y="1155319"/>
                    <a:pt x="203327" y="1165098"/>
                    <a:pt x="203581" y="1174750"/>
                  </a:cubicBezTo>
                  <a:cubicBezTo>
                    <a:pt x="205232" y="1230884"/>
                    <a:pt x="161163" y="1277620"/>
                    <a:pt x="105156" y="1279398"/>
                  </a:cubicBezTo>
                  <a:cubicBezTo>
                    <a:pt x="49149" y="1281176"/>
                    <a:pt x="2286" y="1236980"/>
                    <a:pt x="508" y="1180973"/>
                  </a:cubicBezTo>
                  <a:close/>
                </a:path>
              </a:pathLst>
            </a:custGeom>
            <a:solidFill>
              <a:srgbClr val="64BA70">
                <a:alpha val="48627"/>
              </a:srgbClr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359337" y="7527000"/>
            <a:ext cx="3504762" cy="1028571"/>
            <a:chOff x="0" y="0"/>
            <a:chExt cx="4673016" cy="1371428"/>
          </a:xfrm>
        </p:grpSpPr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0" y="0"/>
              <a:ext cx="4673016" cy="1371428"/>
              <a:chOff x="0" y="0"/>
              <a:chExt cx="4673016" cy="1371428"/>
            </a:xfrm>
          </p:grpSpPr>
          <p:sp>
            <p:nvSpPr>
              <p:cNvPr id="11" name="Freeform 11" descr="원, 다채로움이(가) 표시된 사진  AI 생성 콘텐츠는 정확하지 않을 수 있습니다."/>
              <p:cNvSpPr/>
              <p:nvPr/>
            </p:nvSpPr>
            <p:spPr>
              <a:xfrm>
                <a:off x="0" y="0"/>
                <a:ext cx="4672965" cy="1371473"/>
              </a:xfrm>
              <a:custGeom>
                <a:avLst/>
                <a:gdLst/>
                <a:ahLst/>
                <a:cxnLst/>
                <a:rect l="l" t="t" r="r" b="b"/>
                <a:pathLst>
                  <a:path w="4672965" h="1371473">
                    <a:moveTo>
                      <a:pt x="0" y="0"/>
                    </a:moveTo>
                    <a:lnTo>
                      <a:pt x="4672965" y="0"/>
                    </a:lnTo>
                    <a:lnTo>
                      <a:pt x="4672965" y="1371473"/>
                    </a:lnTo>
                    <a:lnTo>
                      <a:pt x="0" y="137147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r="-1" b="3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121920" y="361864"/>
              <a:ext cx="4429176" cy="6286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2483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385781" y="7527000"/>
            <a:ext cx="3504762" cy="1028571"/>
            <a:chOff x="0" y="0"/>
            <a:chExt cx="4673016" cy="1371428"/>
          </a:xfrm>
        </p:grpSpPr>
        <p:grpSp>
          <p:nvGrpSpPr>
            <p:cNvPr id="14" name="Group 14"/>
            <p:cNvGrpSpPr>
              <a:grpSpLocks noChangeAspect="1"/>
            </p:cNvGrpSpPr>
            <p:nvPr/>
          </p:nvGrpSpPr>
          <p:grpSpPr>
            <a:xfrm>
              <a:off x="0" y="0"/>
              <a:ext cx="4673016" cy="1371428"/>
              <a:chOff x="0" y="0"/>
              <a:chExt cx="4673016" cy="1371428"/>
            </a:xfrm>
          </p:grpSpPr>
          <p:sp>
            <p:nvSpPr>
              <p:cNvPr id="15" name="Freeform 15" descr="원, 다채로움이(가) 표시된 사진  AI 생성 콘텐츠는 정확하지 않을 수 있습니다."/>
              <p:cNvSpPr/>
              <p:nvPr/>
            </p:nvSpPr>
            <p:spPr>
              <a:xfrm>
                <a:off x="0" y="0"/>
                <a:ext cx="4672965" cy="1371473"/>
              </a:xfrm>
              <a:custGeom>
                <a:avLst/>
                <a:gdLst/>
                <a:ahLst/>
                <a:cxnLst/>
                <a:rect l="l" t="t" r="r" b="b"/>
                <a:pathLst>
                  <a:path w="4672965" h="1371473">
                    <a:moveTo>
                      <a:pt x="0" y="0"/>
                    </a:moveTo>
                    <a:lnTo>
                      <a:pt x="4672965" y="0"/>
                    </a:lnTo>
                    <a:lnTo>
                      <a:pt x="4672965" y="1371473"/>
                    </a:lnTo>
                    <a:lnTo>
                      <a:pt x="0" y="137147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r="-1" b="3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121920" y="361864"/>
              <a:ext cx="4429176" cy="6286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7891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412225" y="7527000"/>
            <a:ext cx="3504762" cy="1028571"/>
            <a:chOff x="0" y="0"/>
            <a:chExt cx="4673016" cy="1371428"/>
          </a:xfrm>
        </p:grpSpPr>
        <p:grpSp>
          <p:nvGrpSpPr>
            <p:cNvPr id="18" name="Group 18"/>
            <p:cNvGrpSpPr>
              <a:grpSpLocks noChangeAspect="1"/>
            </p:cNvGrpSpPr>
            <p:nvPr/>
          </p:nvGrpSpPr>
          <p:grpSpPr>
            <a:xfrm>
              <a:off x="0" y="0"/>
              <a:ext cx="4673016" cy="1371428"/>
              <a:chOff x="0" y="0"/>
              <a:chExt cx="4673016" cy="1371428"/>
            </a:xfrm>
          </p:grpSpPr>
          <p:sp>
            <p:nvSpPr>
              <p:cNvPr id="19" name="Freeform 19" descr="원, 다채로움이(가) 표시된 사진  AI 생성 콘텐츠는 정확하지 않을 수 있습니다."/>
              <p:cNvSpPr/>
              <p:nvPr/>
            </p:nvSpPr>
            <p:spPr>
              <a:xfrm>
                <a:off x="0" y="0"/>
                <a:ext cx="4672965" cy="1371473"/>
              </a:xfrm>
              <a:custGeom>
                <a:avLst/>
                <a:gdLst/>
                <a:ahLst/>
                <a:cxnLst/>
                <a:rect l="l" t="t" r="r" b="b"/>
                <a:pathLst>
                  <a:path w="4672965" h="1371473">
                    <a:moveTo>
                      <a:pt x="0" y="0"/>
                    </a:moveTo>
                    <a:lnTo>
                      <a:pt x="4672965" y="0"/>
                    </a:lnTo>
                    <a:lnTo>
                      <a:pt x="4672965" y="1371473"/>
                    </a:lnTo>
                    <a:lnTo>
                      <a:pt x="0" y="137147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r="-1" b="3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21920" y="327514"/>
              <a:ext cx="4429176" cy="6973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1395</a:t>
              </a:r>
            </a:p>
          </p:txBody>
        </p:sp>
      </p:grpSp>
      <p:sp>
        <p:nvSpPr>
          <p:cNvPr id="21" name="Rounded Rectangle 20"/>
          <p:cNvSpPr/>
          <p:nvPr/>
        </p:nvSpPr>
        <p:spPr>
          <a:xfrm>
            <a:off x="520000" y="8620000"/>
            <a:ext cx="6444184" cy="680000"/>
          </a:xfrm>
          <a:prstGeom prst="roundRect">
            <a:avLst/>
          </a:prstGeom>
          <a:solidFill>
            <a:srgbClr val="0A0E1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45000" rIns="180000" bIns="45000" rtlCol="0" anchor="ctr"/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Arimo"/>
                <a:ea typeface="맑은 고딕"/>
              </a:rPr>
              <a:t>짝수는 ÷2, 홀수는 +2. 2673에 적용하면 정답은 1395다.</a:t>
            </a:r>
          </a:p>
        </p:txBody>
      </p:sp>
      <p:grpSp>
        <p:nvGrpSpPr>
          <p:cNvPr id="24" name="Group 5">
            <a:extLst>
              <a:ext uri="{FF2B5EF4-FFF2-40B4-BE49-F238E27FC236}">
                <a16:creationId xmlns:a16="http://schemas.microsoft.com/office/drawing/2014/main" id="{F5F7FED9-5F0C-72F6-FA1C-5440DCD35341}"/>
              </a:ext>
            </a:extLst>
          </p:cNvPr>
          <p:cNvGrpSpPr/>
          <p:nvPr/>
        </p:nvGrpSpPr>
        <p:grpSpPr>
          <a:xfrm>
            <a:off x="7696200" y="9825334"/>
            <a:ext cx="10591800" cy="499783"/>
            <a:chOff x="0" y="0"/>
            <a:chExt cx="13828144" cy="666378"/>
          </a:xfrm>
        </p:grpSpPr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E2CD95C2-2C87-79AF-AEF8-027F46B76339}"/>
                </a:ext>
              </a:extLst>
            </p:cNvPr>
            <p:cNvSpPr/>
            <p:nvPr/>
          </p:nvSpPr>
          <p:spPr>
            <a:xfrm>
              <a:off x="0" y="0"/>
              <a:ext cx="13828140" cy="666393"/>
            </a:xfrm>
            <a:custGeom>
              <a:avLst/>
              <a:gdLst/>
              <a:ahLst/>
              <a:cxnLst/>
              <a:rect l="l" t="t" r="r" b="b"/>
              <a:pathLst>
                <a:path w="13828140" h="666393">
                  <a:moveTo>
                    <a:pt x="0" y="0"/>
                  </a:moveTo>
                  <a:lnTo>
                    <a:pt x="13828140" y="0"/>
                  </a:lnTo>
                  <a:lnTo>
                    <a:pt x="13828140" y="666393"/>
                  </a:lnTo>
                  <a:lnTo>
                    <a:pt x="0" y="666393"/>
                  </a:lnTo>
                  <a:close/>
                </a:path>
              </a:pathLst>
            </a:custGeom>
            <a:solidFill>
              <a:srgbClr val="FFFFFF">
                <a:alpha val="48627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5DE3EA03-5318-4179-93E5-B34038F89C36}"/>
                </a:ext>
              </a:extLst>
            </p:cNvPr>
            <p:cNvSpPr txBox="1"/>
            <p:nvPr/>
          </p:nvSpPr>
          <p:spPr>
            <a:xfrm>
              <a:off x="0" y="-9525"/>
              <a:ext cx="13828144" cy="675903"/>
            </a:xfrm>
            <a:prstGeom prst="rect">
              <a:avLst/>
            </a:prstGeom>
          </p:spPr>
          <p:txBody>
            <a:bodyPr wrap="none" lIns="50800" tIns="50800" rIns="50800" bIns="50800" rtlCol="0" anchor="t"/>
            <a:lstStyle/>
            <a:p>
              <a:pPr marL="0" lvl="0" indent="0" algn="r">
                <a:lnSpc>
                  <a:spcPts val="2520"/>
                </a:lnSpc>
                <a:spcBef>
                  <a:spcPct val="0"/>
                </a:spcBef>
              </a:pPr>
              <a:r>
                <a:rPr lang="en-US" sz="2100" u="none" strike="noStrike">
                  <a:solidFill>
                    <a:srgbClr val="FBE8D6"/>
                  </a:solidFill>
                  <a:latin typeface="Arimo"/>
                  <a:ea typeface="맑은 고딕"/>
                  <a:cs typeface="Arimo"/>
                  <a:sym typeface="Arimo"/>
                </a:rPr>
                <a:t>이해를 돕기 위한 연출 이미지이며, 실제 게임 플레이 화면과는 차이가 있을 수 있습니다.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244" t="-12359" r="-16247" b="-12359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296740" y="6601437"/>
            <a:ext cx="9694522" cy="2931199"/>
            <a:chOff x="0" y="0"/>
            <a:chExt cx="12926030" cy="3908265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2926030" cy="3908265"/>
              <a:chOff x="0" y="0"/>
              <a:chExt cx="12926030" cy="390826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2926060" cy="3908198"/>
              </a:xfrm>
              <a:custGeom>
                <a:avLst/>
                <a:gdLst/>
                <a:ahLst/>
                <a:cxnLst/>
                <a:rect l="l" t="t" r="r" b="b"/>
                <a:pathLst>
                  <a:path w="12926060" h="3908198">
                    <a:moveTo>
                      <a:pt x="0" y="0"/>
                    </a:moveTo>
                    <a:lnTo>
                      <a:pt x="12926060" y="0"/>
                    </a:lnTo>
                    <a:lnTo>
                      <a:pt x="12926060" y="3908198"/>
                    </a:lnTo>
                    <a:lnTo>
                      <a:pt x="0" y="3908198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109205" y="141179"/>
              <a:ext cx="12707620" cy="3625908"/>
              <a:chOff x="0" y="0"/>
              <a:chExt cx="7143750" cy="203835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143750" cy="2038350"/>
              </a:xfrm>
              <a:custGeom>
                <a:avLst/>
                <a:gdLst/>
                <a:ahLst/>
                <a:cxnLst/>
                <a:rect l="l" t="t" r="r" b="b"/>
                <a:pathLst>
                  <a:path w="7143750" h="2038350">
                    <a:moveTo>
                      <a:pt x="0" y="0"/>
                    </a:moveTo>
                    <a:lnTo>
                      <a:pt x="7143750" y="0"/>
                    </a:lnTo>
                    <a:lnTo>
                      <a:pt x="7143750" y="2038350"/>
                    </a:lnTo>
                    <a:lnTo>
                      <a:pt x="0" y="20383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423755" y="496808"/>
              <a:ext cx="12078520" cy="2905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진리의 무게를 지닌 현자가 침묵 속에 영원을 기록하는 곳. </a:t>
              </a:r>
            </a:p>
            <a:p>
              <a:pPr algn="l">
                <a:lnSpc>
                  <a:spcPts val="2879"/>
                </a:lnSpc>
              </a:pPr>
              <a:endParaRPr lang="en-US" sz="24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endParaR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일곱 색의 천상 문이 그를 감싸고, 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그는 손에 지식의 샘을 펼쳐 보이고 있다네. </a:t>
              </a:r>
            </a:p>
            <a:p>
              <a:pPr algn="l">
                <a:lnSpc>
                  <a:spcPts val="2879"/>
                </a:lnSpc>
              </a:pPr>
              <a:endParaRPr lang="en-US" sz="24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endParaR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그 </a:t>
              </a:r>
              <a:r>
                <a:rPr lang="en-US" sz="2400">
                  <a:solidFill>
                    <a:srgbClr val="FFA741"/>
                  </a:solidFill>
                  <a:latin typeface="Arimo"/>
                  <a:ea typeface="맑은 고딕"/>
                  <a:cs typeface="Arimo"/>
                  <a:sym typeface="Arimo"/>
                </a:rPr>
                <a:t>고귀한 지혜의 수호자</a:t>
              </a: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 앞에서 </a:t>
              </a:r>
              <a:r>
                <a:rPr lang="en-US" sz="2400">
                  <a:solidFill>
                    <a:srgbClr val="FFA741"/>
                  </a:solidFill>
                  <a:latin typeface="Arimo"/>
                  <a:ea typeface="맑은 고딕"/>
                  <a:cs typeface="Arimo"/>
                  <a:sym typeface="Arimo"/>
                </a:rPr>
                <a:t>최고의 예의</a:t>
              </a:r>
              <a:r>
                <a:rPr lang="en-US" sz="24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를 갖추어라.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65646" y="577158"/>
            <a:ext cx="6156709" cy="6025715"/>
            <a:chOff x="0" y="0"/>
            <a:chExt cx="8208945" cy="803428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208945" cy="8034286"/>
            </a:xfrm>
            <a:custGeom>
              <a:avLst/>
              <a:gdLst/>
              <a:ahLst/>
              <a:cxnLst/>
              <a:rect l="l" t="t" r="r" b="b"/>
              <a:pathLst>
                <a:path w="8208945" h="8034286">
                  <a:moveTo>
                    <a:pt x="0" y="0"/>
                  </a:moveTo>
                  <a:lnTo>
                    <a:pt x="8208945" y="0"/>
                  </a:lnTo>
                  <a:lnTo>
                    <a:pt x="8208945" y="8034286"/>
                  </a:lnTo>
                  <a:lnTo>
                    <a:pt x="0" y="80342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5" name="Freeform 15"/>
            <p:cNvSpPr/>
            <p:nvPr/>
          </p:nvSpPr>
          <p:spPr>
            <a:xfrm>
              <a:off x="2468328" y="2382074"/>
              <a:ext cx="2721583" cy="2721583"/>
            </a:xfrm>
            <a:custGeom>
              <a:avLst/>
              <a:gdLst/>
              <a:ahLst/>
              <a:cxnLst/>
              <a:rect l="l" t="t" r="r" b="b"/>
              <a:pathLst>
                <a:path w="2721583" h="2721583">
                  <a:moveTo>
                    <a:pt x="0" y="0"/>
                  </a:moveTo>
                  <a:lnTo>
                    <a:pt x="2721584" y="0"/>
                  </a:lnTo>
                  <a:lnTo>
                    <a:pt x="2721584" y="2721584"/>
                  </a:lnTo>
                  <a:lnTo>
                    <a:pt x="0" y="2721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20" name="Group 5">
            <a:extLst>
              <a:ext uri="{FF2B5EF4-FFF2-40B4-BE49-F238E27FC236}">
                <a16:creationId xmlns:a16="http://schemas.microsoft.com/office/drawing/2014/main" id="{87570896-C3B8-6C6D-B64E-197FBF8C158E}"/>
              </a:ext>
            </a:extLst>
          </p:cNvPr>
          <p:cNvGrpSpPr/>
          <p:nvPr/>
        </p:nvGrpSpPr>
        <p:grpSpPr>
          <a:xfrm>
            <a:off x="7696200" y="9825334"/>
            <a:ext cx="10591800" cy="499783"/>
            <a:chOff x="0" y="0"/>
            <a:chExt cx="13828144" cy="666378"/>
          </a:xfrm>
        </p:grpSpPr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4E0869CE-6DCE-893B-6E01-045EF79E0530}"/>
                </a:ext>
              </a:extLst>
            </p:cNvPr>
            <p:cNvSpPr/>
            <p:nvPr/>
          </p:nvSpPr>
          <p:spPr>
            <a:xfrm>
              <a:off x="0" y="0"/>
              <a:ext cx="13828140" cy="666393"/>
            </a:xfrm>
            <a:custGeom>
              <a:avLst/>
              <a:gdLst/>
              <a:ahLst/>
              <a:cxnLst/>
              <a:rect l="l" t="t" r="r" b="b"/>
              <a:pathLst>
                <a:path w="13828140" h="666393">
                  <a:moveTo>
                    <a:pt x="0" y="0"/>
                  </a:moveTo>
                  <a:lnTo>
                    <a:pt x="13828140" y="0"/>
                  </a:lnTo>
                  <a:lnTo>
                    <a:pt x="13828140" y="666393"/>
                  </a:lnTo>
                  <a:lnTo>
                    <a:pt x="0" y="666393"/>
                  </a:lnTo>
                  <a:close/>
                </a:path>
              </a:pathLst>
            </a:custGeom>
            <a:solidFill>
              <a:srgbClr val="FFFFFF">
                <a:alpha val="48627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2" name="TextBox 7">
              <a:extLst>
                <a:ext uri="{FF2B5EF4-FFF2-40B4-BE49-F238E27FC236}">
                  <a16:creationId xmlns:a16="http://schemas.microsoft.com/office/drawing/2014/main" id="{ADB439ED-2CF3-735C-B485-B85C58A37411}"/>
                </a:ext>
              </a:extLst>
            </p:cNvPr>
            <p:cNvSpPr txBox="1"/>
            <p:nvPr/>
          </p:nvSpPr>
          <p:spPr>
            <a:xfrm>
              <a:off x="0" y="-9525"/>
              <a:ext cx="13828144" cy="675903"/>
            </a:xfrm>
            <a:prstGeom prst="rect">
              <a:avLst/>
            </a:prstGeom>
          </p:spPr>
          <p:txBody>
            <a:bodyPr wrap="none" lIns="50800" tIns="50800" rIns="50800" bIns="50800" rtlCol="0" anchor="t"/>
            <a:lstStyle/>
            <a:p>
              <a:pPr marL="0" lvl="0" indent="0" algn="r">
                <a:lnSpc>
                  <a:spcPts val="2520"/>
                </a:lnSpc>
                <a:spcBef>
                  <a:spcPct val="0"/>
                </a:spcBef>
              </a:pPr>
              <a:r>
                <a:rPr lang="en-US" sz="2100" u="none" strike="noStrike">
                  <a:solidFill>
                    <a:srgbClr val="FBE8D6"/>
                  </a:solidFill>
                  <a:latin typeface="Arimo"/>
                  <a:ea typeface="맑은 고딕"/>
                  <a:cs typeface="Arimo"/>
                  <a:sym typeface="Arimo"/>
                </a:rPr>
                <a:t>이해를 돕기 위한 연출 이미지이며, 실제 게임 플레이 화면과는 차이가 있을 수 있습니다.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4307680" y="-928264"/>
            <a:ext cx="26903362" cy="14250375"/>
            <a:chOff x="0" y="0"/>
            <a:chExt cx="35871150" cy="19000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871150" cy="19000470"/>
            </a:xfrm>
            <a:custGeom>
              <a:avLst/>
              <a:gdLst/>
              <a:ahLst/>
              <a:cxnLst/>
              <a:rect l="l" t="t" r="r" b="b"/>
              <a:pathLst>
                <a:path w="35871150" h="19000470">
                  <a:moveTo>
                    <a:pt x="0" y="0"/>
                  </a:moveTo>
                  <a:lnTo>
                    <a:pt x="35871150" y="0"/>
                  </a:lnTo>
                  <a:lnTo>
                    <a:pt x="35871150" y="19000470"/>
                  </a:lnTo>
                  <a:lnTo>
                    <a:pt x="0" y="19000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772400" y="9825334"/>
            <a:ext cx="10515600" cy="461666"/>
            <a:chOff x="0" y="0"/>
            <a:chExt cx="13828144" cy="61555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828140" cy="615569"/>
            </a:xfrm>
            <a:custGeom>
              <a:avLst/>
              <a:gdLst/>
              <a:ahLst/>
              <a:cxnLst/>
              <a:rect l="l" t="t" r="r" b="b"/>
              <a:pathLst>
                <a:path w="13828140" h="615569">
                  <a:moveTo>
                    <a:pt x="0" y="0"/>
                  </a:moveTo>
                  <a:lnTo>
                    <a:pt x="13828140" y="0"/>
                  </a:lnTo>
                  <a:lnTo>
                    <a:pt x="13828140" y="615569"/>
                  </a:lnTo>
                  <a:lnTo>
                    <a:pt x="0" y="615569"/>
                  </a:lnTo>
                  <a:close/>
                </a:path>
              </a:pathLst>
            </a:custGeom>
            <a:solidFill>
              <a:srgbClr val="FFFFFF">
                <a:alpha val="48627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3828144" cy="625079"/>
            </a:xfrm>
            <a:prstGeom prst="rect">
              <a:avLst/>
            </a:prstGeom>
          </p:spPr>
          <p:txBody>
            <a:bodyPr wrap="none" lIns="50800" tIns="50800" rIns="50800" bIns="50800" rtlCol="0" anchor="t"/>
            <a:lstStyle/>
            <a:p>
              <a:pPr algn="r">
                <a:lnSpc>
                  <a:spcPts val="2520"/>
                </a:lnSpc>
              </a:pPr>
              <a:r>
                <a:rPr lang="en-US" sz="2100" dirty="0" err="1">
                  <a:solidFill>
                    <a:srgbClr val="FBE8D6"/>
                  </a:solidFill>
                  <a:latin typeface="Arimo"/>
                  <a:ea typeface="맑은 고딕"/>
                  <a:cs typeface="Arimo"/>
                  <a:sym typeface="Arimo"/>
                </a:rPr>
                <a:t>이해를</a:t>
              </a:r>
              <a:r>
                <a:rPr lang="en-US" sz="2100" dirty="0">
                  <a:solidFill>
                    <a:srgbClr val="FBE8D6"/>
                  </a:solidFill>
                  <a:latin typeface="Arimo"/>
                  <a:ea typeface="맑은 고딕"/>
                  <a:cs typeface="Arimo"/>
                  <a:sym typeface="Arimo"/>
                </a:rPr>
                <a:t> </a:t>
              </a:r>
              <a:r>
                <a:rPr lang="en-US" sz="2100" dirty="0" err="1">
                  <a:solidFill>
                    <a:srgbClr val="FBE8D6"/>
                  </a:solidFill>
                  <a:latin typeface="Arimo"/>
                  <a:ea typeface="맑은 고딕"/>
                  <a:cs typeface="Arimo"/>
                  <a:sym typeface="Arimo"/>
                </a:rPr>
                <a:t>돕기</a:t>
              </a:r>
              <a:r>
                <a:rPr lang="en-US" sz="2100" dirty="0">
                  <a:solidFill>
                    <a:srgbClr val="FBE8D6"/>
                  </a:solidFill>
                  <a:latin typeface="Arimo"/>
                  <a:ea typeface="맑은 고딕"/>
                  <a:cs typeface="Arimo"/>
                  <a:sym typeface="Arimo"/>
                </a:rPr>
                <a:t> </a:t>
              </a:r>
              <a:r>
                <a:rPr lang="en-US" sz="2100" dirty="0" err="1">
                  <a:solidFill>
                    <a:srgbClr val="FBE8D6"/>
                  </a:solidFill>
                  <a:latin typeface="Arimo"/>
                  <a:ea typeface="맑은 고딕"/>
                  <a:cs typeface="Arimo"/>
                  <a:sym typeface="Arimo"/>
                </a:rPr>
                <a:t>위한</a:t>
              </a:r>
              <a:r>
                <a:rPr lang="en-US" sz="2100" dirty="0">
                  <a:solidFill>
                    <a:srgbClr val="FBE8D6"/>
                  </a:solidFill>
                  <a:latin typeface="Arimo"/>
                  <a:ea typeface="맑은 고딕"/>
                  <a:cs typeface="Arimo"/>
                  <a:sym typeface="Arimo"/>
                </a:rPr>
                <a:t> </a:t>
              </a:r>
              <a:r>
                <a:rPr lang="en-US" sz="2100" dirty="0" err="1">
                  <a:solidFill>
                    <a:srgbClr val="FBE8D6"/>
                  </a:solidFill>
                  <a:latin typeface="Arimo"/>
                  <a:ea typeface="맑은 고딕"/>
                  <a:cs typeface="Arimo"/>
                  <a:sym typeface="Arimo"/>
                </a:rPr>
                <a:t>연출</a:t>
              </a:r>
              <a:r>
                <a:rPr lang="en-US" sz="2100" dirty="0">
                  <a:solidFill>
                    <a:srgbClr val="FBE8D6"/>
                  </a:solidFill>
                  <a:latin typeface="Arimo"/>
                  <a:ea typeface="맑은 고딕"/>
                  <a:cs typeface="Arimo"/>
                  <a:sym typeface="Arimo"/>
                </a:rPr>
                <a:t> </a:t>
              </a:r>
              <a:r>
                <a:rPr lang="en-US" sz="2100" dirty="0" err="1">
                  <a:solidFill>
                    <a:srgbClr val="FBE8D6"/>
                  </a:solidFill>
                  <a:latin typeface="Arimo"/>
                  <a:ea typeface="맑은 고딕"/>
                  <a:cs typeface="Arimo"/>
                  <a:sym typeface="Arimo"/>
                </a:rPr>
                <a:t>이미지이며</a:t>
              </a:r>
              <a:r>
                <a:rPr lang="en-US" sz="2100" dirty="0">
                  <a:solidFill>
                    <a:srgbClr val="FBE8D6"/>
                  </a:solidFill>
                  <a:latin typeface="Arimo"/>
                  <a:ea typeface="맑은 고딕"/>
                  <a:cs typeface="Arimo"/>
                  <a:sym typeface="Arimo"/>
                </a:rPr>
                <a:t>, </a:t>
              </a:r>
              <a:r>
                <a:rPr lang="en-US" sz="2100" dirty="0" err="1">
                  <a:solidFill>
                    <a:srgbClr val="FBE8D6"/>
                  </a:solidFill>
                  <a:latin typeface="Arimo"/>
                  <a:ea typeface="맑은 고딕"/>
                  <a:cs typeface="Arimo"/>
                  <a:sym typeface="Arimo"/>
                </a:rPr>
                <a:t>실제</a:t>
              </a:r>
              <a:r>
                <a:rPr lang="en-US" sz="2100" dirty="0">
                  <a:solidFill>
                    <a:srgbClr val="FBE8D6"/>
                  </a:solidFill>
                  <a:latin typeface="Arimo"/>
                  <a:ea typeface="맑은 고딕"/>
                  <a:cs typeface="Arimo"/>
                  <a:sym typeface="Arimo"/>
                </a:rPr>
                <a:t> </a:t>
              </a:r>
              <a:r>
                <a:rPr lang="en-US" sz="2100" dirty="0" err="1">
                  <a:solidFill>
                    <a:srgbClr val="FBE8D6"/>
                  </a:solidFill>
                  <a:latin typeface="Arimo"/>
                  <a:ea typeface="맑은 고딕"/>
                  <a:cs typeface="Arimo"/>
                  <a:sym typeface="Arimo"/>
                </a:rPr>
                <a:t>게임</a:t>
              </a:r>
              <a:r>
                <a:rPr lang="en-US" sz="2100" dirty="0">
                  <a:solidFill>
                    <a:srgbClr val="FBE8D6"/>
                  </a:solidFill>
                  <a:latin typeface="Arimo"/>
                  <a:ea typeface="맑은 고딕"/>
                  <a:cs typeface="Arimo"/>
                  <a:sym typeface="Arimo"/>
                </a:rPr>
                <a:t> </a:t>
              </a:r>
              <a:r>
                <a:rPr lang="en-US" sz="2100" dirty="0" err="1">
                  <a:solidFill>
                    <a:srgbClr val="FBE8D6"/>
                  </a:solidFill>
                  <a:latin typeface="Arimo"/>
                  <a:ea typeface="맑은 고딕"/>
                  <a:cs typeface="Arimo"/>
                  <a:sym typeface="Arimo"/>
                </a:rPr>
                <a:t>플레이</a:t>
              </a:r>
              <a:r>
                <a:rPr lang="en-US" sz="2100" dirty="0">
                  <a:solidFill>
                    <a:srgbClr val="FBE8D6"/>
                  </a:solidFill>
                  <a:latin typeface="Arimo"/>
                  <a:ea typeface="맑은 고딕"/>
                  <a:cs typeface="Arimo"/>
                  <a:sym typeface="Arimo"/>
                </a:rPr>
                <a:t> </a:t>
              </a:r>
              <a:r>
                <a:rPr lang="en-US" sz="2100" dirty="0" err="1">
                  <a:solidFill>
                    <a:srgbClr val="FBE8D6"/>
                  </a:solidFill>
                  <a:latin typeface="Arimo"/>
                  <a:ea typeface="맑은 고딕"/>
                  <a:cs typeface="Arimo"/>
                  <a:sym typeface="Arimo"/>
                </a:rPr>
                <a:t>화면과는</a:t>
              </a:r>
              <a:r>
                <a:rPr lang="en-US" sz="2100" dirty="0">
                  <a:solidFill>
                    <a:srgbClr val="FBE8D6"/>
                  </a:solidFill>
                  <a:latin typeface="Arimo"/>
                  <a:ea typeface="맑은 고딕"/>
                  <a:cs typeface="Arimo"/>
                  <a:sym typeface="Arimo"/>
                </a:rPr>
                <a:t> </a:t>
              </a:r>
              <a:r>
                <a:rPr lang="en-US" sz="2100" dirty="0" err="1">
                  <a:solidFill>
                    <a:srgbClr val="FBE8D6"/>
                  </a:solidFill>
                  <a:latin typeface="Arimo"/>
                  <a:ea typeface="맑은 고딕"/>
                  <a:cs typeface="Arimo"/>
                  <a:sym typeface="Arimo"/>
                </a:rPr>
                <a:t>차이가</a:t>
              </a:r>
              <a:r>
                <a:rPr lang="en-US" sz="2100" dirty="0">
                  <a:solidFill>
                    <a:srgbClr val="FBE8D6"/>
                  </a:solidFill>
                  <a:latin typeface="Arimo"/>
                  <a:ea typeface="맑은 고딕"/>
                  <a:cs typeface="Arimo"/>
                  <a:sym typeface="Arimo"/>
                </a:rPr>
                <a:t> </a:t>
              </a:r>
              <a:r>
                <a:rPr lang="en-US" sz="2100" dirty="0" err="1">
                  <a:solidFill>
                    <a:srgbClr val="FBE8D6"/>
                  </a:solidFill>
                  <a:latin typeface="Arimo"/>
                  <a:ea typeface="맑은 고딕"/>
                  <a:cs typeface="Arimo"/>
                  <a:sym typeface="Arimo"/>
                </a:rPr>
                <a:t>있을</a:t>
              </a:r>
              <a:r>
                <a:rPr lang="en-US" sz="2100" dirty="0">
                  <a:solidFill>
                    <a:srgbClr val="FBE8D6"/>
                  </a:solidFill>
                  <a:latin typeface="Arimo"/>
                  <a:ea typeface="맑은 고딕"/>
                  <a:cs typeface="Arimo"/>
                  <a:sym typeface="Arimo"/>
                </a:rPr>
                <a:t> 수 </a:t>
              </a:r>
              <a:r>
                <a:rPr lang="en-US" sz="2100" dirty="0" err="1">
                  <a:solidFill>
                    <a:srgbClr val="FBE8D6"/>
                  </a:solidFill>
                  <a:latin typeface="Arimo"/>
                  <a:ea typeface="맑은 고딕"/>
                  <a:cs typeface="Arimo"/>
                  <a:sym typeface="Arimo"/>
                </a:rPr>
                <a:t>있습니다</a:t>
              </a:r>
              <a:r>
                <a:rPr lang="en-US" sz="2100" dirty="0">
                  <a:solidFill>
                    <a:srgbClr val="FBE8D6"/>
                  </a:solidFill>
                  <a:latin typeface="Arimo"/>
                  <a:ea typeface="맑은 고딕"/>
                  <a:cs typeface="Arimo"/>
                  <a:sym typeface="Arimo"/>
                </a:rPr>
                <a:t>.</a:t>
              </a:r>
            </a:p>
          </p:txBody>
        </p:sp>
      </p:grpSp>
      <p:sp>
        <p:nvSpPr>
          <p:cNvPr id="7" name="Rounded Rectangle 6"/>
          <p:cNvSpPr/>
          <p:nvPr/>
        </p:nvSpPr>
        <p:spPr>
          <a:xfrm>
            <a:off x="520000" y="8620000"/>
            <a:ext cx="12598096" cy="680000"/>
          </a:xfrm>
          <a:prstGeom prst="roundRect">
            <a:avLst/>
          </a:prstGeom>
          <a:solidFill>
            <a:srgbClr val="0A0E1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45000" rIns="180000" bIns="45000" rtlCol="0" anchor="ctr"/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Arimo"/>
                <a:ea typeface="맑은 고딕"/>
              </a:rPr>
              <a:t>③ 현자상 예의 — 일곱 색 스테인드글라스 아래 책을 든 석상 앞에서 인사 감정표현을 사용하면 1구역이 끝난다.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1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14" name="TextBox 1"/>
          <p:cNvSpPr txBox="1"/>
          <p:nvPr/>
        </p:nvSpPr>
        <p:spPr>
          <a:xfrm>
            <a:off x="1734450" y="433849"/>
            <a:ext cx="7000000" cy="6296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Arimo"/>
                <a:ea typeface="맑은 고딕"/>
              </a:rPr>
              <a:t>협동 설계 원칙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34450" y="1180000"/>
            <a:ext cx="156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왜 두 플레이어를 서로 다른 공간에 떼어놓는가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0" y="1950000"/>
            <a:ext cx="76000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A741"/>
                </a:solidFill>
                <a:latin typeface="Arimo Bold"/>
                <a:ea typeface="맑은 고딕"/>
              </a:rPr>
              <a:t>원칙 1.   정보 비대칭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00" y="2480000"/>
            <a:ext cx="73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퍼즐의 단서와 자물쇠를 서로 다른 플레이어에게 나눠 배치한다.</a:t>
            </a:r>
          </a:p>
          <a:p>
            <a:pPr algn="l">
              <a:spcAft>
                <a:spcPts val="7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혼자서는 어떤 퍼즐도 풀 수 없는 상태를 만든다.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0" y="3700000"/>
            <a:ext cx="76000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A741"/>
                </a:solidFill>
                <a:latin typeface="Arimo Bold"/>
                <a:ea typeface="맑은 고딕"/>
              </a:rPr>
              <a:t>원칙 2.   쌍방향 의존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0" y="4230000"/>
            <a:ext cx="73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각 구역에 1P→2P 방향과 2P→1P 방향 퍼즐을 하나씩 배치한다.</a:t>
            </a:r>
          </a:p>
          <a:p>
            <a:pPr algn="l">
              <a:spcAft>
                <a:spcPts val="7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한쪽이 일방적으로 지시하는 구조가 되지 않게 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5450000"/>
            <a:ext cx="76000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A741"/>
                </a:solidFill>
                <a:latin typeface="Arimo Bold"/>
                <a:ea typeface="맑은 고딕"/>
              </a:rPr>
              <a:t>원칙 3.   언어화 강제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0" y="5980000"/>
            <a:ext cx="73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단서를 화면으로 보여줄 수 없고 말로 설명해야만 전달되도록,</a:t>
            </a:r>
          </a:p>
          <a:p>
            <a:pPr algn="l">
              <a:spcAft>
                <a:spcPts val="7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색·순서·박자·개수처럼 언어로 옮겨야 하는 정보만 사용한다.</a:t>
            </a:r>
          </a:p>
          <a:p>
            <a:pPr algn="l">
              <a:spcAft>
                <a:spcPts val="7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이 과정 자체가 본 콘텐츠가 목표하는 소통이다.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0000" y="1950000"/>
            <a:ext cx="76000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A741"/>
                </a:solidFill>
                <a:latin typeface="Arimo Bold"/>
                <a:ea typeface="맑은 고딕"/>
              </a:rPr>
              <a:t>적용 결과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550000" y="2480000"/>
          <a:ext cx="7600000" cy="4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00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구역</a:t>
                      </a:r>
                    </a:p>
                  </a:txBody>
                  <a:tcPr marL="72000" marR="72000" marT="36000" marB="36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1P가 가진 것</a:t>
                      </a:r>
                    </a:p>
                  </a:txBody>
                  <a:tcPr marL="72000" marR="72000" marT="36000" marB="36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2P가 가진 것</a:t>
                      </a:r>
                    </a:p>
                  </a:txBody>
                  <a:tcPr marL="72000" marR="72000" marT="36000" marB="36000"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2구역
서점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라디오 박자 (♪♪♪ … ♪♪)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「ALICE」 쪽지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endParaRPr/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→ 2P가 문을 5번 노크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→ 1P가 책을 철자 순서로 정렬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3구역
식료품점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네 가지 색 과일의 개수 (1223)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남매가 음식을 나눠 먹는 그림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endParaRPr/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→ 2P가 4색 자물쇠를 해제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→ 1P가 해당 메뉴를 조리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9550000" y="7000000"/>
            <a:ext cx="76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FFA741"/>
                </a:solidFill>
                <a:latin typeface="Arimo Bold"/>
                <a:ea typeface="맑은 고딕"/>
              </a:rPr>
              <a:t>레퍼런스   </a:t>
            </a: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We Were Here Too (Total Mayhem Games, 2018)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FFFFF"/>
                </a:solidFill>
                <a:latin typeface="Arimo"/>
                <a:ea typeface="맑은 고딕"/>
              </a:rPr>
              <a:t>두 플레이어가 서로 다른 공간에서 무전으로만 정보를 주고받는 구조를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FFFFF"/>
                </a:solidFill>
                <a:latin typeface="Arimo"/>
                <a:ea typeface="맑은 고딕"/>
              </a:rPr>
              <a:t>참고했다. 본 기획에서는 「마법의 소라고둥」이 그 역할을 맡아,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FFFFF"/>
                </a:solidFill>
                <a:latin typeface="Arimo"/>
                <a:ea typeface="맑은 고딕"/>
              </a:rPr>
              <a:t>세계관을 해치지 않으면서 같은 경험을 만든다.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2496026" y="2392680"/>
            <a:ext cx="4140517" cy="1246509"/>
            <a:chOff x="0" y="0"/>
            <a:chExt cx="5520690" cy="166201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5520690" cy="1662012"/>
              <a:chOff x="0" y="0"/>
              <a:chExt cx="1455012" cy="43803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455012" cy="438034"/>
              </a:xfrm>
              <a:custGeom>
                <a:avLst/>
                <a:gdLst/>
                <a:ahLst/>
                <a:cxnLst/>
                <a:rect l="l" t="t" r="r" b="b"/>
                <a:pathLst>
                  <a:path w="1455012" h="438034">
                    <a:moveTo>
                      <a:pt x="0" y="0"/>
                    </a:moveTo>
                    <a:lnTo>
                      <a:pt x="1455012" y="0"/>
                    </a:lnTo>
                    <a:lnTo>
                      <a:pt x="1455012" y="438034"/>
                    </a:lnTo>
                    <a:lnTo>
                      <a:pt x="0" y="438034"/>
                    </a:lnTo>
                    <a:close/>
                  </a:path>
                </a:pathLst>
              </a:custGeom>
              <a:solidFill>
                <a:srgbClr val="333333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0"/>
                <a:ext cx="1455012" cy="438034"/>
              </a:xfrm>
              <a:prstGeom prst="rect">
                <a:avLst/>
              </a:prstGeom>
            </p:spPr>
            <p:txBody>
              <a:bodyPr lIns="47040" tIns="47040" rIns="47040" bIns="47040" rtlCol="0" anchor="ctr"/>
              <a:lstStyle/>
              <a:p>
                <a:pPr algn="ctr">
                  <a:lnSpc>
                    <a:spcPts val="2399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>
              <a:grpSpLocks noChangeAspect="1"/>
            </p:cNvGrpSpPr>
            <p:nvPr/>
          </p:nvGrpSpPr>
          <p:grpSpPr>
            <a:xfrm>
              <a:off x="0" y="13126"/>
              <a:ext cx="5520690" cy="1635760"/>
              <a:chOff x="0" y="0"/>
              <a:chExt cx="7200900" cy="2133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200900" cy="2133600"/>
              </a:xfrm>
              <a:custGeom>
                <a:avLst/>
                <a:gdLst/>
                <a:ahLst/>
                <a:cxnLst/>
                <a:rect l="l" t="t" r="r" b="b"/>
                <a:pathLst>
                  <a:path w="7200900" h="2133600">
                    <a:moveTo>
                      <a:pt x="0" y="0"/>
                    </a:moveTo>
                    <a:lnTo>
                      <a:pt x="7200900" y="0"/>
                    </a:lnTo>
                    <a:lnTo>
                      <a:pt x="7200900" y="2133600"/>
                    </a:lnTo>
                    <a:lnTo>
                      <a:pt x="0" y="213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527651" y="571904"/>
              <a:ext cx="4465387" cy="508679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978"/>
                </a:lnSpc>
              </a:pPr>
              <a:r>
                <a:rPr lang="en-US" sz="2482" b="1">
                  <a:solidFill>
                    <a:srgbClr val="FFFFFF"/>
                  </a:solidFill>
                  <a:latin typeface="Arimo Bold"/>
                  <a:ea typeface="맑은 고딕"/>
                  <a:cs typeface="Arimo Bold"/>
                  <a:sym typeface="Arimo Bold"/>
                </a:rPr>
                <a:t>1P (파티장)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649075" y="2392680"/>
            <a:ext cx="4140517" cy="1246509"/>
            <a:chOff x="0" y="0"/>
            <a:chExt cx="5520690" cy="1662012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5520690" cy="1662012"/>
              <a:chOff x="0" y="0"/>
              <a:chExt cx="1455012" cy="43803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455012" cy="438034"/>
              </a:xfrm>
              <a:custGeom>
                <a:avLst/>
                <a:gdLst/>
                <a:ahLst/>
                <a:cxnLst/>
                <a:rect l="l" t="t" r="r" b="b"/>
                <a:pathLst>
                  <a:path w="1455012" h="438034">
                    <a:moveTo>
                      <a:pt x="0" y="0"/>
                    </a:moveTo>
                    <a:lnTo>
                      <a:pt x="1455012" y="0"/>
                    </a:lnTo>
                    <a:lnTo>
                      <a:pt x="1455012" y="438034"/>
                    </a:lnTo>
                    <a:lnTo>
                      <a:pt x="0" y="438034"/>
                    </a:lnTo>
                    <a:close/>
                  </a:path>
                </a:pathLst>
              </a:custGeom>
              <a:solidFill>
                <a:srgbClr val="333333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0"/>
                <a:ext cx="1455012" cy="438034"/>
              </a:xfrm>
              <a:prstGeom prst="rect">
                <a:avLst/>
              </a:prstGeom>
            </p:spPr>
            <p:txBody>
              <a:bodyPr lIns="47040" tIns="47040" rIns="47040" bIns="47040" rtlCol="0" anchor="ctr"/>
              <a:lstStyle/>
              <a:p>
                <a:pPr algn="ctr">
                  <a:lnSpc>
                    <a:spcPts val="2399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>
              <a:grpSpLocks noChangeAspect="1"/>
            </p:cNvGrpSpPr>
            <p:nvPr/>
          </p:nvGrpSpPr>
          <p:grpSpPr>
            <a:xfrm>
              <a:off x="0" y="13126"/>
              <a:ext cx="5520690" cy="1635760"/>
              <a:chOff x="0" y="0"/>
              <a:chExt cx="7200900" cy="21336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7200900" cy="2133600"/>
              </a:xfrm>
              <a:custGeom>
                <a:avLst/>
                <a:gdLst/>
                <a:ahLst/>
                <a:cxnLst/>
                <a:rect l="l" t="t" r="r" b="b"/>
                <a:pathLst>
                  <a:path w="7200900" h="2133600">
                    <a:moveTo>
                      <a:pt x="0" y="0"/>
                    </a:moveTo>
                    <a:lnTo>
                      <a:pt x="7200900" y="0"/>
                    </a:lnTo>
                    <a:lnTo>
                      <a:pt x="7200900" y="2133600"/>
                    </a:lnTo>
                    <a:lnTo>
                      <a:pt x="0" y="213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527651" y="571904"/>
              <a:ext cx="4465387" cy="508679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978"/>
                </a:lnSpc>
              </a:pPr>
              <a:r>
                <a:rPr lang="en-US" sz="2482" b="1">
                  <a:solidFill>
                    <a:srgbClr val="FFFFFF"/>
                  </a:solidFill>
                  <a:latin typeface="Arimo Bold"/>
                  <a:ea typeface="맑은 고딕"/>
                  <a:cs typeface="Arimo Bold"/>
                  <a:sym typeface="Arimo Bold"/>
                </a:rPr>
                <a:t>2P (파티원)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9144000" y="2335955"/>
            <a:ext cx="0" cy="6492240"/>
          </a:xfrm>
          <a:prstGeom prst="line">
            <a:avLst/>
          </a:prstGeom>
          <a:ln w="38100" cap="flat">
            <a:solidFill>
              <a:srgbClr val="66666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2496026" y="5633773"/>
            <a:ext cx="4140518" cy="2899461"/>
          </a:xfrm>
          <a:custGeom>
            <a:avLst/>
            <a:gdLst/>
            <a:ahLst/>
            <a:cxnLst/>
            <a:rect l="l" t="t" r="r" b="b"/>
            <a:pathLst>
              <a:path w="4140518" h="2899461">
                <a:moveTo>
                  <a:pt x="0" y="0"/>
                </a:moveTo>
                <a:lnTo>
                  <a:pt x="4140518" y="0"/>
                </a:lnTo>
                <a:lnTo>
                  <a:pt x="4140518" y="2899461"/>
                </a:lnTo>
                <a:lnTo>
                  <a:pt x="0" y="28994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9" name="Group 19"/>
          <p:cNvGrpSpPr/>
          <p:nvPr/>
        </p:nvGrpSpPr>
        <p:grpSpPr>
          <a:xfrm>
            <a:off x="2307765" y="6289964"/>
            <a:ext cx="883229" cy="883229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ln w="66675" cap="rnd">
              <a:solidFill>
                <a:srgbClr val="0DB376"/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651322" y="5448746"/>
            <a:ext cx="883229" cy="883229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ln w="66675" cap="rnd">
              <a:solidFill>
                <a:srgbClr val="FFA741"/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0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 rot="-10800000">
            <a:off x="11649075" y="5633773"/>
            <a:ext cx="4140518" cy="2741694"/>
          </a:xfrm>
          <a:custGeom>
            <a:avLst/>
            <a:gdLst/>
            <a:ahLst/>
            <a:cxnLst/>
            <a:rect l="l" t="t" r="r" b="b"/>
            <a:pathLst>
              <a:path w="4140518" h="2741694">
                <a:moveTo>
                  <a:pt x="0" y="0"/>
                </a:moveTo>
                <a:lnTo>
                  <a:pt x="4140518" y="0"/>
                </a:lnTo>
                <a:lnTo>
                  <a:pt x="4140518" y="2741694"/>
                </a:lnTo>
                <a:lnTo>
                  <a:pt x="0" y="27416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6" name="TextBox 26"/>
          <p:cNvSpPr txBox="1"/>
          <p:nvPr/>
        </p:nvSpPr>
        <p:spPr>
          <a:xfrm>
            <a:off x="11649075" y="8623387"/>
            <a:ext cx="4140518" cy="31251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410"/>
              </a:lnSpc>
            </a:pPr>
            <a:r>
              <a:rPr lang="en-US" sz="2009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서점B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1451262" y="7215204"/>
            <a:ext cx="883229" cy="883229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ln w="66675" cap="rnd">
              <a:solidFill>
                <a:srgbClr val="0DB376"/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0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451262" y="6331975"/>
            <a:ext cx="883229" cy="883229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ln w="66675" cap="rnd">
              <a:solidFill>
                <a:srgbClr val="FFA741"/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0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924261" y="3773081"/>
            <a:ext cx="1414944" cy="1414944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51375" t="-3728" r="-44339"/>
              </a:stretch>
            </a:blipFill>
            <a:ln w="76200" cap="sq">
              <a:solidFill>
                <a:srgbClr val="FFA741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517890" y="7953780"/>
            <a:ext cx="1358265" cy="1358265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77903" t="-8051" r="-64195" b="-20260"/>
              </a:stretch>
            </a:blipFill>
            <a:ln w="76200" cap="sq">
              <a:solidFill>
                <a:srgbClr val="0DB376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919355" y="3582464"/>
            <a:ext cx="1357870" cy="1357870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-41503" r="-47176"/>
              </a:stretch>
            </a:blipFill>
            <a:ln w="76200" cap="sq">
              <a:solidFill>
                <a:srgbClr val="FFA741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39" name="AutoShape 39"/>
          <p:cNvSpPr/>
          <p:nvPr/>
        </p:nvSpPr>
        <p:spPr>
          <a:xfrm flipV="1">
            <a:off x="5092937" y="4261399"/>
            <a:ext cx="1826418" cy="1187347"/>
          </a:xfrm>
          <a:prstGeom prst="line">
            <a:avLst/>
          </a:prstGeom>
          <a:ln w="76200" cap="flat">
            <a:solidFill>
              <a:srgbClr val="FFA741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/>
          </a:p>
        </p:txBody>
      </p:sp>
      <p:sp>
        <p:nvSpPr>
          <p:cNvPr id="40" name="AutoShape 40"/>
          <p:cNvSpPr/>
          <p:nvPr/>
        </p:nvSpPr>
        <p:spPr>
          <a:xfrm flipH="1" flipV="1">
            <a:off x="11339205" y="4480553"/>
            <a:ext cx="787884" cy="1918577"/>
          </a:xfrm>
          <a:prstGeom prst="line">
            <a:avLst/>
          </a:prstGeom>
          <a:ln w="76200" cap="flat">
            <a:solidFill>
              <a:srgbClr val="FFA741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/>
          </a:p>
        </p:txBody>
      </p:sp>
      <p:sp>
        <p:nvSpPr>
          <p:cNvPr id="41" name="AutoShape 41"/>
          <p:cNvSpPr/>
          <p:nvPr/>
        </p:nvSpPr>
        <p:spPr>
          <a:xfrm flipH="1">
            <a:off x="10876155" y="8098434"/>
            <a:ext cx="1016722" cy="534479"/>
          </a:xfrm>
          <a:prstGeom prst="line">
            <a:avLst/>
          </a:prstGeom>
          <a:ln w="76200" cap="flat">
            <a:solidFill>
              <a:srgbClr val="0DB376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/>
          </a:p>
        </p:txBody>
      </p:sp>
      <p:sp>
        <p:nvSpPr>
          <p:cNvPr id="42" name="AutoShape 42"/>
          <p:cNvSpPr/>
          <p:nvPr/>
        </p:nvSpPr>
        <p:spPr>
          <a:xfrm flipH="1">
            <a:off x="1373146" y="6731579"/>
            <a:ext cx="934619" cy="1366854"/>
          </a:xfrm>
          <a:prstGeom prst="line">
            <a:avLst/>
          </a:prstGeom>
          <a:ln w="76200" cap="flat">
            <a:solidFill>
              <a:srgbClr val="0DB376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/>
          </a:p>
        </p:txBody>
      </p:sp>
      <p:grpSp>
        <p:nvGrpSpPr>
          <p:cNvPr id="43" name="Group 43"/>
          <p:cNvGrpSpPr/>
          <p:nvPr/>
        </p:nvGrpSpPr>
        <p:grpSpPr>
          <a:xfrm>
            <a:off x="694014" y="8098434"/>
            <a:ext cx="1358265" cy="1358265"/>
            <a:chOff x="0" y="0"/>
            <a:chExt cx="812800" cy="812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-4066" r="-6865" b="-7838"/>
              </a:stretch>
            </a:blipFill>
            <a:ln w="76200" cap="sq">
              <a:solidFill>
                <a:srgbClr val="0DB376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2496026" y="8623387"/>
            <a:ext cx="4140518" cy="31251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410"/>
              </a:lnSpc>
            </a:pPr>
            <a:r>
              <a:rPr lang="en-US" sz="2009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서점A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615440" y="555672"/>
            <a:ext cx="3246120" cy="4762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Arimo Bold"/>
                <a:ea typeface="맑은 고딕"/>
                <a:cs typeface="Arimo Bold"/>
                <a:sym typeface="Arimo Bold"/>
              </a:rPr>
              <a:t>2구역 - 서점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444407" y="5030783"/>
            <a:ext cx="2307765" cy="31251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410"/>
              </a:lnSpc>
            </a:pPr>
            <a:r>
              <a:rPr lang="en-US" sz="2009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순서에 맞게 정렬하기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370590" y="5269559"/>
            <a:ext cx="2522287" cy="31251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410"/>
              </a:lnSpc>
            </a:pPr>
            <a:r>
              <a:rPr lang="en-US" sz="2009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쪽지 속 순서 알아내기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19264" y="9536691"/>
            <a:ext cx="2307765" cy="31251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410"/>
              </a:lnSpc>
            </a:pPr>
            <a:r>
              <a:rPr lang="en-US" sz="2009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박자 알아내기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043140" y="9397770"/>
            <a:ext cx="2307765" cy="31251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410"/>
              </a:lnSpc>
            </a:pPr>
            <a:r>
              <a:rPr lang="en-US" sz="2009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박자에 맞춰 노크하기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94014" y="1554543"/>
            <a:ext cx="16899972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플레이어가 있는 각 공간에 협동 퍼즐을 배치함으로서 플레이어 사이의 소통을 유발하고, 이를 통해 협력의 재미를 제공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2496026" y="2392940"/>
            <a:ext cx="4140517" cy="1246509"/>
            <a:chOff x="0" y="0"/>
            <a:chExt cx="5520690" cy="166201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5520690" cy="1662012"/>
              <a:chOff x="0" y="0"/>
              <a:chExt cx="1455012" cy="43803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455012" cy="438034"/>
              </a:xfrm>
              <a:custGeom>
                <a:avLst/>
                <a:gdLst/>
                <a:ahLst/>
                <a:cxnLst/>
                <a:rect l="l" t="t" r="r" b="b"/>
                <a:pathLst>
                  <a:path w="1455012" h="438034">
                    <a:moveTo>
                      <a:pt x="0" y="0"/>
                    </a:moveTo>
                    <a:lnTo>
                      <a:pt x="1455012" y="0"/>
                    </a:lnTo>
                    <a:lnTo>
                      <a:pt x="1455012" y="438034"/>
                    </a:lnTo>
                    <a:lnTo>
                      <a:pt x="0" y="438034"/>
                    </a:lnTo>
                    <a:close/>
                  </a:path>
                </a:pathLst>
              </a:custGeom>
              <a:solidFill>
                <a:srgbClr val="333333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0"/>
                <a:ext cx="1455012" cy="438034"/>
              </a:xfrm>
              <a:prstGeom prst="rect">
                <a:avLst/>
              </a:prstGeom>
            </p:spPr>
            <p:txBody>
              <a:bodyPr lIns="47040" tIns="47040" rIns="47040" bIns="47040" rtlCol="0" anchor="ctr"/>
              <a:lstStyle/>
              <a:p>
                <a:pPr algn="ctr">
                  <a:lnSpc>
                    <a:spcPts val="2399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>
              <a:grpSpLocks noChangeAspect="1"/>
            </p:cNvGrpSpPr>
            <p:nvPr/>
          </p:nvGrpSpPr>
          <p:grpSpPr>
            <a:xfrm>
              <a:off x="0" y="13126"/>
              <a:ext cx="5520690" cy="1635760"/>
              <a:chOff x="0" y="0"/>
              <a:chExt cx="7200900" cy="2133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200900" cy="2133600"/>
              </a:xfrm>
              <a:custGeom>
                <a:avLst/>
                <a:gdLst/>
                <a:ahLst/>
                <a:cxnLst/>
                <a:rect l="l" t="t" r="r" b="b"/>
                <a:pathLst>
                  <a:path w="7200900" h="2133600">
                    <a:moveTo>
                      <a:pt x="0" y="0"/>
                    </a:moveTo>
                    <a:lnTo>
                      <a:pt x="7200900" y="0"/>
                    </a:lnTo>
                    <a:lnTo>
                      <a:pt x="7200900" y="2133600"/>
                    </a:lnTo>
                    <a:lnTo>
                      <a:pt x="0" y="213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527651" y="571904"/>
              <a:ext cx="4465387" cy="508679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978"/>
                </a:lnSpc>
              </a:pPr>
              <a:r>
                <a:rPr lang="en-US" sz="2482" b="1">
                  <a:solidFill>
                    <a:srgbClr val="FFFFFF"/>
                  </a:solidFill>
                  <a:latin typeface="Arimo Bold"/>
                  <a:ea typeface="맑은 고딕"/>
                  <a:cs typeface="Arimo Bold"/>
                  <a:sym typeface="Arimo Bold"/>
                </a:rPr>
                <a:t>1P (파티장)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649075" y="2392940"/>
            <a:ext cx="4140517" cy="1246509"/>
            <a:chOff x="0" y="0"/>
            <a:chExt cx="5520690" cy="1662012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5520690" cy="1662012"/>
              <a:chOff x="0" y="0"/>
              <a:chExt cx="1455012" cy="43803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455012" cy="438034"/>
              </a:xfrm>
              <a:custGeom>
                <a:avLst/>
                <a:gdLst/>
                <a:ahLst/>
                <a:cxnLst/>
                <a:rect l="l" t="t" r="r" b="b"/>
                <a:pathLst>
                  <a:path w="1455012" h="438034">
                    <a:moveTo>
                      <a:pt x="0" y="0"/>
                    </a:moveTo>
                    <a:lnTo>
                      <a:pt x="1455012" y="0"/>
                    </a:lnTo>
                    <a:lnTo>
                      <a:pt x="1455012" y="438034"/>
                    </a:lnTo>
                    <a:lnTo>
                      <a:pt x="0" y="438034"/>
                    </a:lnTo>
                    <a:close/>
                  </a:path>
                </a:pathLst>
              </a:custGeom>
              <a:solidFill>
                <a:srgbClr val="333333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0"/>
                <a:ext cx="1455012" cy="438034"/>
              </a:xfrm>
              <a:prstGeom prst="rect">
                <a:avLst/>
              </a:prstGeom>
            </p:spPr>
            <p:txBody>
              <a:bodyPr lIns="47040" tIns="47040" rIns="47040" bIns="47040" rtlCol="0" anchor="ctr"/>
              <a:lstStyle/>
              <a:p>
                <a:pPr algn="ctr">
                  <a:lnSpc>
                    <a:spcPts val="2399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>
              <a:grpSpLocks noChangeAspect="1"/>
            </p:cNvGrpSpPr>
            <p:nvPr/>
          </p:nvGrpSpPr>
          <p:grpSpPr>
            <a:xfrm>
              <a:off x="0" y="13126"/>
              <a:ext cx="5520690" cy="1635760"/>
              <a:chOff x="0" y="0"/>
              <a:chExt cx="7200900" cy="21336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7200900" cy="2133600"/>
              </a:xfrm>
              <a:custGeom>
                <a:avLst/>
                <a:gdLst/>
                <a:ahLst/>
                <a:cxnLst/>
                <a:rect l="l" t="t" r="r" b="b"/>
                <a:pathLst>
                  <a:path w="7200900" h="2133600">
                    <a:moveTo>
                      <a:pt x="0" y="0"/>
                    </a:moveTo>
                    <a:lnTo>
                      <a:pt x="7200900" y="0"/>
                    </a:lnTo>
                    <a:lnTo>
                      <a:pt x="7200900" y="2133600"/>
                    </a:lnTo>
                    <a:lnTo>
                      <a:pt x="0" y="213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527651" y="571904"/>
              <a:ext cx="4465387" cy="508679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978"/>
                </a:lnSpc>
              </a:pPr>
              <a:r>
                <a:rPr lang="en-US" sz="2482" b="1">
                  <a:solidFill>
                    <a:srgbClr val="FFFFFF"/>
                  </a:solidFill>
                  <a:latin typeface="Arimo Bold"/>
                  <a:ea typeface="맑은 고딕"/>
                  <a:cs typeface="Arimo Bold"/>
                  <a:sym typeface="Arimo Bold"/>
                </a:rPr>
                <a:t>2P (파티원)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496026" y="5713610"/>
            <a:ext cx="4140517" cy="2811591"/>
            <a:chOff x="0" y="0"/>
            <a:chExt cx="5520690" cy="3748788"/>
          </a:xfrm>
        </p:grpSpPr>
        <p:sp>
          <p:nvSpPr>
            <p:cNvPr id="18" name="Freeform 18"/>
            <p:cNvSpPr/>
            <p:nvPr/>
          </p:nvSpPr>
          <p:spPr>
            <a:xfrm>
              <a:off x="795413" y="0"/>
              <a:ext cx="3929864" cy="3224149"/>
            </a:xfrm>
            <a:custGeom>
              <a:avLst/>
              <a:gdLst/>
              <a:ahLst/>
              <a:cxnLst/>
              <a:rect l="l" t="t" r="r" b="b"/>
              <a:pathLst>
                <a:path w="3929864" h="3224149">
                  <a:moveTo>
                    <a:pt x="0" y="0"/>
                  </a:moveTo>
                  <a:lnTo>
                    <a:pt x="3929864" y="0"/>
                  </a:lnTo>
                  <a:lnTo>
                    <a:pt x="3929864" y="3224149"/>
                  </a:lnTo>
                  <a:lnTo>
                    <a:pt x="0" y="32241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3335276"/>
              <a:ext cx="5520690" cy="413513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410"/>
                </a:lnSpc>
              </a:pPr>
              <a:r>
                <a:rPr lang="en-US" sz="2009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식료품점A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649075" y="5713610"/>
            <a:ext cx="4140517" cy="2811591"/>
            <a:chOff x="0" y="0"/>
            <a:chExt cx="5520690" cy="374878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492604" cy="2872087"/>
            </a:xfrm>
            <a:custGeom>
              <a:avLst/>
              <a:gdLst/>
              <a:ahLst/>
              <a:cxnLst/>
              <a:rect l="l" t="t" r="r" b="b"/>
              <a:pathLst>
                <a:path w="5492604" h="2872087">
                  <a:moveTo>
                    <a:pt x="0" y="0"/>
                  </a:moveTo>
                  <a:lnTo>
                    <a:pt x="5492604" y="0"/>
                  </a:lnTo>
                  <a:lnTo>
                    <a:pt x="5492604" y="2872087"/>
                  </a:lnTo>
                  <a:lnTo>
                    <a:pt x="0" y="2872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3335276"/>
              <a:ext cx="5520690" cy="413513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410"/>
                </a:lnSpc>
              </a:pPr>
              <a:r>
                <a:rPr lang="en-US" sz="2009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식료품점B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>
            <a:off x="9144000" y="2392940"/>
            <a:ext cx="0" cy="6492240"/>
          </a:xfrm>
          <a:prstGeom prst="line">
            <a:avLst/>
          </a:prstGeom>
          <a:ln w="38100" cap="flat">
            <a:solidFill>
              <a:srgbClr val="66666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24" name="Group 24"/>
          <p:cNvGrpSpPr/>
          <p:nvPr/>
        </p:nvGrpSpPr>
        <p:grpSpPr>
          <a:xfrm>
            <a:off x="2951331" y="6081655"/>
            <a:ext cx="883229" cy="883229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ln w="66675" cap="rnd">
              <a:solidFill>
                <a:srgbClr val="0DB376"/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403271" y="6456115"/>
            <a:ext cx="883229" cy="883229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ln w="66675" cap="rnd">
              <a:solidFill>
                <a:srgbClr val="FFA741"/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0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4465722" y="7160876"/>
            <a:ext cx="883229" cy="883229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ln w="66675" cap="rnd">
              <a:solidFill>
                <a:srgbClr val="0DB376"/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0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722803" y="6456115"/>
            <a:ext cx="883229" cy="883229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ln w="66675" cap="rnd">
              <a:solidFill>
                <a:srgbClr val="FFA741"/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0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861448" y="3844041"/>
            <a:ext cx="1414944" cy="1414944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368262" t="-81136" r="-346913" b="-250907"/>
              </a:stretch>
            </a:blipFill>
            <a:ln w="76200" cap="sq">
              <a:solidFill>
                <a:srgbClr val="FFA741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969943" y="8356960"/>
            <a:ext cx="1358265" cy="1358265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67627" t="-24898" r="-68030"/>
              </a:stretch>
            </a:blipFill>
            <a:ln w="76200" cap="sq">
              <a:solidFill>
                <a:srgbClr val="0DB376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761448" y="4090786"/>
            <a:ext cx="1357870" cy="1357870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-44339" r="-44339"/>
              </a:stretch>
            </a:blipFill>
            <a:ln w="76200" cap="sq">
              <a:solidFill>
                <a:srgbClr val="FFA741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42" name="AutoShape 42"/>
          <p:cNvSpPr/>
          <p:nvPr/>
        </p:nvSpPr>
        <p:spPr>
          <a:xfrm flipV="1">
            <a:off x="5844885" y="4769721"/>
            <a:ext cx="916562" cy="1686393"/>
          </a:xfrm>
          <a:prstGeom prst="line">
            <a:avLst/>
          </a:prstGeom>
          <a:ln w="76200" cap="flat">
            <a:solidFill>
              <a:srgbClr val="FFA741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/>
          </a:p>
        </p:txBody>
      </p:sp>
      <p:sp>
        <p:nvSpPr>
          <p:cNvPr id="43" name="AutoShape 43"/>
          <p:cNvSpPr/>
          <p:nvPr/>
        </p:nvSpPr>
        <p:spPr>
          <a:xfrm flipH="1" flipV="1">
            <a:off x="12276392" y="4551513"/>
            <a:ext cx="1122238" cy="1971757"/>
          </a:xfrm>
          <a:prstGeom prst="line">
            <a:avLst/>
          </a:prstGeom>
          <a:ln w="76200" cap="flat">
            <a:solidFill>
              <a:srgbClr val="FFA741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/>
          </a:p>
        </p:txBody>
      </p:sp>
      <p:sp>
        <p:nvSpPr>
          <p:cNvPr id="44" name="AutoShape 44"/>
          <p:cNvSpPr/>
          <p:nvPr/>
        </p:nvSpPr>
        <p:spPr>
          <a:xfrm flipH="1">
            <a:off x="12328207" y="8044106"/>
            <a:ext cx="2579129" cy="991986"/>
          </a:xfrm>
          <a:prstGeom prst="line">
            <a:avLst/>
          </a:prstGeom>
          <a:ln w="76200" cap="flat">
            <a:solidFill>
              <a:srgbClr val="0DB376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/>
          </a:p>
        </p:txBody>
      </p:sp>
      <p:sp>
        <p:nvSpPr>
          <p:cNvPr id="45" name="AutoShape 45"/>
          <p:cNvSpPr/>
          <p:nvPr/>
        </p:nvSpPr>
        <p:spPr>
          <a:xfrm flipH="1">
            <a:off x="1628633" y="6523270"/>
            <a:ext cx="1322698" cy="1790486"/>
          </a:xfrm>
          <a:prstGeom prst="line">
            <a:avLst/>
          </a:prstGeom>
          <a:ln w="76200" cap="flat">
            <a:solidFill>
              <a:srgbClr val="0DB376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/>
          </a:p>
        </p:txBody>
      </p:sp>
      <p:grpSp>
        <p:nvGrpSpPr>
          <p:cNvPr id="46" name="Group 46"/>
          <p:cNvGrpSpPr/>
          <p:nvPr/>
        </p:nvGrpSpPr>
        <p:grpSpPr>
          <a:xfrm>
            <a:off x="949500" y="8313755"/>
            <a:ext cx="1358265" cy="1358265"/>
            <a:chOff x="0" y="0"/>
            <a:chExt cx="812800" cy="8128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-86456" r="-58202" b="-29669"/>
              </a:stretch>
            </a:blipFill>
            <a:ln w="76200" cap="sq">
              <a:solidFill>
                <a:srgbClr val="0DB376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615440" y="555672"/>
            <a:ext cx="3246120" cy="4762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Arimo Bold"/>
                <a:ea typeface="맑은 고딕"/>
                <a:cs typeface="Arimo Bold"/>
                <a:sym typeface="Arimo Bold"/>
              </a:rPr>
              <a:t>3구역 - 식료품점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74750" y="9753325"/>
            <a:ext cx="2307765" cy="31251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410"/>
              </a:lnSpc>
            </a:pPr>
            <a:r>
              <a:rPr lang="en-US" sz="2009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음식 개수 맞추기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495192" y="9800950"/>
            <a:ext cx="2307765" cy="31251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410"/>
              </a:lnSpc>
            </a:pPr>
            <a:r>
              <a:rPr lang="en-US" sz="2009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비밀번호 맞추기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286500" y="5542657"/>
            <a:ext cx="2307765" cy="31251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410"/>
              </a:lnSpc>
            </a:pPr>
            <a:r>
              <a:rPr lang="en-US" sz="2009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알맞은 요리하기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415038" y="5305844"/>
            <a:ext cx="2307765" cy="31251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410"/>
              </a:lnSpc>
            </a:pPr>
            <a:r>
              <a:rPr lang="en-US" sz="2009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사진 속 음식 찾기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94014" y="1554543"/>
            <a:ext cx="16899972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플레이어가 있는 각 공간에 협동 퍼즐을 배치함으로서 플레이어 사이의 소통을 유발하고, 이를 통해 협력의 재미를 제공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2497217" y="1486274"/>
            <a:ext cx="4140517" cy="1246509"/>
            <a:chOff x="0" y="0"/>
            <a:chExt cx="5520690" cy="166201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5520690" cy="1662012"/>
              <a:chOff x="0" y="0"/>
              <a:chExt cx="1455012" cy="43803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455012" cy="438034"/>
              </a:xfrm>
              <a:custGeom>
                <a:avLst/>
                <a:gdLst/>
                <a:ahLst/>
                <a:cxnLst/>
                <a:rect l="l" t="t" r="r" b="b"/>
                <a:pathLst>
                  <a:path w="1455012" h="438034">
                    <a:moveTo>
                      <a:pt x="0" y="0"/>
                    </a:moveTo>
                    <a:lnTo>
                      <a:pt x="1455012" y="0"/>
                    </a:lnTo>
                    <a:lnTo>
                      <a:pt x="1455012" y="438034"/>
                    </a:lnTo>
                    <a:lnTo>
                      <a:pt x="0" y="438034"/>
                    </a:lnTo>
                    <a:close/>
                  </a:path>
                </a:pathLst>
              </a:custGeom>
              <a:solidFill>
                <a:srgbClr val="333333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0"/>
                <a:ext cx="1455012" cy="438034"/>
              </a:xfrm>
              <a:prstGeom prst="rect">
                <a:avLst/>
              </a:prstGeom>
            </p:spPr>
            <p:txBody>
              <a:bodyPr lIns="47040" tIns="47040" rIns="47040" bIns="47040" rtlCol="0" anchor="ctr"/>
              <a:lstStyle/>
              <a:p>
                <a:pPr algn="ctr">
                  <a:lnSpc>
                    <a:spcPts val="2399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>
              <a:grpSpLocks noChangeAspect="1"/>
            </p:cNvGrpSpPr>
            <p:nvPr/>
          </p:nvGrpSpPr>
          <p:grpSpPr>
            <a:xfrm>
              <a:off x="0" y="13126"/>
              <a:ext cx="5520690" cy="1635760"/>
              <a:chOff x="0" y="0"/>
              <a:chExt cx="7200900" cy="2133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200900" cy="2133600"/>
              </a:xfrm>
              <a:custGeom>
                <a:avLst/>
                <a:gdLst/>
                <a:ahLst/>
                <a:cxnLst/>
                <a:rect l="l" t="t" r="r" b="b"/>
                <a:pathLst>
                  <a:path w="7200900" h="2133600">
                    <a:moveTo>
                      <a:pt x="0" y="0"/>
                    </a:moveTo>
                    <a:lnTo>
                      <a:pt x="7200900" y="0"/>
                    </a:lnTo>
                    <a:lnTo>
                      <a:pt x="7200900" y="2133600"/>
                    </a:lnTo>
                    <a:lnTo>
                      <a:pt x="0" y="213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527651" y="571904"/>
              <a:ext cx="4465387" cy="508679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978"/>
                </a:lnSpc>
              </a:pPr>
              <a:r>
                <a:rPr lang="en-US" sz="2482" b="1">
                  <a:solidFill>
                    <a:srgbClr val="FFFFFF"/>
                  </a:solidFill>
                  <a:latin typeface="Arimo Bold"/>
                  <a:ea typeface="맑은 고딕"/>
                  <a:cs typeface="Arimo Bold"/>
                  <a:sym typeface="Arimo Bold"/>
                </a:rPr>
                <a:t>1P (파티장)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650266" y="1486274"/>
            <a:ext cx="4140517" cy="1246509"/>
            <a:chOff x="0" y="0"/>
            <a:chExt cx="5520690" cy="1662012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5520690" cy="1662012"/>
              <a:chOff x="0" y="0"/>
              <a:chExt cx="1455012" cy="43803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455012" cy="438034"/>
              </a:xfrm>
              <a:custGeom>
                <a:avLst/>
                <a:gdLst/>
                <a:ahLst/>
                <a:cxnLst/>
                <a:rect l="l" t="t" r="r" b="b"/>
                <a:pathLst>
                  <a:path w="1455012" h="438034">
                    <a:moveTo>
                      <a:pt x="0" y="0"/>
                    </a:moveTo>
                    <a:lnTo>
                      <a:pt x="1455012" y="0"/>
                    </a:lnTo>
                    <a:lnTo>
                      <a:pt x="1455012" y="438034"/>
                    </a:lnTo>
                    <a:lnTo>
                      <a:pt x="0" y="438034"/>
                    </a:lnTo>
                    <a:close/>
                  </a:path>
                </a:pathLst>
              </a:custGeom>
              <a:solidFill>
                <a:srgbClr val="333333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0"/>
                <a:ext cx="1455012" cy="438034"/>
              </a:xfrm>
              <a:prstGeom prst="rect">
                <a:avLst/>
              </a:prstGeom>
            </p:spPr>
            <p:txBody>
              <a:bodyPr lIns="47040" tIns="47040" rIns="47040" bIns="47040" rtlCol="0" anchor="ctr"/>
              <a:lstStyle/>
              <a:p>
                <a:pPr algn="ctr">
                  <a:lnSpc>
                    <a:spcPts val="2399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>
              <a:grpSpLocks noChangeAspect="1"/>
            </p:cNvGrpSpPr>
            <p:nvPr/>
          </p:nvGrpSpPr>
          <p:grpSpPr>
            <a:xfrm>
              <a:off x="0" y="13126"/>
              <a:ext cx="5520690" cy="1635760"/>
              <a:chOff x="0" y="0"/>
              <a:chExt cx="7200900" cy="21336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7200900" cy="2133600"/>
              </a:xfrm>
              <a:custGeom>
                <a:avLst/>
                <a:gdLst/>
                <a:ahLst/>
                <a:cxnLst/>
                <a:rect l="l" t="t" r="r" b="b"/>
                <a:pathLst>
                  <a:path w="7200900" h="2133600">
                    <a:moveTo>
                      <a:pt x="0" y="0"/>
                    </a:moveTo>
                    <a:lnTo>
                      <a:pt x="7200900" y="0"/>
                    </a:lnTo>
                    <a:lnTo>
                      <a:pt x="7200900" y="2133600"/>
                    </a:lnTo>
                    <a:lnTo>
                      <a:pt x="0" y="213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527651" y="571904"/>
              <a:ext cx="4465387" cy="508679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978"/>
                </a:lnSpc>
              </a:pPr>
              <a:r>
                <a:rPr lang="en-US" sz="2482" b="1">
                  <a:solidFill>
                    <a:srgbClr val="FFFFFF"/>
                  </a:solidFill>
                  <a:latin typeface="Arimo Bold"/>
                  <a:ea typeface="맑은 고딕"/>
                  <a:cs typeface="Arimo Bold"/>
                  <a:sym typeface="Arimo Bold"/>
                </a:rPr>
                <a:t>2P (파티원)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9144000" y="2392940"/>
            <a:ext cx="0" cy="6492240"/>
          </a:xfrm>
          <a:prstGeom prst="line">
            <a:avLst/>
          </a:prstGeom>
          <a:ln w="38100" cap="flat">
            <a:solidFill>
              <a:srgbClr val="66666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1327547" y="3005781"/>
            <a:ext cx="6479857" cy="6479858"/>
          </a:xfrm>
          <a:custGeom>
            <a:avLst/>
            <a:gdLst/>
            <a:ahLst/>
            <a:cxnLst/>
            <a:rect l="l" t="t" r="r" b="b"/>
            <a:pathLst>
              <a:path w="6479857" h="6479858">
                <a:moveTo>
                  <a:pt x="0" y="0"/>
                </a:moveTo>
                <a:lnTo>
                  <a:pt x="6479857" y="0"/>
                </a:lnTo>
                <a:lnTo>
                  <a:pt x="6479857" y="6479858"/>
                </a:lnTo>
                <a:lnTo>
                  <a:pt x="0" y="64798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2" b="-72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10480596" y="3005781"/>
            <a:ext cx="6479857" cy="6479858"/>
          </a:xfrm>
          <a:custGeom>
            <a:avLst/>
            <a:gdLst/>
            <a:ahLst/>
            <a:cxnLst/>
            <a:rect l="l" t="t" r="r" b="b"/>
            <a:pathLst>
              <a:path w="6479857" h="6479858">
                <a:moveTo>
                  <a:pt x="0" y="0"/>
                </a:moveTo>
                <a:lnTo>
                  <a:pt x="6479857" y="0"/>
                </a:lnTo>
                <a:lnTo>
                  <a:pt x="6479857" y="6479858"/>
                </a:lnTo>
                <a:lnTo>
                  <a:pt x="0" y="64798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559" b="-1559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615440" y="555672"/>
            <a:ext cx="3246120" cy="4762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Arimo Bold"/>
                <a:ea typeface="맑은 고딕"/>
                <a:cs typeface="Arimo Bold"/>
                <a:sym typeface="Arimo Bold"/>
              </a:rPr>
              <a:t>2구역 - 서점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15440" y="1180000"/>
            <a:ext cx="156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C7CEDB"/>
                </a:solidFill>
                <a:latin typeface="Arimo"/>
                <a:ea typeface="맑은 고딕"/>
              </a:rPr>
              <a:t>1P는 라디오에서 다섯 번의 박자를 듣지만 그 의미를 모르고, 2P는 두드릴 문을 찾았지만 횟수를 모른다. 서로 말해 주어야만 열린다.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2497217" y="1486274"/>
            <a:ext cx="4140517" cy="1246509"/>
            <a:chOff x="0" y="0"/>
            <a:chExt cx="5520690" cy="166201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5520690" cy="1662012"/>
              <a:chOff x="0" y="0"/>
              <a:chExt cx="1455012" cy="43803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455012" cy="438034"/>
              </a:xfrm>
              <a:custGeom>
                <a:avLst/>
                <a:gdLst/>
                <a:ahLst/>
                <a:cxnLst/>
                <a:rect l="l" t="t" r="r" b="b"/>
                <a:pathLst>
                  <a:path w="1455012" h="438034">
                    <a:moveTo>
                      <a:pt x="0" y="0"/>
                    </a:moveTo>
                    <a:lnTo>
                      <a:pt x="1455012" y="0"/>
                    </a:lnTo>
                    <a:lnTo>
                      <a:pt x="1455012" y="438034"/>
                    </a:lnTo>
                    <a:lnTo>
                      <a:pt x="0" y="438034"/>
                    </a:lnTo>
                    <a:close/>
                  </a:path>
                </a:pathLst>
              </a:custGeom>
              <a:solidFill>
                <a:srgbClr val="333333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0"/>
                <a:ext cx="1455012" cy="438034"/>
              </a:xfrm>
              <a:prstGeom prst="rect">
                <a:avLst/>
              </a:prstGeom>
            </p:spPr>
            <p:txBody>
              <a:bodyPr lIns="47040" tIns="47040" rIns="47040" bIns="47040" rtlCol="0" anchor="ctr"/>
              <a:lstStyle/>
              <a:p>
                <a:pPr algn="ctr">
                  <a:lnSpc>
                    <a:spcPts val="2399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>
              <a:grpSpLocks noChangeAspect="1"/>
            </p:cNvGrpSpPr>
            <p:nvPr/>
          </p:nvGrpSpPr>
          <p:grpSpPr>
            <a:xfrm>
              <a:off x="0" y="13126"/>
              <a:ext cx="5520690" cy="1635760"/>
              <a:chOff x="0" y="0"/>
              <a:chExt cx="7200900" cy="2133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200900" cy="2133600"/>
              </a:xfrm>
              <a:custGeom>
                <a:avLst/>
                <a:gdLst/>
                <a:ahLst/>
                <a:cxnLst/>
                <a:rect l="l" t="t" r="r" b="b"/>
                <a:pathLst>
                  <a:path w="7200900" h="2133600">
                    <a:moveTo>
                      <a:pt x="0" y="0"/>
                    </a:moveTo>
                    <a:lnTo>
                      <a:pt x="7200900" y="0"/>
                    </a:lnTo>
                    <a:lnTo>
                      <a:pt x="7200900" y="2133600"/>
                    </a:lnTo>
                    <a:lnTo>
                      <a:pt x="0" y="213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527651" y="571904"/>
              <a:ext cx="4465387" cy="508679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978"/>
                </a:lnSpc>
              </a:pPr>
              <a:r>
                <a:rPr lang="en-US" sz="2482" b="1">
                  <a:solidFill>
                    <a:srgbClr val="FFFFFF"/>
                  </a:solidFill>
                  <a:latin typeface="Arimo Bold"/>
                  <a:ea typeface="맑은 고딕"/>
                  <a:cs typeface="Arimo Bold"/>
                  <a:sym typeface="Arimo Bold"/>
                </a:rPr>
                <a:t>1P (파티장)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650266" y="1486274"/>
            <a:ext cx="4140517" cy="1246509"/>
            <a:chOff x="0" y="0"/>
            <a:chExt cx="5520690" cy="1662012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5520690" cy="1662012"/>
              <a:chOff x="0" y="0"/>
              <a:chExt cx="1455012" cy="43803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455012" cy="438034"/>
              </a:xfrm>
              <a:custGeom>
                <a:avLst/>
                <a:gdLst/>
                <a:ahLst/>
                <a:cxnLst/>
                <a:rect l="l" t="t" r="r" b="b"/>
                <a:pathLst>
                  <a:path w="1455012" h="438034">
                    <a:moveTo>
                      <a:pt x="0" y="0"/>
                    </a:moveTo>
                    <a:lnTo>
                      <a:pt x="1455012" y="0"/>
                    </a:lnTo>
                    <a:lnTo>
                      <a:pt x="1455012" y="438034"/>
                    </a:lnTo>
                    <a:lnTo>
                      <a:pt x="0" y="438034"/>
                    </a:lnTo>
                    <a:close/>
                  </a:path>
                </a:pathLst>
              </a:custGeom>
              <a:solidFill>
                <a:srgbClr val="333333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0"/>
                <a:ext cx="1455012" cy="438034"/>
              </a:xfrm>
              <a:prstGeom prst="rect">
                <a:avLst/>
              </a:prstGeom>
            </p:spPr>
            <p:txBody>
              <a:bodyPr lIns="47040" tIns="47040" rIns="47040" bIns="47040" rtlCol="0" anchor="ctr"/>
              <a:lstStyle/>
              <a:p>
                <a:pPr algn="ctr">
                  <a:lnSpc>
                    <a:spcPts val="2399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>
              <a:grpSpLocks noChangeAspect="1"/>
            </p:cNvGrpSpPr>
            <p:nvPr/>
          </p:nvGrpSpPr>
          <p:grpSpPr>
            <a:xfrm>
              <a:off x="0" y="13126"/>
              <a:ext cx="5520690" cy="1635760"/>
              <a:chOff x="0" y="0"/>
              <a:chExt cx="7200900" cy="21336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7200900" cy="2133600"/>
              </a:xfrm>
              <a:custGeom>
                <a:avLst/>
                <a:gdLst/>
                <a:ahLst/>
                <a:cxnLst/>
                <a:rect l="l" t="t" r="r" b="b"/>
                <a:pathLst>
                  <a:path w="7200900" h="2133600">
                    <a:moveTo>
                      <a:pt x="0" y="0"/>
                    </a:moveTo>
                    <a:lnTo>
                      <a:pt x="7200900" y="0"/>
                    </a:lnTo>
                    <a:lnTo>
                      <a:pt x="7200900" y="2133600"/>
                    </a:lnTo>
                    <a:lnTo>
                      <a:pt x="0" y="213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527651" y="571904"/>
              <a:ext cx="4465387" cy="508679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978"/>
                </a:lnSpc>
              </a:pPr>
              <a:r>
                <a:rPr lang="en-US" sz="2482" b="1">
                  <a:solidFill>
                    <a:srgbClr val="FFFFFF"/>
                  </a:solidFill>
                  <a:latin typeface="Arimo Bold"/>
                  <a:ea typeface="맑은 고딕"/>
                  <a:cs typeface="Arimo Bold"/>
                  <a:sym typeface="Arimo Bold"/>
                </a:rPr>
                <a:t>2P (파티원)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9144000" y="2392940"/>
            <a:ext cx="0" cy="6492240"/>
          </a:xfrm>
          <a:prstGeom prst="line">
            <a:avLst/>
          </a:prstGeom>
          <a:ln w="38100" cap="flat">
            <a:solidFill>
              <a:srgbClr val="66666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615440" y="555672"/>
            <a:ext cx="3246120" cy="4762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Arimo Bold"/>
                <a:ea typeface="맑은 고딕"/>
                <a:cs typeface="Arimo Bold"/>
                <a:sym typeface="Arimo Bold"/>
              </a:rPr>
              <a:t>3구역 - 식료품점</a:t>
            </a:r>
          </a:p>
        </p:txBody>
      </p:sp>
      <p:sp>
        <p:nvSpPr>
          <p:cNvPr id="19" name="Freeform 19"/>
          <p:cNvSpPr/>
          <p:nvPr/>
        </p:nvSpPr>
        <p:spPr>
          <a:xfrm>
            <a:off x="10480596" y="3005781"/>
            <a:ext cx="6479857" cy="6479857"/>
          </a:xfrm>
          <a:custGeom>
            <a:avLst/>
            <a:gdLst/>
            <a:ahLst/>
            <a:cxnLst/>
            <a:rect l="l" t="t" r="r" b="b"/>
            <a:pathLst>
              <a:path w="6479857" h="6479857">
                <a:moveTo>
                  <a:pt x="0" y="0"/>
                </a:moveTo>
                <a:lnTo>
                  <a:pt x="6479857" y="0"/>
                </a:lnTo>
                <a:lnTo>
                  <a:pt x="6479857" y="6479858"/>
                </a:lnTo>
                <a:lnTo>
                  <a:pt x="0" y="64798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68" b="-68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1621631" y="3005781"/>
            <a:ext cx="6479857" cy="6479857"/>
          </a:xfrm>
          <a:custGeom>
            <a:avLst/>
            <a:gdLst/>
            <a:ahLst/>
            <a:cxnLst/>
            <a:rect l="l" t="t" r="r" b="b"/>
            <a:pathLst>
              <a:path w="6479857" h="6479857">
                <a:moveTo>
                  <a:pt x="0" y="0"/>
                </a:moveTo>
                <a:lnTo>
                  <a:pt x="6479858" y="0"/>
                </a:lnTo>
                <a:lnTo>
                  <a:pt x="6479858" y="6479858"/>
                </a:lnTo>
                <a:lnTo>
                  <a:pt x="0" y="64798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15440" y="1180000"/>
            <a:ext cx="156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C7CEDB"/>
                </a:solidFill>
                <a:latin typeface="Arimo"/>
                <a:ea typeface="맑은 고딕"/>
              </a:rPr>
              <a:t>1P만 네 가지 색 과일의 개수를 볼 수 있고, 2P만 네 색으로 표시된 번호 자물쇠 앞에 선다. 번호는 3분마다 초기화된다.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2500312" y="1486274"/>
            <a:ext cx="4140517" cy="1246509"/>
            <a:chOff x="0" y="0"/>
            <a:chExt cx="5520690" cy="166201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5520690" cy="1662012"/>
              <a:chOff x="0" y="0"/>
              <a:chExt cx="1455012" cy="43803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455012" cy="438034"/>
              </a:xfrm>
              <a:custGeom>
                <a:avLst/>
                <a:gdLst/>
                <a:ahLst/>
                <a:cxnLst/>
                <a:rect l="l" t="t" r="r" b="b"/>
                <a:pathLst>
                  <a:path w="1455012" h="438034">
                    <a:moveTo>
                      <a:pt x="0" y="0"/>
                    </a:moveTo>
                    <a:lnTo>
                      <a:pt x="1455012" y="0"/>
                    </a:lnTo>
                    <a:lnTo>
                      <a:pt x="1455012" y="438034"/>
                    </a:lnTo>
                    <a:lnTo>
                      <a:pt x="0" y="438034"/>
                    </a:lnTo>
                    <a:close/>
                  </a:path>
                </a:pathLst>
              </a:custGeom>
              <a:solidFill>
                <a:srgbClr val="333333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0"/>
                <a:ext cx="1455012" cy="438034"/>
              </a:xfrm>
              <a:prstGeom prst="rect">
                <a:avLst/>
              </a:prstGeom>
            </p:spPr>
            <p:txBody>
              <a:bodyPr lIns="47040" tIns="47040" rIns="47040" bIns="47040" rtlCol="0" anchor="ctr"/>
              <a:lstStyle/>
              <a:p>
                <a:pPr algn="ctr">
                  <a:lnSpc>
                    <a:spcPts val="2399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>
              <a:grpSpLocks noChangeAspect="1"/>
            </p:cNvGrpSpPr>
            <p:nvPr/>
          </p:nvGrpSpPr>
          <p:grpSpPr>
            <a:xfrm>
              <a:off x="0" y="13126"/>
              <a:ext cx="5520690" cy="1635760"/>
              <a:chOff x="0" y="0"/>
              <a:chExt cx="7200900" cy="2133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200900" cy="2133600"/>
              </a:xfrm>
              <a:custGeom>
                <a:avLst/>
                <a:gdLst/>
                <a:ahLst/>
                <a:cxnLst/>
                <a:rect l="l" t="t" r="r" b="b"/>
                <a:pathLst>
                  <a:path w="7200900" h="2133600">
                    <a:moveTo>
                      <a:pt x="0" y="0"/>
                    </a:moveTo>
                    <a:lnTo>
                      <a:pt x="7200900" y="0"/>
                    </a:lnTo>
                    <a:lnTo>
                      <a:pt x="7200900" y="2133600"/>
                    </a:lnTo>
                    <a:lnTo>
                      <a:pt x="0" y="213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527651" y="571904"/>
              <a:ext cx="4465387" cy="508679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978"/>
                </a:lnSpc>
              </a:pPr>
              <a:r>
                <a:rPr lang="en-US" sz="2482" b="1">
                  <a:solidFill>
                    <a:srgbClr val="FFFFFF"/>
                  </a:solidFill>
                  <a:latin typeface="Arimo Bold"/>
                  <a:ea typeface="맑은 고딕"/>
                  <a:cs typeface="Arimo Bold"/>
                  <a:sym typeface="Arimo Bold"/>
                </a:rPr>
                <a:t>1P (파티장)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650266" y="1486274"/>
            <a:ext cx="4140517" cy="1246509"/>
            <a:chOff x="0" y="0"/>
            <a:chExt cx="5520690" cy="1662012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5520690" cy="1662012"/>
              <a:chOff x="0" y="0"/>
              <a:chExt cx="1455012" cy="43803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455012" cy="438034"/>
              </a:xfrm>
              <a:custGeom>
                <a:avLst/>
                <a:gdLst/>
                <a:ahLst/>
                <a:cxnLst/>
                <a:rect l="l" t="t" r="r" b="b"/>
                <a:pathLst>
                  <a:path w="1455012" h="438034">
                    <a:moveTo>
                      <a:pt x="0" y="0"/>
                    </a:moveTo>
                    <a:lnTo>
                      <a:pt x="1455012" y="0"/>
                    </a:lnTo>
                    <a:lnTo>
                      <a:pt x="1455012" y="438034"/>
                    </a:lnTo>
                    <a:lnTo>
                      <a:pt x="0" y="438034"/>
                    </a:lnTo>
                    <a:close/>
                  </a:path>
                </a:pathLst>
              </a:custGeom>
              <a:solidFill>
                <a:srgbClr val="333333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0"/>
                <a:ext cx="1455012" cy="438034"/>
              </a:xfrm>
              <a:prstGeom prst="rect">
                <a:avLst/>
              </a:prstGeom>
            </p:spPr>
            <p:txBody>
              <a:bodyPr lIns="47040" tIns="47040" rIns="47040" bIns="47040" rtlCol="0" anchor="ctr"/>
              <a:lstStyle/>
              <a:p>
                <a:pPr algn="ctr">
                  <a:lnSpc>
                    <a:spcPts val="2399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>
              <a:grpSpLocks noChangeAspect="1"/>
            </p:cNvGrpSpPr>
            <p:nvPr/>
          </p:nvGrpSpPr>
          <p:grpSpPr>
            <a:xfrm>
              <a:off x="0" y="13126"/>
              <a:ext cx="5520690" cy="1635760"/>
              <a:chOff x="0" y="0"/>
              <a:chExt cx="7200900" cy="21336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7200900" cy="2133600"/>
              </a:xfrm>
              <a:custGeom>
                <a:avLst/>
                <a:gdLst/>
                <a:ahLst/>
                <a:cxnLst/>
                <a:rect l="l" t="t" r="r" b="b"/>
                <a:pathLst>
                  <a:path w="7200900" h="2133600">
                    <a:moveTo>
                      <a:pt x="0" y="0"/>
                    </a:moveTo>
                    <a:lnTo>
                      <a:pt x="7200900" y="0"/>
                    </a:lnTo>
                    <a:lnTo>
                      <a:pt x="7200900" y="2133600"/>
                    </a:lnTo>
                    <a:lnTo>
                      <a:pt x="0" y="213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527651" y="571904"/>
              <a:ext cx="4465387" cy="508679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978"/>
                </a:lnSpc>
              </a:pPr>
              <a:r>
                <a:rPr lang="en-US" sz="2482" b="1">
                  <a:solidFill>
                    <a:srgbClr val="FFFFFF"/>
                  </a:solidFill>
                  <a:latin typeface="Arimo Bold"/>
                  <a:ea typeface="맑은 고딕"/>
                  <a:cs typeface="Arimo Bold"/>
                  <a:sym typeface="Arimo Bold"/>
                </a:rPr>
                <a:t>2P (파티원)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9144000" y="2392940"/>
            <a:ext cx="0" cy="6492240"/>
          </a:xfrm>
          <a:prstGeom prst="line">
            <a:avLst/>
          </a:prstGeom>
          <a:ln w="38100" cap="flat">
            <a:solidFill>
              <a:srgbClr val="66666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615440" y="555672"/>
            <a:ext cx="3246120" cy="4762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Arimo Bold"/>
                <a:ea typeface="맑은 고딕"/>
                <a:cs typeface="Arimo Bold"/>
                <a:sym typeface="Arimo Bold"/>
              </a:rPr>
              <a:t>3구역 - 식료품점</a:t>
            </a:r>
          </a:p>
        </p:txBody>
      </p:sp>
      <p:sp>
        <p:nvSpPr>
          <p:cNvPr id="19" name="Freeform 19"/>
          <p:cNvSpPr/>
          <p:nvPr/>
        </p:nvSpPr>
        <p:spPr>
          <a:xfrm>
            <a:off x="10480596" y="3005781"/>
            <a:ext cx="6479857" cy="6479857"/>
          </a:xfrm>
          <a:custGeom>
            <a:avLst/>
            <a:gdLst/>
            <a:ahLst/>
            <a:cxnLst/>
            <a:rect l="l" t="t" r="r" b="b"/>
            <a:pathLst>
              <a:path w="6479857" h="6479857">
                <a:moveTo>
                  <a:pt x="0" y="0"/>
                </a:moveTo>
                <a:lnTo>
                  <a:pt x="6479857" y="0"/>
                </a:lnTo>
                <a:lnTo>
                  <a:pt x="6479857" y="6479858"/>
                </a:lnTo>
                <a:lnTo>
                  <a:pt x="0" y="64798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34" r="-134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1330642" y="3005781"/>
            <a:ext cx="6479858" cy="6479858"/>
          </a:xfrm>
          <a:custGeom>
            <a:avLst/>
            <a:gdLst/>
            <a:ahLst/>
            <a:cxnLst/>
            <a:rect l="l" t="t" r="r" b="b"/>
            <a:pathLst>
              <a:path w="6479858" h="6479858">
                <a:moveTo>
                  <a:pt x="0" y="0"/>
                </a:moveTo>
                <a:lnTo>
                  <a:pt x="6479858" y="0"/>
                </a:lnTo>
                <a:lnTo>
                  <a:pt x="6479858" y="6479858"/>
                </a:lnTo>
                <a:lnTo>
                  <a:pt x="0" y="64798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54" r="-154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15440" y="1180000"/>
            <a:ext cx="156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C7CEDB"/>
                </a:solidFill>
                <a:latin typeface="Arimo"/>
                <a:ea typeface="맑은 고딕"/>
              </a:rPr>
              <a:t>2P는 남매의 사진에서 동생이 좋아하던 음식이 「꼬치구이」임을 알아내고, 그 말을 들은 1P가 해당 메뉴를 조리한다.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-4094"/>
            <a:ext cx="18288000" cy="10295188"/>
            <a:chOff x="0" y="0"/>
            <a:chExt cx="24384000" cy="13726918"/>
          </a:xfrm>
        </p:grpSpPr>
        <p:sp>
          <p:nvSpPr>
            <p:cNvPr id="3" name="Freeform 3" descr="배경 화면 : 검은, 간단한 배경, 목재, 갈색, 조직, 모양, 선, 견목, 스크린 샷, 1920x1200px, 컴퓨터 벽지, 나무  바닥, 라미네이트 바닥재 1920x1200 - wallup - 555013 - 배경 화면 - WallHere"/>
            <p:cNvSpPr/>
            <p:nvPr/>
          </p:nvSpPr>
          <p:spPr>
            <a:xfrm>
              <a:off x="0" y="0"/>
              <a:ext cx="24384000" cy="13726922"/>
            </a:xfrm>
            <a:custGeom>
              <a:avLst/>
              <a:gdLst/>
              <a:ahLst/>
              <a:cxnLst/>
              <a:rect l="l" t="t" r="r" b="b"/>
              <a:pathLst>
                <a:path w="24384000" h="13726922">
                  <a:moveTo>
                    <a:pt x="0" y="0"/>
                  </a:moveTo>
                  <a:lnTo>
                    <a:pt x="24384000" y="0"/>
                  </a:lnTo>
                  <a:lnTo>
                    <a:pt x="24384000" y="13726922"/>
                  </a:lnTo>
                  <a:lnTo>
                    <a:pt x="0" y="137269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0709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Freeform 4"/>
          <p:cNvSpPr/>
          <p:nvPr/>
        </p:nvSpPr>
        <p:spPr>
          <a:xfrm>
            <a:off x="11711271" y="-42862"/>
            <a:ext cx="5305994" cy="10372725"/>
          </a:xfrm>
          <a:custGeom>
            <a:avLst/>
            <a:gdLst/>
            <a:ahLst/>
            <a:cxnLst/>
            <a:rect l="l" t="t" r="r" b="b"/>
            <a:pathLst>
              <a:path w="5305994" h="10372725">
                <a:moveTo>
                  <a:pt x="0" y="0"/>
                </a:moveTo>
                <a:lnTo>
                  <a:pt x="5305993" y="0"/>
                </a:lnTo>
                <a:lnTo>
                  <a:pt x="5305993" y="10372724"/>
                </a:lnTo>
                <a:lnTo>
                  <a:pt x="0" y="103727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1270736" y="-42862"/>
            <a:ext cx="5305994" cy="10372725"/>
          </a:xfrm>
          <a:custGeom>
            <a:avLst/>
            <a:gdLst/>
            <a:ahLst/>
            <a:cxnLst/>
            <a:rect l="l" t="t" r="r" b="b"/>
            <a:pathLst>
              <a:path w="5305994" h="10372725">
                <a:moveTo>
                  <a:pt x="0" y="0"/>
                </a:moveTo>
                <a:lnTo>
                  <a:pt x="5305993" y="0"/>
                </a:lnTo>
                <a:lnTo>
                  <a:pt x="5305993" y="10372724"/>
                </a:lnTo>
                <a:lnTo>
                  <a:pt x="0" y="103727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6" name="Group 6"/>
          <p:cNvGrpSpPr/>
          <p:nvPr/>
        </p:nvGrpSpPr>
        <p:grpSpPr>
          <a:xfrm>
            <a:off x="7009076" y="0"/>
            <a:ext cx="1937728" cy="10287000"/>
            <a:chOff x="0" y="0"/>
            <a:chExt cx="2583638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83688" cy="13716000"/>
            </a:xfrm>
            <a:custGeom>
              <a:avLst/>
              <a:gdLst/>
              <a:ahLst/>
              <a:cxnLst/>
              <a:rect l="l" t="t" r="r" b="b"/>
              <a:pathLst>
                <a:path w="2583688" h="13716000">
                  <a:moveTo>
                    <a:pt x="0" y="0"/>
                  </a:moveTo>
                  <a:lnTo>
                    <a:pt x="2583688" y="0"/>
                  </a:lnTo>
                  <a:lnTo>
                    <a:pt x="258368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>
                <a:alpha val="48627"/>
              </a:srgbClr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79152" y="0"/>
            <a:ext cx="1937729" cy="10287000"/>
            <a:chOff x="0" y="0"/>
            <a:chExt cx="2583638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83688" cy="13716000"/>
            </a:xfrm>
            <a:custGeom>
              <a:avLst/>
              <a:gdLst/>
              <a:ahLst/>
              <a:cxnLst/>
              <a:rect l="l" t="t" r="r" b="b"/>
              <a:pathLst>
                <a:path w="2583688" h="13716000">
                  <a:moveTo>
                    <a:pt x="0" y="0"/>
                  </a:moveTo>
                  <a:lnTo>
                    <a:pt x="2583688" y="0"/>
                  </a:lnTo>
                  <a:lnTo>
                    <a:pt x="258368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>
                <a:alpha val="48627"/>
              </a:srgbClr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0" y="4095"/>
            <a:ext cx="18288000" cy="10287000"/>
            <a:chOff x="0" y="0"/>
            <a:chExt cx="24384000" cy="13716000"/>
          </a:xfrm>
        </p:grpSpPr>
        <p:sp>
          <p:nvSpPr>
            <p:cNvPr id="11" name="Freeform 11" descr="생성된 이미지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9999"/>
              </a:blip>
              <a:stretch>
                <a:fillRect b="-77777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08694" y="568391"/>
            <a:ext cx="15670611" cy="9150218"/>
            <a:chOff x="0" y="0"/>
            <a:chExt cx="20894148" cy="12200290"/>
          </a:xfrm>
        </p:grpSpPr>
        <p:grpSp>
          <p:nvGrpSpPr>
            <p:cNvPr id="13" name="Group 13"/>
            <p:cNvGrpSpPr/>
            <p:nvPr/>
          </p:nvGrpSpPr>
          <p:grpSpPr>
            <a:xfrm>
              <a:off x="13920712" y="0"/>
              <a:ext cx="6973436" cy="1333500"/>
              <a:chOff x="0" y="0"/>
              <a:chExt cx="6973436" cy="13335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34187" y="39376"/>
                <a:ext cx="6883772" cy="1274632"/>
              </a:xfrm>
              <a:custGeom>
                <a:avLst/>
                <a:gdLst/>
                <a:ahLst/>
                <a:cxnLst/>
                <a:rect l="l" t="t" r="r" b="b"/>
                <a:pathLst>
                  <a:path w="6883772" h="1274632">
                    <a:moveTo>
                      <a:pt x="22963" y="17774"/>
                    </a:moveTo>
                    <a:cubicBezTo>
                      <a:pt x="487275" y="-19056"/>
                      <a:pt x="798552" y="19806"/>
                      <a:pt x="1326237" y="17774"/>
                    </a:cubicBezTo>
                    <a:cubicBezTo>
                      <a:pt x="1853922" y="15742"/>
                      <a:pt x="2046581" y="-3435"/>
                      <a:pt x="2492351" y="17774"/>
                    </a:cubicBezTo>
                    <a:cubicBezTo>
                      <a:pt x="2938121" y="38983"/>
                      <a:pt x="3624302" y="-31248"/>
                      <a:pt x="3932785" y="17774"/>
                    </a:cubicBezTo>
                    <a:cubicBezTo>
                      <a:pt x="4241268" y="66796"/>
                      <a:pt x="4767556" y="-8388"/>
                      <a:pt x="5236059" y="17774"/>
                    </a:cubicBezTo>
                    <a:cubicBezTo>
                      <a:pt x="5704562" y="43936"/>
                      <a:pt x="6134457" y="32379"/>
                      <a:pt x="6882233" y="17774"/>
                    </a:cubicBezTo>
                    <a:cubicBezTo>
                      <a:pt x="6889980" y="529076"/>
                      <a:pt x="6865088" y="702812"/>
                      <a:pt x="6882233" y="1236974"/>
                    </a:cubicBezTo>
                    <a:cubicBezTo>
                      <a:pt x="6580862" y="1211574"/>
                      <a:pt x="5839182" y="1209669"/>
                      <a:pt x="5441799" y="1236974"/>
                    </a:cubicBezTo>
                    <a:cubicBezTo>
                      <a:pt x="5044416" y="1264279"/>
                      <a:pt x="4496030" y="1305935"/>
                      <a:pt x="4001365" y="1236974"/>
                    </a:cubicBezTo>
                    <a:cubicBezTo>
                      <a:pt x="3506700" y="1168013"/>
                      <a:pt x="3006193" y="1197477"/>
                      <a:pt x="2560931" y="1236974"/>
                    </a:cubicBezTo>
                    <a:cubicBezTo>
                      <a:pt x="2115669" y="1276471"/>
                      <a:pt x="660122" y="1281551"/>
                      <a:pt x="23090" y="1236974"/>
                    </a:cubicBezTo>
                    <a:cubicBezTo>
                      <a:pt x="-28091" y="862578"/>
                      <a:pt x="21566" y="365500"/>
                      <a:pt x="23090" y="17774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54884" y="33432"/>
                <a:ext cx="6862214" cy="1286072"/>
              </a:xfrm>
              <a:custGeom>
                <a:avLst/>
                <a:gdLst/>
                <a:ahLst/>
                <a:cxnLst/>
                <a:rect l="l" t="t" r="r" b="b"/>
                <a:pathLst>
                  <a:path w="6862214" h="1286072">
                    <a:moveTo>
                      <a:pt x="2266" y="23718"/>
                    </a:moveTo>
                    <a:cubicBezTo>
                      <a:pt x="326751" y="74264"/>
                      <a:pt x="759440" y="20670"/>
                      <a:pt x="1236960" y="23718"/>
                    </a:cubicBezTo>
                    <a:cubicBezTo>
                      <a:pt x="1714480" y="26766"/>
                      <a:pt x="1983466" y="58135"/>
                      <a:pt x="2471654" y="23718"/>
                    </a:cubicBezTo>
                    <a:cubicBezTo>
                      <a:pt x="2959842" y="-10699"/>
                      <a:pt x="3403961" y="-4984"/>
                      <a:pt x="3637768" y="23718"/>
                    </a:cubicBezTo>
                    <a:cubicBezTo>
                      <a:pt x="3871575" y="52420"/>
                      <a:pt x="4459839" y="-29495"/>
                      <a:pt x="5009622" y="23718"/>
                    </a:cubicBezTo>
                    <a:cubicBezTo>
                      <a:pt x="5559405" y="76931"/>
                      <a:pt x="6422878" y="65755"/>
                      <a:pt x="6861536" y="23718"/>
                    </a:cubicBezTo>
                    <a:cubicBezTo>
                      <a:pt x="6868775" y="449803"/>
                      <a:pt x="6814546" y="695548"/>
                      <a:pt x="6861536" y="1242918"/>
                    </a:cubicBezTo>
                    <a:cubicBezTo>
                      <a:pt x="6527145" y="1257523"/>
                      <a:pt x="5728315" y="1179926"/>
                      <a:pt x="5352522" y="1242918"/>
                    </a:cubicBezTo>
                    <a:cubicBezTo>
                      <a:pt x="4976729" y="1305910"/>
                      <a:pt x="4768449" y="1294734"/>
                      <a:pt x="4186408" y="1242918"/>
                    </a:cubicBezTo>
                    <a:cubicBezTo>
                      <a:pt x="3604367" y="1191102"/>
                      <a:pt x="3362940" y="1243426"/>
                      <a:pt x="3020294" y="1242918"/>
                    </a:cubicBezTo>
                    <a:cubicBezTo>
                      <a:pt x="2677648" y="1242410"/>
                      <a:pt x="2363704" y="1240632"/>
                      <a:pt x="1785600" y="1242918"/>
                    </a:cubicBezTo>
                    <a:cubicBezTo>
                      <a:pt x="1207496" y="1245204"/>
                      <a:pt x="760583" y="1163924"/>
                      <a:pt x="2266" y="1242918"/>
                    </a:cubicBezTo>
                    <a:cubicBezTo>
                      <a:pt x="3028" y="812007"/>
                      <a:pt x="-3195" y="395828"/>
                      <a:pt x="2266" y="2371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-23126" y="-17836"/>
                <a:ext cx="6997992" cy="1389039"/>
              </a:xfrm>
              <a:custGeom>
                <a:avLst/>
                <a:gdLst/>
                <a:ahLst/>
                <a:cxnLst/>
                <a:rect l="l" t="t" r="r" b="b"/>
                <a:pathLst>
                  <a:path w="6997992" h="1389039">
                    <a:moveTo>
                      <a:pt x="75704" y="17963"/>
                    </a:moveTo>
                    <a:cubicBezTo>
                      <a:pt x="371360" y="-5532"/>
                      <a:pt x="605802" y="1453"/>
                      <a:pt x="868819" y="9200"/>
                    </a:cubicBezTo>
                    <a:cubicBezTo>
                      <a:pt x="1023759" y="13772"/>
                      <a:pt x="1188732" y="18598"/>
                      <a:pt x="1383296" y="17836"/>
                    </a:cubicBezTo>
                    <a:cubicBezTo>
                      <a:pt x="1563763" y="17201"/>
                      <a:pt x="1704860" y="14407"/>
                      <a:pt x="1830717" y="11994"/>
                    </a:cubicBezTo>
                    <a:cubicBezTo>
                      <a:pt x="1931428" y="10089"/>
                      <a:pt x="2022487" y="8311"/>
                      <a:pt x="2115832" y="7930"/>
                    </a:cubicBezTo>
                    <a:cubicBezTo>
                      <a:pt x="2246261" y="7422"/>
                      <a:pt x="2380754" y="9708"/>
                      <a:pt x="2552331" y="17836"/>
                    </a:cubicBezTo>
                    <a:cubicBezTo>
                      <a:pt x="2745244" y="26980"/>
                      <a:pt x="2984766" y="18852"/>
                      <a:pt x="3221748" y="10724"/>
                    </a:cubicBezTo>
                    <a:cubicBezTo>
                      <a:pt x="3445649" y="2977"/>
                      <a:pt x="3667645" y="-4643"/>
                      <a:pt x="3839349" y="3485"/>
                    </a:cubicBezTo>
                    <a:cubicBezTo>
                      <a:pt x="3898150" y="6279"/>
                      <a:pt x="3952252" y="10978"/>
                      <a:pt x="3999115" y="18471"/>
                    </a:cubicBezTo>
                    <a:cubicBezTo>
                      <a:pt x="4157992" y="43744"/>
                      <a:pt x="4380115" y="34727"/>
                      <a:pt x="4631575" y="24186"/>
                    </a:cubicBezTo>
                    <a:cubicBezTo>
                      <a:pt x="4845062" y="15296"/>
                      <a:pt x="5076837" y="5517"/>
                      <a:pt x="5296674" y="17836"/>
                    </a:cubicBezTo>
                    <a:lnTo>
                      <a:pt x="5293499" y="74859"/>
                    </a:lnTo>
                    <a:lnTo>
                      <a:pt x="5296674" y="17836"/>
                    </a:lnTo>
                    <a:cubicBezTo>
                      <a:pt x="5726188" y="41839"/>
                      <a:pt x="6123190" y="33965"/>
                      <a:pt x="6769874" y="21138"/>
                    </a:cubicBezTo>
                    <a:cubicBezTo>
                      <a:pt x="6823976" y="20122"/>
                      <a:pt x="6880237" y="18979"/>
                      <a:pt x="6938276" y="17836"/>
                    </a:cubicBezTo>
                    <a:cubicBezTo>
                      <a:pt x="6953516" y="17582"/>
                      <a:pt x="6968121" y="23297"/>
                      <a:pt x="6979043" y="33838"/>
                    </a:cubicBezTo>
                    <a:cubicBezTo>
                      <a:pt x="6989965" y="44379"/>
                      <a:pt x="6996315" y="58857"/>
                      <a:pt x="6996442" y="74097"/>
                    </a:cubicBezTo>
                    <a:cubicBezTo>
                      <a:pt x="6999871" y="302316"/>
                      <a:pt x="6996950" y="463733"/>
                      <a:pt x="6994029" y="618927"/>
                    </a:cubicBezTo>
                    <a:cubicBezTo>
                      <a:pt x="6991362" y="763961"/>
                      <a:pt x="6988695" y="903407"/>
                      <a:pt x="6991489" y="1087938"/>
                    </a:cubicBezTo>
                    <a:cubicBezTo>
                      <a:pt x="6992378" y="1150295"/>
                      <a:pt x="6994029" y="1217732"/>
                      <a:pt x="6996442" y="1292281"/>
                    </a:cubicBezTo>
                    <a:cubicBezTo>
                      <a:pt x="6996950" y="1308537"/>
                      <a:pt x="6990473" y="1324285"/>
                      <a:pt x="6978662" y="1335588"/>
                    </a:cubicBezTo>
                    <a:cubicBezTo>
                      <a:pt x="6966851" y="1346891"/>
                      <a:pt x="6950722" y="1352479"/>
                      <a:pt x="6934466" y="1351082"/>
                    </a:cubicBezTo>
                    <a:cubicBezTo>
                      <a:pt x="6636397" y="1326063"/>
                      <a:pt x="5897765" y="1324031"/>
                      <a:pt x="5502795" y="1351209"/>
                    </a:cubicBezTo>
                    <a:cubicBezTo>
                      <a:pt x="5488571" y="1352225"/>
                      <a:pt x="5474093" y="1353241"/>
                      <a:pt x="5459361" y="1354257"/>
                    </a:cubicBezTo>
                    <a:cubicBezTo>
                      <a:pt x="5444248" y="1355273"/>
                      <a:pt x="5429008" y="1356289"/>
                      <a:pt x="5413641" y="1357432"/>
                    </a:cubicBezTo>
                    <a:cubicBezTo>
                      <a:pt x="5026418" y="1383975"/>
                      <a:pt x="4516005" y="1415725"/>
                      <a:pt x="4050550" y="1350828"/>
                    </a:cubicBezTo>
                    <a:lnTo>
                      <a:pt x="4058424" y="1294186"/>
                    </a:lnTo>
                    <a:lnTo>
                      <a:pt x="4050550" y="1350828"/>
                    </a:lnTo>
                    <a:cubicBezTo>
                      <a:pt x="3562743" y="1282883"/>
                      <a:pt x="3067570" y="1311712"/>
                      <a:pt x="2623070" y="1351209"/>
                    </a:cubicBezTo>
                    <a:cubicBezTo>
                      <a:pt x="2174252" y="1390960"/>
                      <a:pt x="715530" y="1396040"/>
                      <a:pt x="76212" y="1351336"/>
                    </a:cubicBezTo>
                    <a:cubicBezTo>
                      <a:pt x="49161" y="1349431"/>
                      <a:pt x="27190" y="1328857"/>
                      <a:pt x="23634" y="1302060"/>
                    </a:cubicBezTo>
                    <a:cubicBezTo>
                      <a:pt x="-12815" y="1035487"/>
                      <a:pt x="774" y="710240"/>
                      <a:pt x="12585" y="424236"/>
                    </a:cubicBezTo>
                    <a:cubicBezTo>
                      <a:pt x="17792" y="297998"/>
                      <a:pt x="22618" y="179380"/>
                      <a:pt x="23126" y="74732"/>
                    </a:cubicBezTo>
                    <a:cubicBezTo>
                      <a:pt x="23253" y="45014"/>
                      <a:pt x="46113" y="20376"/>
                      <a:pt x="75704" y="17963"/>
                    </a:cubicBezTo>
                    <a:moveTo>
                      <a:pt x="84721" y="131882"/>
                    </a:moveTo>
                    <a:lnTo>
                      <a:pt x="80276" y="74986"/>
                    </a:lnTo>
                    <a:lnTo>
                      <a:pt x="137426" y="75240"/>
                    </a:lnTo>
                    <a:cubicBezTo>
                      <a:pt x="136918" y="182428"/>
                      <a:pt x="131965" y="303332"/>
                      <a:pt x="126758" y="428935"/>
                    </a:cubicBezTo>
                    <a:cubicBezTo>
                      <a:pt x="114820" y="717987"/>
                      <a:pt x="102120" y="1032185"/>
                      <a:pt x="136918" y="1286439"/>
                    </a:cubicBezTo>
                    <a:lnTo>
                      <a:pt x="80276" y="1294186"/>
                    </a:lnTo>
                    <a:lnTo>
                      <a:pt x="84213" y="1237163"/>
                    </a:lnTo>
                    <a:cubicBezTo>
                      <a:pt x="718832" y="1281486"/>
                      <a:pt x="2171458" y="1276406"/>
                      <a:pt x="2613037" y="1237290"/>
                    </a:cubicBezTo>
                    <a:lnTo>
                      <a:pt x="2618117" y="1294186"/>
                    </a:lnTo>
                    <a:lnTo>
                      <a:pt x="2613037" y="1237290"/>
                    </a:lnTo>
                    <a:cubicBezTo>
                      <a:pt x="3058934" y="1197793"/>
                      <a:pt x="3564902" y="1167694"/>
                      <a:pt x="4066425" y="1237671"/>
                    </a:cubicBezTo>
                    <a:cubicBezTo>
                      <a:pt x="4518291" y="1300663"/>
                      <a:pt x="5017401" y="1270056"/>
                      <a:pt x="5405894" y="1243386"/>
                    </a:cubicBezTo>
                    <a:cubicBezTo>
                      <a:pt x="5421261" y="1242370"/>
                      <a:pt x="5436501" y="1241227"/>
                      <a:pt x="5451614" y="1240211"/>
                    </a:cubicBezTo>
                    <a:cubicBezTo>
                      <a:pt x="5466346" y="1239195"/>
                      <a:pt x="5480824" y="1238179"/>
                      <a:pt x="5495048" y="1237163"/>
                    </a:cubicBezTo>
                    <a:lnTo>
                      <a:pt x="5498985" y="1294186"/>
                    </a:lnTo>
                    <a:lnTo>
                      <a:pt x="5495048" y="1237163"/>
                    </a:lnTo>
                    <a:cubicBezTo>
                      <a:pt x="5894717" y="1209731"/>
                      <a:pt x="6639318" y="1211636"/>
                      <a:pt x="6944118" y="1237290"/>
                    </a:cubicBezTo>
                    <a:lnTo>
                      <a:pt x="6939292" y="1294186"/>
                    </a:lnTo>
                    <a:lnTo>
                      <a:pt x="6882142" y="1295964"/>
                    </a:lnTo>
                    <a:cubicBezTo>
                      <a:pt x="6879729" y="1220780"/>
                      <a:pt x="6878205" y="1152708"/>
                      <a:pt x="6877189" y="1089716"/>
                    </a:cubicBezTo>
                    <a:cubicBezTo>
                      <a:pt x="6874395" y="903026"/>
                      <a:pt x="6876935" y="761929"/>
                      <a:pt x="6879729" y="616768"/>
                    </a:cubicBezTo>
                    <a:cubicBezTo>
                      <a:pt x="6882650" y="461701"/>
                      <a:pt x="6885571" y="301935"/>
                      <a:pt x="6882142" y="75748"/>
                    </a:cubicBezTo>
                    <a:lnTo>
                      <a:pt x="6939292" y="74859"/>
                    </a:lnTo>
                    <a:lnTo>
                      <a:pt x="6940435" y="132009"/>
                    </a:lnTo>
                    <a:cubicBezTo>
                      <a:pt x="6882396" y="133152"/>
                      <a:pt x="6826135" y="134295"/>
                      <a:pt x="6771779" y="135311"/>
                    </a:cubicBezTo>
                    <a:cubicBezTo>
                      <a:pt x="6126238" y="148138"/>
                      <a:pt x="5724664" y="156139"/>
                      <a:pt x="5289943" y="131882"/>
                    </a:cubicBezTo>
                    <a:cubicBezTo>
                      <a:pt x="5076710" y="119944"/>
                      <a:pt x="4850650" y="129342"/>
                      <a:pt x="4636020" y="138359"/>
                    </a:cubicBezTo>
                    <a:cubicBezTo>
                      <a:pt x="4389386" y="148646"/>
                      <a:pt x="4153801" y="158806"/>
                      <a:pt x="3980954" y="131247"/>
                    </a:cubicBezTo>
                    <a:lnTo>
                      <a:pt x="3989971" y="74859"/>
                    </a:lnTo>
                    <a:lnTo>
                      <a:pt x="3980954" y="131247"/>
                    </a:lnTo>
                    <a:cubicBezTo>
                      <a:pt x="3939679" y="124643"/>
                      <a:pt x="3890149" y="120325"/>
                      <a:pt x="3833761" y="117531"/>
                    </a:cubicBezTo>
                    <a:cubicBezTo>
                      <a:pt x="3667899" y="109657"/>
                      <a:pt x="3451110" y="117023"/>
                      <a:pt x="3225558" y="124770"/>
                    </a:cubicBezTo>
                    <a:cubicBezTo>
                      <a:pt x="2990100" y="132898"/>
                      <a:pt x="2745371" y="141280"/>
                      <a:pt x="2546870" y="131882"/>
                    </a:cubicBezTo>
                    <a:lnTo>
                      <a:pt x="2549537" y="74859"/>
                    </a:lnTo>
                    <a:lnTo>
                      <a:pt x="2546870" y="131882"/>
                    </a:lnTo>
                    <a:cubicBezTo>
                      <a:pt x="2377325" y="123754"/>
                      <a:pt x="2244737" y="121595"/>
                      <a:pt x="2116213" y="122103"/>
                    </a:cubicBezTo>
                    <a:cubicBezTo>
                      <a:pt x="2023884" y="122484"/>
                      <a:pt x="1933714" y="124135"/>
                      <a:pt x="1832876" y="126167"/>
                    </a:cubicBezTo>
                    <a:cubicBezTo>
                      <a:pt x="1707019" y="128580"/>
                      <a:pt x="1565160" y="131247"/>
                      <a:pt x="1383804" y="132009"/>
                    </a:cubicBezTo>
                    <a:lnTo>
                      <a:pt x="1383550" y="74859"/>
                    </a:lnTo>
                    <a:lnTo>
                      <a:pt x="1383804" y="132009"/>
                    </a:lnTo>
                    <a:cubicBezTo>
                      <a:pt x="1187208" y="132771"/>
                      <a:pt x="1020457" y="127818"/>
                      <a:pt x="865517" y="123373"/>
                    </a:cubicBezTo>
                    <a:cubicBezTo>
                      <a:pt x="602373" y="115626"/>
                      <a:pt x="373646" y="109022"/>
                      <a:pt x="84848" y="131882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-2216" y="-23876"/>
                <a:ext cx="6976357" cy="1400294"/>
              </a:xfrm>
              <a:custGeom>
                <a:avLst/>
                <a:gdLst/>
                <a:ahLst/>
                <a:cxnLst/>
                <a:rect l="l" t="t" r="r" b="b"/>
                <a:pathLst>
                  <a:path w="6976357" h="1400294">
                    <a:moveTo>
                      <a:pt x="68129" y="24511"/>
                    </a:moveTo>
                    <a:cubicBezTo>
                      <a:pt x="266249" y="55372"/>
                      <a:pt x="507930" y="46228"/>
                      <a:pt x="784663" y="35560"/>
                    </a:cubicBezTo>
                    <a:cubicBezTo>
                      <a:pt x="945318" y="29337"/>
                      <a:pt x="1116768" y="22733"/>
                      <a:pt x="1294441" y="23876"/>
                    </a:cubicBezTo>
                    <a:lnTo>
                      <a:pt x="1294060" y="81026"/>
                    </a:lnTo>
                    <a:lnTo>
                      <a:pt x="1294441" y="23876"/>
                    </a:lnTo>
                    <a:cubicBezTo>
                      <a:pt x="1449127" y="24892"/>
                      <a:pt x="1582096" y="28829"/>
                      <a:pt x="1707064" y="32512"/>
                    </a:cubicBezTo>
                    <a:cubicBezTo>
                      <a:pt x="1819078" y="35814"/>
                      <a:pt x="1924361" y="38989"/>
                      <a:pt x="2033962" y="39624"/>
                    </a:cubicBezTo>
                    <a:cubicBezTo>
                      <a:pt x="2181409" y="40640"/>
                      <a:pt x="2336476" y="37211"/>
                      <a:pt x="2524690" y="23876"/>
                    </a:cubicBezTo>
                    <a:lnTo>
                      <a:pt x="2528754" y="80899"/>
                    </a:lnTo>
                    <a:lnTo>
                      <a:pt x="2524690" y="23876"/>
                    </a:lnTo>
                    <a:cubicBezTo>
                      <a:pt x="3014529" y="-10668"/>
                      <a:pt x="3462839" y="-5207"/>
                      <a:pt x="3701726" y="24130"/>
                    </a:cubicBezTo>
                    <a:lnTo>
                      <a:pt x="3694741" y="80899"/>
                    </a:lnTo>
                    <a:lnTo>
                      <a:pt x="3701726" y="24130"/>
                    </a:lnTo>
                    <a:cubicBezTo>
                      <a:pt x="3792658" y="35306"/>
                      <a:pt x="3944550" y="28702"/>
                      <a:pt x="4138225" y="19939"/>
                    </a:cubicBezTo>
                    <a:cubicBezTo>
                      <a:pt x="4406957" y="7747"/>
                      <a:pt x="4745793" y="-7620"/>
                      <a:pt x="5072056" y="24003"/>
                    </a:cubicBezTo>
                    <a:lnTo>
                      <a:pt x="5066595" y="80899"/>
                    </a:lnTo>
                    <a:lnTo>
                      <a:pt x="5072056" y="24003"/>
                    </a:lnTo>
                    <a:cubicBezTo>
                      <a:pt x="5617775" y="76835"/>
                      <a:pt x="6477692" y="65786"/>
                      <a:pt x="6913048" y="24003"/>
                    </a:cubicBezTo>
                    <a:cubicBezTo>
                      <a:pt x="6928923" y="22479"/>
                      <a:pt x="6944671" y="27686"/>
                      <a:pt x="6956609" y="38227"/>
                    </a:cubicBezTo>
                    <a:cubicBezTo>
                      <a:pt x="6968547" y="48768"/>
                      <a:pt x="6975405" y="63881"/>
                      <a:pt x="6975659" y="79883"/>
                    </a:cubicBezTo>
                    <a:cubicBezTo>
                      <a:pt x="6978453" y="242824"/>
                      <a:pt x="6972357" y="379603"/>
                      <a:pt x="6966261" y="514985"/>
                    </a:cubicBezTo>
                    <a:cubicBezTo>
                      <a:pt x="6960165" y="651002"/>
                      <a:pt x="6954196" y="785495"/>
                      <a:pt x="6956990" y="946150"/>
                    </a:cubicBezTo>
                    <a:cubicBezTo>
                      <a:pt x="6958768" y="1049274"/>
                      <a:pt x="6964102" y="1163320"/>
                      <a:pt x="6975405" y="1295146"/>
                    </a:cubicBezTo>
                    <a:cubicBezTo>
                      <a:pt x="6976675" y="1310640"/>
                      <a:pt x="6971722" y="1326007"/>
                      <a:pt x="6961435" y="1337691"/>
                    </a:cubicBezTo>
                    <a:cubicBezTo>
                      <a:pt x="6951148" y="1349375"/>
                      <a:pt x="6936543" y="1356360"/>
                      <a:pt x="6921049" y="1357122"/>
                    </a:cubicBezTo>
                    <a:cubicBezTo>
                      <a:pt x="6793160" y="1362710"/>
                      <a:pt x="6600374" y="1355090"/>
                      <a:pt x="6392983" y="1346962"/>
                    </a:cubicBezTo>
                    <a:cubicBezTo>
                      <a:pt x="6138729" y="1337056"/>
                      <a:pt x="5860345" y="1326134"/>
                      <a:pt x="5638222" y="1335913"/>
                    </a:cubicBezTo>
                    <a:cubicBezTo>
                      <a:pt x="5554529" y="1339596"/>
                      <a:pt x="5480234" y="1346073"/>
                      <a:pt x="5419020" y="1356360"/>
                    </a:cubicBezTo>
                    <a:lnTo>
                      <a:pt x="5409622" y="1299972"/>
                    </a:lnTo>
                    <a:lnTo>
                      <a:pt x="5419020" y="1356360"/>
                    </a:lnTo>
                    <a:cubicBezTo>
                      <a:pt x="5035480" y="1420622"/>
                      <a:pt x="4820977" y="1408811"/>
                      <a:pt x="4238428" y="1356868"/>
                    </a:cubicBezTo>
                    <a:lnTo>
                      <a:pt x="4243508" y="1299972"/>
                    </a:lnTo>
                    <a:lnTo>
                      <a:pt x="4238428" y="1356868"/>
                    </a:lnTo>
                    <a:cubicBezTo>
                      <a:pt x="3848284" y="1322070"/>
                      <a:pt x="3613461" y="1334643"/>
                      <a:pt x="3395402" y="1346327"/>
                    </a:cubicBezTo>
                    <a:cubicBezTo>
                      <a:pt x="3291262" y="1351915"/>
                      <a:pt x="3189662" y="1357249"/>
                      <a:pt x="3077267" y="1357122"/>
                    </a:cubicBezTo>
                    <a:cubicBezTo>
                      <a:pt x="3003988" y="1356995"/>
                      <a:pt x="2931979" y="1356868"/>
                      <a:pt x="2858319" y="1356614"/>
                    </a:cubicBezTo>
                    <a:cubicBezTo>
                      <a:pt x="2781484" y="1356487"/>
                      <a:pt x="2702998" y="1356233"/>
                      <a:pt x="2619686" y="1356106"/>
                    </a:cubicBezTo>
                    <a:cubicBezTo>
                      <a:pt x="2409628" y="1355725"/>
                      <a:pt x="2168074" y="1355725"/>
                      <a:pt x="1842954" y="1357122"/>
                    </a:cubicBezTo>
                    <a:lnTo>
                      <a:pt x="1842700" y="1299972"/>
                    </a:lnTo>
                    <a:lnTo>
                      <a:pt x="1842954" y="1357122"/>
                    </a:lnTo>
                    <a:cubicBezTo>
                      <a:pt x="1645342" y="1357884"/>
                      <a:pt x="1462970" y="1348994"/>
                      <a:pt x="1280217" y="1340104"/>
                    </a:cubicBezTo>
                    <a:cubicBezTo>
                      <a:pt x="1092638" y="1330960"/>
                      <a:pt x="904424" y="1321816"/>
                      <a:pt x="695636" y="1322578"/>
                    </a:cubicBezTo>
                    <a:cubicBezTo>
                      <a:pt x="506914" y="1323340"/>
                      <a:pt x="301428" y="1332230"/>
                      <a:pt x="65335" y="1356868"/>
                    </a:cubicBezTo>
                    <a:cubicBezTo>
                      <a:pt x="49206" y="1358519"/>
                      <a:pt x="33204" y="1353312"/>
                      <a:pt x="21139" y="1342390"/>
                    </a:cubicBezTo>
                    <a:cubicBezTo>
                      <a:pt x="9074" y="1331468"/>
                      <a:pt x="2216" y="1316355"/>
                      <a:pt x="2216" y="1300099"/>
                    </a:cubicBezTo>
                    <a:cubicBezTo>
                      <a:pt x="2470" y="1136523"/>
                      <a:pt x="1835" y="974979"/>
                      <a:pt x="1073" y="816864"/>
                    </a:cubicBezTo>
                    <a:cubicBezTo>
                      <a:pt x="438" y="666115"/>
                      <a:pt x="-197" y="518414"/>
                      <a:pt x="57" y="375666"/>
                    </a:cubicBezTo>
                    <a:cubicBezTo>
                      <a:pt x="184" y="274701"/>
                      <a:pt x="819" y="176022"/>
                      <a:pt x="2216" y="80137"/>
                    </a:cubicBezTo>
                    <a:cubicBezTo>
                      <a:pt x="2470" y="63627"/>
                      <a:pt x="9836" y="48006"/>
                      <a:pt x="22536" y="37338"/>
                    </a:cubicBezTo>
                    <a:cubicBezTo>
                      <a:pt x="35236" y="26670"/>
                      <a:pt x="51746" y="21971"/>
                      <a:pt x="68129" y="24511"/>
                    </a:cubicBezTo>
                    <a:moveTo>
                      <a:pt x="50603" y="137541"/>
                    </a:moveTo>
                    <a:lnTo>
                      <a:pt x="59366" y="81026"/>
                    </a:lnTo>
                    <a:lnTo>
                      <a:pt x="116516" y="81915"/>
                    </a:lnTo>
                    <a:cubicBezTo>
                      <a:pt x="115119" y="177165"/>
                      <a:pt x="114484" y="275336"/>
                      <a:pt x="114357" y="375920"/>
                    </a:cubicBezTo>
                    <a:cubicBezTo>
                      <a:pt x="114103" y="518287"/>
                      <a:pt x="114738" y="665607"/>
                      <a:pt x="115373" y="816483"/>
                    </a:cubicBezTo>
                    <a:cubicBezTo>
                      <a:pt x="116008" y="974471"/>
                      <a:pt x="116770" y="1136396"/>
                      <a:pt x="116516" y="1300353"/>
                    </a:cubicBezTo>
                    <a:lnTo>
                      <a:pt x="59366" y="1300226"/>
                    </a:lnTo>
                    <a:lnTo>
                      <a:pt x="53397" y="1243330"/>
                    </a:lnTo>
                    <a:cubicBezTo>
                      <a:pt x="293554" y="1218311"/>
                      <a:pt x="502977" y="1209167"/>
                      <a:pt x="695128" y="1208532"/>
                    </a:cubicBezTo>
                    <a:cubicBezTo>
                      <a:pt x="907345" y="1207643"/>
                      <a:pt x="1098480" y="1217041"/>
                      <a:pt x="1285805" y="1226185"/>
                    </a:cubicBezTo>
                    <a:cubicBezTo>
                      <a:pt x="1468939" y="1235075"/>
                      <a:pt x="1648390" y="1243838"/>
                      <a:pt x="1842573" y="1243076"/>
                    </a:cubicBezTo>
                    <a:cubicBezTo>
                      <a:pt x="2167947" y="1241806"/>
                      <a:pt x="2409628" y="1241806"/>
                      <a:pt x="2619940" y="1242060"/>
                    </a:cubicBezTo>
                    <a:cubicBezTo>
                      <a:pt x="2703379" y="1242187"/>
                      <a:pt x="2781992" y="1242314"/>
                      <a:pt x="2858700" y="1242568"/>
                    </a:cubicBezTo>
                    <a:cubicBezTo>
                      <a:pt x="2932233" y="1242695"/>
                      <a:pt x="3004242" y="1242949"/>
                      <a:pt x="3077521" y="1243076"/>
                    </a:cubicBezTo>
                    <a:lnTo>
                      <a:pt x="3077394" y="1300226"/>
                    </a:lnTo>
                    <a:lnTo>
                      <a:pt x="3077521" y="1243076"/>
                    </a:lnTo>
                    <a:cubicBezTo>
                      <a:pt x="3186360" y="1243203"/>
                      <a:pt x="3284785" y="1237996"/>
                      <a:pt x="3389306" y="1232408"/>
                    </a:cubicBezTo>
                    <a:cubicBezTo>
                      <a:pt x="3609270" y="1220724"/>
                      <a:pt x="3850443" y="1207770"/>
                      <a:pt x="4248461" y="1243330"/>
                    </a:cubicBezTo>
                    <a:cubicBezTo>
                      <a:pt x="4829867" y="1295146"/>
                      <a:pt x="5031924" y="1305560"/>
                      <a:pt x="5399970" y="1243838"/>
                    </a:cubicBezTo>
                    <a:cubicBezTo>
                      <a:pt x="5467661" y="1232535"/>
                      <a:pt x="5547036" y="1225677"/>
                      <a:pt x="5633142" y="1221867"/>
                    </a:cubicBezTo>
                    <a:cubicBezTo>
                      <a:pt x="5860980" y="1211961"/>
                      <a:pt x="6144571" y="1223010"/>
                      <a:pt x="6397428" y="1232916"/>
                    </a:cubicBezTo>
                    <a:cubicBezTo>
                      <a:pt x="6606978" y="1241171"/>
                      <a:pt x="6793922" y="1248410"/>
                      <a:pt x="6915969" y="1243076"/>
                    </a:cubicBezTo>
                    <a:lnTo>
                      <a:pt x="6918509" y="1300226"/>
                    </a:lnTo>
                    <a:lnTo>
                      <a:pt x="6861613" y="1305052"/>
                    </a:lnTo>
                    <a:cubicBezTo>
                      <a:pt x="6850056" y="1170559"/>
                      <a:pt x="6844595" y="1053973"/>
                      <a:pt x="6842817" y="948182"/>
                    </a:cubicBezTo>
                    <a:cubicBezTo>
                      <a:pt x="6840023" y="783590"/>
                      <a:pt x="6846119" y="645795"/>
                      <a:pt x="6852215" y="509905"/>
                    </a:cubicBezTo>
                    <a:cubicBezTo>
                      <a:pt x="6858311" y="374396"/>
                      <a:pt x="6864153" y="240792"/>
                      <a:pt x="6861486" y="81915"/>
                    </a:cubicBezTo>
                    <a:lnTo>
                      <a:pt x="6918636" y="80899"/>
                    </a:lnTo>
                    <a:lnTo>
                      <a:pt x="6924097" y="137795"/>
                    </a:lnTo>
                    <a:cubicBezTo>
                      <a:pt x="6482137" y="180213"/>
                      <a:pt x="5614854" y="191389"/>
                      <a:pt x="5061134" y="137795"/>
                    </a:cubicBezTo>
                    <a:cubicBezTo>
                      <a:pt x="4744269" y="107188"/>
                      <a:pt x="4413307" y="121920"/>
                      <a:pt x="4143432" y="134112"/>
                    </a:cubicBezTo>
                    <a:cubicBezTo>
                      <a:pt x="3954964" y="142621"/>
                      <a:pt x="3790880" y="150241"/>
                      <a:pt x="3687883" y="137541"/>
                    </a:cubicBezTo>
                    <a:cubicBezTo>
                      <a:pt x="3459283" y="109474"/>
                      <a:pt x="3019101" y="103505"/>
                      <a:pt x="2532818" y="137795"/>
                    </a:cubicBezTo>
                    <a:cubicBezTo>
                      <a:pt x="2341429" y="151257"/>
                      <a:pt x="2183314" y="154813"/>
                      <a:pt x="2033327" y="153797"/>
                    </a:cubicBezTo>
                    <a:cubicBezTo>
                      <a:pt x="1922202" y="153035"/>
                      <a:pt x="1815522" y="149860"/>
                      <a:pt x="1703762" y="146558"/>
                    </a:cubicBezTo>
                    <a:cubicBezTo>
                      <a:pt x="1578794" y="142875"/>
                      <a:pt x="1446968" y="138938"/>
                      <a:pt x="1293806" y="137922"/>
                    </a:cubicBezTo>
                    <a:cubicBezTo>
                      <a:pt x="1119181" y="136779"/>
                      <a:pt x="950271" y="143256"/>
                      <a:pt x="789235" y="149479"/>
                    </a:cubicBezTo>
                    <a:cubicBezTo>
                      <a:pt x="516058" y="160020"/>
                      <a:pt x="262058" y="170053"/>
                      <a:pt x="50730" y="137160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19050"/>
                <a:ext cx="6973436" cy="1352550"/>
              </a:xfrm>
              <a:prstGeom prst="rect">
                <a:avLst/>
              </a:prstGeom>
            </p:spPr>
            <p:txBody>
              <a:bodyPr wrap="none" lIns="50800" tIns="50800" rIns="50800" bIns="50800" rtlCol="0" anchor="ctr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>
                    <a:solidFill>
                      <a:srgbClr val="FFFFFF"/>
                    </a:solidFill>
                    <a:latin typeface="Arimo"/>
                    <a:ea typeface="맑은 고딕"/>
                    <a:cs typeface="Arimo"/>
                    <a:sym typeface="Arimo"/>
                  </a:rPr>
                  <a:t>2P &amp; 에릭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3920712" y="2173358"/>
              <a:ext cx="6973436" cy="1333500"/>
              <a:chOff x="0" y="0"/>
              <a:chExt cx="6973436" cy="13335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34187" y="39376"/>
                <a:ext cx="6883772" cy="1274632"/>
              </a:xfrm>
              <a:custGeom>
                <a:avLst/>
                <a:gdLst/>
                <a:ahLst/>
                <a:cxnLst/>
                <a:rect l="l" t="t" r="r" b="b"/>
                <a:pathLst>
                  <a:path w="6883772" h="1274632">
                    <a:moveTo>
                      <a:pt x="22963" y="17774"/>
                    </a:moveTo>
                    <a:cubicBezTo>
                      <a:pt x="487275" y="-19056"/>
                      <a:pt x="798552" y="19806"/>
                      <a:pt x="1326237" y="17774"/>
                    </a:cubicBezTo>
                    <a:cubicBezTo>
                      <a:pt x="1853922" y="15742"/>
                      <a:pt x="2046581" y="-3435"/>
                      <a:pt x="2492351" y="17774"/>
                    </a:cubicBezTo>
                    <a:cubicBezTo>
                      <a:pt x="2938121" y="38983"/>
                      <a:pt x="3624302" y="-31248"/>
                      <a:pt x="3932785" y="17774"/>
                    </a:cubicBezTo>
                    <a:cubicBezTo>
                      <a:pt x="4241268" y="66796"/>
                      <a:pt x="4767556" y="-8388"/>
                      <a:pt x="5236059" y="17774"/>
                    </a:cubicBezTo>
                    <a:cubicBezTo>
                      <a:pt x="5704562" y="43936"/>
                      <a:pt x="6134457" y="32379"/>
                      <a:pt x="6882233" y="17774"/>
                    </a:cubicBezTo>
                    <a:cubicBezTo>
                      <a:pt x="6889980" y="529076"/>
                      <a:pt x="6865088" y="702812"/>
                      <a:pt x="6882233" y="1236974"/>
                    </a:cubicBezTo>
                    <a:cubicBezTo>
                      <a:pt x="6580862" y="1211574"/>
                      <a:pt x="5839182" y="1209669"/>
                      <a:pt x="5441799" y="1236974"/>
                    </a:cubicBezTo>
                    <a:cubicBezTo>
                      <a:pt x="5044416" y="1264279"/>
                      <a:pt x="4496030" y="1305935"/>
                      <a:pt x="4001365" y="1236974"/>
                    </a:cubicBezTo>
                    <a:cubicBezTo>
                      <a:pt x="3506700" y="1168013"/>
                      <a:pt x="3006193" y="1197477"/>
                      <a:pt x="2560931" y="1236974"/>
                    </a:cubicBezTo>
                    <a:cubicBezTo>
                      <a:pt x="2115669" y="1276471"/>
                      <a:pt x="660122" y="1281551"/>
                      <a:pt x="23090" y="1236974"/>
                    </a:cubicBezTo>
                    <a:cubicBezTo>
                      <a:pt x="-28091" y="862578"/>
                      <a:pt x="21566" y="365500"/>
                      <a:pt x="23090" y="17774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54884" y="33432"/>
                <a:ext cx="6862214" cy="1286072"/>
              </a:xfrm>
              <a:custGeom>
                <a:avLst/>
                <a:gdLst/>
                <a:ahLst/>
                <a:cxnLst/>
                <a:rect l="l" t="t" r="r" b="b"/>
                <a:pathLst>
                  <a:path w="6862214" h="1286072">
                    <a:moveTo>
                      <a:pt x="2266" y="23718"/>
                    </a:moveTo>
                    <a:cubicBezTo>
                      <a:pt x="326751" y="74264"/>
                      <a:pt x="759440" y="20670"/>
                      <a:pt x="1236960" y="23718"/>
                    </a:cubicBezTo>
                    <a:cubicBezTo>
                      <a:pt x="1714480" y="26766"/>
                      <a:pt x="1983466" y="58135"/>
                      <a:pt x="2471654" y="23718"/>
                    </a:cubicBezTo>
                    <a:cubicBezTo>
                      <a:pt x="2959842" y="-10699"/>
                      <a:pt x="3403961" y="-4984"/>
                      <a:pt x="3637768" y="23718"/>
                    </a:cubicBezTo>
                    <a:cubicBezTo>
                      <a:pt x="3871575" y="52420"/>
                      <a:pt x="4459839" y="-29495"/>
                      <a:pt x="5009622" y="23718"/>
                    </a:cubicBezTo>
                    <a:cubicBezTo>
                      <a:pt x="5559405" y="76931"/>
                      <a:pt x="6422878" y="65755"/>
                      <a:pt x="6861536" y="23718"/>
                    </a:cubicBezTo>
                    <a:cubicBezTo>
                      <a:pt x="6868775" y="449803"/>
                      <a:pt x="6814546" y="695548"/>
                      <a:pt x="6861536" y="1242918"/>
                    </a:cubicBezTo>
                    <a:cubicBezTo>
                      <a:pt x="6527145" y="1257523"/>
                      <a:pt x="5728315" y="1179926"/>
                      <a:pt x="5352522" y="1242918"/>
                    </a:cubicBezTo>
                    <a:cubicBezTo>
                      <a:pt x="4976729" y="1305910"/>
                      <a:pt x="4768449" y="1294734"/>
                      <a:pt x="4186408" y="1242918"/>
                    </a:cubicBezTo>
                    <a:cubicBezTo>
                      <a:pt x="3604367" y="1191102"/>
                      <a:pt x="3362940" y="1243426"/>
                      <a:pt x="3020294" y="1242918"/>
                    </a:cubicBezTo>
                    <a:cubicBezTo>
                      <a:pt x="2677648" y="1242410"/>
                      <a:pt x="2363704" y="1240632"/>
                      <a:pt x="1785600" y="1242918"/>
                    </a:cubicBezTo>
                    <a:cubicBezTo>
                      <a:pt x="1207496" y="1245204"/>
                      <a:pt x="760583" y="1163924"/>
                      <a:pt x="2266" y="1242918"/>
                    </a:cubicBezTo>
                    <a:cubicBezTo>
                      <a:pt x="3028" y="812007"/>
                      <a:pt x="-3195" y="395828"/>
                      <a:pt x="2266" y="2371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-23126" y="-17836"/>
                <a:ext cx="6997992" cy="1389039"/>
              </a:xfrm>
              <a:custGeom>
                <a:avLst/>
                <a:gdLst/>
                <a:ahLst/>
                <a:cxnLst/>
                <a:rect l="l" t="t" r="r" b="b"/>
                <a:pathLst>
                  <a:path w="6997992" h="1389039">
                    <a:moveTo>
                      <a:pt x="75704" y="17963"/>
                    </a:moveTo>
                    <a:cubicBezTo>
                      <a:pt x="371360" y="-5532"/>
                      <a:pt x="605802" y="1453"/>
                      <a:pt x="868819" y="9200"/>
                    </a:cubicBezTo>
                    <a:cubicBezTo>
                      <a:pt x="1023759" y="13772"/>
                      <a:pt x="1188732" y="18598"/>
                      <a:pt x="1383296" y="17836"/>
                    </a:cubicBezTo>
                    <a:cubicBezTo>
                      <a:pt x="1563763" y="17201"/>
                      <a:pt x="1704860" y="14407"/>
                      <a:pt x="1830717" y="11994"/>
                    </a:cubicBezTo>
                    <a:cubicBezTo>
                      <a:pt x="1931428" y="10089"/>
                      <a:pt x="2022487" y="8311"/>
                      <a:pt x="2115832" y="7930"/>
                    </a:cubicBezTo>
                    <a:cubicBezTo>
                      <a:pt x="2246261" y="7422"/>
                      <a:pt x="2380754" y="9708"/>
                      <a:pt x="2552331" y="17836"/>
                    </a:cubicBezTo>
                    <a:cubicBezTo>
                      <a:pt x="2745244" y="26980"/>
                      <a:pt x="2984766" y="18852"/>
                      <a:pt x="3221748" y="10724"/>
                    </a:cubicBezTo>
                    <a:cubicBezTo>
                      <a:pt x="3445649" y="2977"/>
                      <a:pt x="3667645" y="-4643"/>
                      <a:pt x="3839349" y="3485"/>
                    </a:cubicBezTo>
                    <a:cubicBezTo>
                      <a:pt x="3898150" y="6279"/>
                      <a:pt x="3952252" y="10978"/>
                      <a:pt x="3999115" y="18471"/>
                    </a:cubicBezTo>
                    <a:cubicBezTo>
                      <a:pt x="4157992" y="43744"/>
                      <a:pt x="4380115" y="34727"/>
                      <a:pt x="4631575" y="24186"/>
                    </a:cubicBezTo>
                    <a:cubicBezTo>
                      <a:pt x="4845062" y="15296"/>
                      <a:pt x="5076837" y="5517"/>
                      <a:pt x="5296674" y="17836"/>
                    </a:cubicBezTo>
                    <a:lnTo>
                      <a:pt x="5293499" y="74859"/>
                    </a:lnTo>
                    <a:lnTo>
                      <a:pt x="5296674" y="17836"/>
                    </a:lnTo>
                    <a:cubicBezTo>
                      <a:pt x="5726188" y="41839"/>
                      <a:pt x="6123190" y="33965"/>
                      <a:pt x="6769874" y="21138"/>
                    </a:cubicBezTo>
                    <a:cubicBezTo>
                      <a:pt x="6823976" y="20122"/>
                      <a:pt x="6880237" y="18979"/>
                      <a:pt x="6938276" y="17836"/>
                    </a:cubicBezTo>
                    <a:cubicBezTo>
                      <a:pt x="6953516" y="17582"/>
                      <a:pt x="6968121" y="23297"/>
                      <a:pt x="6979043" y="33838"/>
                    </a:cubicBezTo>
                    <a:cubicBezTo>
                      <a:pt x="6989965" y="44379"/>
                      <a:pt x="6996315" y="58857"/>
                      <a:pt x="6996442" y="74097"/>
                    </a:cubicBezTo>
                    <a:cubicBezTo>
                      <a:pt x="6999871" y="302316"/>
                      <a:pt x="6996950" y="463733"/>
                      <a:pt x="6994029" y="618927"/>
                    </a:cubicBezTo>
                    <a:cubicBezTo>
                      <a:pt x="6991362" y="763961"/>
                      <a:pt x="6988695" y="903407"/>
                      <a:pt x="6991489" y="1087938"/>
                    </a:cubicBezTo>
                    <a:cubicBezTo>
                      <a:pt x="6992378" y="1150295"/>
                      <a:pt x="6994029" y="1217732"/>
                      <a:pt x="6996442" y="1292281"/>
                    </a:cubicBezTo>
                    <a:cubicBezTo>
                      <a:pt x="6996950" y="1308537"/>
                      <a:pt x="6990473" y="1324285"/>
                      <a:pt x="6978662" y="1335588"/>
                    </a:cubicBezTo>
                    <a:cubicBezTo>
                      <a:pt x="6966851" y="1346891"/>
                      <a:pt x="6950722" y="1352479"/>
                      <a:pt x="6934466" y="1351082"/>
                    </a:cubicBezTo>
                    <a:cubicBezTo>
                      <a:pt x="6636397" y="1326063"/>
                      <a:pt x="5897765" y="1324031"/>
                      <a:pt x="5502795" y="1351209"/>
                    </a:cubicBezTo>
                    <a:cubicBezTo>
                      <a:pt x="5488571" y="1352225"/>
                      <a:pt x="5474093" y="1353241"/>
                      <a:pt x="5459361" y="1354257"/>
                    </a:cubicBezTo>
                    <a:cubicBezTo>
                      <a:pt x="5444248" y="1355273"/>
                      <a:pt x="5429008" y="1356289"/>
                      <a:pt x="5413641" y="1357432"/>
                    </a:cubicBezTo>
                    <a:cubicBezTo>
                      <a:pt x="5026418" y="1383975"/>
                      <a:pt x="4516005" y="1415725"/>
                      <a:pt x="4050550" y="1350828"/>
                    </a:cubicBezTo>
                    <a:lnTo>
                      <a:pt x="4058424" y="1294186"/>
                    </a:lnTo>
                    <a:lnTo>
                      <a:pt x="4050550" y="1350828"/>
                    </a:lnTo>
                    <a:cubicBezTo>
                      <a:pt x="3562743" y="1282883"/>
                      <a:pt x="3067570" y="1311712"/>
                      <a:pt x="2623070" y="1351209"/>
                    </a:cubicBezTo>
                    <a:cubicBezTo>
                      <a:pt x="2174252" y="1390960"/>
                      <a:pt x="715530" y="1396040"/>
                      <a:pt x="76212" y="1351336"/>
                    </a:cubicBezTo>
                    <a:cubicBezTo>
                      <a:pt x="49161" y="1349431"/>
                      <a:pt x="27190" y="1328857"/>
                      <a:pt x="23634" y="1302060"/>
                    </a:cubicBezTo>
                    <a:cubicBezTo>
                      <a:pt x="-12815" y="1035487"/>
                      <a:pt x="774" y="710240"/>
                      <a:pt x="12585" y="424236"/>
                    </a:cubicBezTo>
                    <a:cubicBezTo>
                      <a:pt x="17792" y="297998"/>
                      <a:pt x="22618" y="179380"/>
                      <a:pt x="23126" y="74732"/>
                    </a:cubicBezTo>
                    <a:cubicBezTo>
                      <a:pt x="23253" y="45014"/>
                      <a:pt x="46113" y="20376"/>
                      <a:pt x="75704" y="17963"/>
                    </a:cubicBezTo>
                    <a:moveTo>
                      <a:pt x="84721" y="131882"/>
                    </a:moveTo>
                    <a:lnTo>
                      <a:pt x="80276" y="74986"/>
                    </a:lnTo>
                    <a:lnTo>
                      <a:pt x="137426" y="75240"/>
                    </a:lnTo>
                    <a:cubicBezTo>
                      <a:pt x="136918" y="182428"/>
                      <a:pt x="131965" y="303332"/>
                      <a:pt x="126758" y="428935"/>
                    </a:cubicBezTo>
                    <a:cubicBezTo>
                      <a:pt x="114820" y="717987"/>
                      <a:pt x="102120" y="1032185"/>
                      <a:pt x="136918" y="1286439"/>
                    </a:cubicBezTo>
                    <a:lnTo>
                      <a:pt x="80276" y="1294186"/>
                    </a:lnTo>
                    <a:lnTo>
                      <a:pt x="84213" y="1237163"/>
                    </a:lnTo>
                    <a:cubicBezTo>
                      <a:pt x="718832" y="1281486"/>
                      <a:pt x="2171458" y="1276406"/>
                      <a:pt x="2613037" y="1237290"/>
                    </a:cubicBezTo>
                    <a:lnTo>
                      <a:pt x="2618117" y="1294186"/>
                    </a:lnTo>
                    <a:lnTo>
                      <a:pt x="2613037" y="1237290"/>
                    </a:lnTo>
                    <a:cubicBezTo>
                      <a:pt x="3058934" y="1197793"/>
                      <a:pt x="3564902" y="1167694"/>
                      <a:pt x="4066425" y="1237671"/>
                    </a:cubicBezTo>
                    <a:cubicBezTo>
                      <a:pt x="4518291" y="1300663"/>
                      <a:pt x="5017401" y="1270056"/>
                      <a:pt x="5405894" y="1243386"/>
                    </a:cubicBezTo>
                    <a:cubicBezTo>
                      <a:pt x="5421261" y="1242370"/>
                      <a:pt x="5436501" y="1241227"/>
                      <a:pt x="5451614" y="1240211"/>
                    </a:cubicBezTo>
                    <a:cubicBezTo>
                      <a:pt x="5466346" y="1239195"/>
                      <a:pt x="5480824" y="1238179"/>
                      <a:pt x="5495048" y="1237163"/>
                    </a:cubicBezTo>
                    <a:lnTo>
                      <a:pt x="5498985" y="1294186"/>
                    </a:lnTo>
                    <a:lnTo>
                      <a:pt x="5495048" y="1237163"/>
                    </a:lnTo>
                    <a:cubicBezTo>
                      <a:pt x="5894717" y="1209731"/>
                      <a:pt x="6639318" y="1211636"/>
                      <a:pt x="6944118" y="1237290"/>
                    </a:cubicBezTo>
                    <a:lnTo>
                      <a:pt x="6939292" y="1294186"/>
                    </a:lnTo>
                    <a:lnTo>
                      <a:pt x="6882142" y="1295964"/>
                    </a:lnTo>
                    <a:cubicBezTo>
                      <a:pt x="6879729" y="1220780"/>
                      <a:pt x="6878205" y="1152708"/>
                      <a:pt x="6877189" y="1089716"/>
                    </a:cubicBezTo>
                    <a:cubicBezTo>
                      <a:pt x="6874395" y="903026"/>
                      <a:pt x="6876935" y="761929"/>
                      <a:pt x="6879729" y="616768"/>
                    </a:cubicBezTo>
                    <a:cubicBezTo>
                      <a:pt x="6882650" y="461701"/>
                      <a:pt x="6885571" y="301935"/>
                      <a:pt x="6882142" y="75748"/>
                    </a:cubicBezTo>
                    <a:lnTo>
                      <a:pt x="6939292" y="74859"/>
                    </a:lnTo>
                    <a:lnTo>
                      <a:pt x="6940435" y="132009"/>
                    </a:lnTo>
                    <a:cubicBezTo>
                      <a:pt x="6882396" y="133152"/>
                      <a:pt x="6826135" y="134295"/>
                      <a:pt x="6771779" y="135311"/>
                    </a:cubicBezTo>
                    <a:cubicBezTo>
                      <a:pt x="6126238" y="148138"/>
                      <a:pt x="5724664" y="156139"/>
                      <a:pt x="5289943" y="131882"/>
                    </a:cubicBezTo>
                    <a:cubicBezTo>
                      <a:pt x="5076710" y="119944"/>
                      <a:pt x="4850650" y="129342"/>
                      <a:pt x="4636020" y="138359"/>
                    </a:cubicBezTo>
                    <a:cubicBezTo>
                      <a:pt x="4389386" y="148646"/>
                      <a:pt x="4153801" y="158806"/>
                      <a:pt x="3980954" y="131247"/>
                    </a:cubicBezTo>
                    <a:lnTo>
                      <a:pt x="3989971" y="74859"/>
                    </a:lnTo>
                    <a:lnTo>
                      <a:pt x="3980954" y="131247"/>
                    </a:lnTo>
                    <a:cubicBezTo>
                      <a:pt x="3939679" y="124643"/>
                      <a:pt x="3890149" y="120325"/>
                      <a:pt x="3833761" y="117531"/>
                    </a:cubicBezTo>
                    <a:cubicBezTo>
                      <a:pt x="3667899" y="109657"/>
                      <a:pt x="3451110" y="117023"/>
                      <a:pt x="3225558" y="124770"/>
                    </a:cubicBezTo>
                    <a:cubicBezTo>
                      <a:pt x="2990100" y="132898"/>
                      <a:pt x="2745371" y="141280"/>
                      <a:pt x="2546870" y="131882"/>
                    </a:cubicBezTo>
                    <a:lnTo>
                      <a:pt x="2549537" y="74859"/>
                    </a:lnTo>
                    <a:lnTo>
                      <a:pt x="2546870" y="131882"/>
                    </a:lnTo>
                    <a:cubicBezTo>
                      <a:pt x="2377325" y="123754"/>
                      <a:pt x="2244737" y="121595"/>
                      <a:pt x="2116213" y="122103"/>
                    </a:cubicBezTo>
                    <a:cubicBezTo>
                      <a:pt x="2023884" y="122484"/>
                      <a:pt x="1933714" y="124135"/>
                      <a:pt x="1832876" y="126167"/>
                    </a:cubicBezTo>
                    <a:cubicBezTo>
                      <a:pt x="1707019" y="128580"/>
                      <a:pt x="1565160" y="131247"/>
                      <a:pt x="1383804" y="132009"/>
                    </a:cubicBezTo>
                    <a:lnTo>
                      <a:pt x="1383550" y="74859"/>
                    </a:lnTo>
                    <a:lnTo>
                      <a:pt x="1383804" y="132009"/>
                    </a:lnTo>
                    <a:cubicBezTo>
                      <a:pt x="1187208" y="132771"/>
                      <a:pt x="1020457" y="127818"/>
                      <a:pt x="865517" y="123373"/>
                    </a:cubicBezTo>
                    <a:cubicBezTo>
                      <a:pt x="602373" y="115626"/>
                      <a:pt x="373646" y="109022"/>
                      <a:pt x="84848" y="131882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-2216" y="-23876"/>
                <a:ext cx="6976357" cy="1400294"/>
              </a:xfrm>
              <a:custGeom>
                <a:avLst/>
                <a:gdLst/>
                <a:ahLst/>
                <a:cxnLst/>
                <a:rect l="l" t="t" r="r" b="b"/>
                <a:pathLst>
                  <a:path w="6976357" h="1400294">
                    <a:moveTo>
                      <a:pt x="68129" y="24511"/>
                    </a:moveTo>
                    <a:cubicBezTo>
                      <a:pt x="266249" y="55372"/>
                      <a:pt x="507930" y="46228"/>
                      <a:pt x="784663" y="35560"/>
                    </a:cubicBezTo>
                    <a:cubicBezTo>
                      <a:pt x="945318" y="29337"/>
                      <a:pt x="1116768" y="22733"/>
                      <a:pt x="1294441" y="23876"/>
                    </a:cubicBezTo>
                    <a:lnTo>
                      <a:pt x="1294060" y="81026"/>
                    </a:lnTo>
                    <a:lnTo>
                      <a:pt x="1294441" y="23876"/>
                    </a:lnTo>
                    <a:cubicBezTo>
                      <a:pt x="1449127" y="24892"/>
                      <a:pt x="1582096" y="28829"/>
                      <a:pt x="1707064" y="32512"/>
                    </a:cubicBezTo>
                    <a:cubicBezTo>
                      <a:pt x="1819078" y="35814"/>
                      <a:pt x="1924361" y="38989"/>
                      <a:pt x="2033962" y="39624"/>
                    </a:cubicBezTo>
                    <a:cubicBezTo>
                      <a:pt x="2181409" y="40640"/>
                      <a:pt x="2336476" y="37211"/>
                      <a:pt x="2524690" y="23876"/>
                    </a:cubicBezTo>
                    <a:lnTo>
                      <a:pt x="2528754" y="80899"/>
                    </a:lnTo>
                    <a:lnTo>
                      <a:pt x="2524690" y="23876"/>
                    </a:lnTo>
                    <a:cubicBezTo>
                      <a:pt x="3014529" y="-10668"/>
                      <a:pt x="3462839" y="-5207"/>
                      <a:pt x="3701726" y="24130"/>
                    </a:cubicBezTo>
                    <a:lnTo>
                      <a:pt x="3694741" y="80899"/>
                    </a:lnTo>
                    <a:lnTo>
                      <a:pt x="3701726" y="24130"/>
                    </a:lnTo>
                    <a:cubicBezTo>
                      <a:pt x="3792658" y="35306"/>
                      <a:pt x="3944550" y="28702"/>
                      <a:pt x="4138225" y="19939"/>
                    </a:cubicBezTo>
                    <a:cubicBezTo>
                      <a:pt x="4406957" y="7747"/>
                      <a:pt x="4745793" y="-7620"/>
                      <a:pt x="5072056" y="24003"/>
                    </a:cubicBezTo>
                    <a:lnTo>
                      <a:pt x="5066595" y="80899"/>
                    </a:lnTo>
                    <a:lnTo>
                      <a:pt x="5072056" y="24003"/>
                    </a:lnTo>
                    <a:cubicBezTo>
                      <a:pt x="5617775" y="76835"/>
                      <a:pt x="6477692" y="65786"/>
                      <a:pt x="6913048" y="24003"/>
                    </a:cubicBezTo>
                    <a:cubicBezTo>
                      <a:pt x="6928923" y="22479"/>
                      <a:pt x="6944671" y="27686"/>
                      <a:pt x="6956609" y="38227"/>
                    </a:cubicBezTo>
                    <a:cubicBezTo>
                      <a:pt x="6968547" y="48768"/>
                      <a:pt x="6975405" y="63881"/>
                      <a:pt x="6975659" y="79883"/>
                    </a:cubicBezTo>
                    <a:cubicBezTo>
                      <a:pt x="6978453" y="242824"/>
                      <a:pt x="6972357" y="379603"/>
                      <a:pt x="6966261" y="514985"/>
                    </a:cubicBezTo>
                    <a:cubicBezTo>
                      <a:pt x="6960165" y="651002"/>
                      <a:pt x="6954196" y="785495"/>
                      <a:pt x="6956990" y="946150"/>
                    </a:cubicBezTo>
                    <a:cubicBezTo>
                      <a:pt x="6958768" y="1049274"/>
                      <a:pt x="6964102" y="1163320"/>
                      <a:pt x="6975405" y="1295146"/>
                    </a:cubicBezTo>
                    <a:cubicBezTo>
                      <a:pt x="6976675" y="1310640"/>
                      <a:pt x="6971722" y="1326007"/>
                      <a:pt x="6961435" y="1337691"/>
                    </a:cubicBezTo>
                    <a:cubicBezTo>
                      <a:pt x="6951148" y="1349375"/>
                      <a:pt x="6936543" y="1356360"/>
                      <a:pt x="6921049" y="1357122"/>
                    </a:cubicBezTo>
                    <a:cubicBezTo>
                      <a:pt x="6793160" y="1362710"/>
                      <a:pt x="6600374" y="1355090"/>
                      <a:pt x="6392983" y="1346962"/>
                    </a:cubicBezTo>
                    <a:cubicBezTo>
                      <a:pt x="6138729" y="1337056"/>
                      <a:pt x="5860345" y="1326134"/>
                      <a:pt x="5638222" y="1335913"/>
                    </a:cubicBezTo>
                    <a:cubicBezTo>
                      <a:pt x="5554529" y="1339596"/>
                      <a:pt x="5480234" y="1346073"/>
                      <a:pt x="5419020" y="1356360"/>
                    </a:cubicBezTo>
                    <a:lnTo>
                      <a:pt x="5409622" y="1299972"/>
                    </a:lnTo>
                    <a:lnTo>
                      <a:pt x="5419020" y="1356360"/>
                    </a:lnTo>
                    <a:cubicBezTo>
                      <a:pt x="5035480" y="1420622"/>
                      <a:pt x="4820977" y="1408811"/>
                      <a:pt x="4238428" y="1356868"/>
                    </a:cubicBezTo>
                    <a:lnTo>
                      <a:pt x="4243508" y="1299972"/>
                    </a:lnTo>
                    <a:lnTo>
                      <a:pt x="4238428" y="1356868"/>
                    </a:lnTo>
                    <a:cubicBezTo>
                      <a:pt x="3848284" y="1322070"/>
                      <a:pt x="3613461" y="1334643"/>
                      <a:pt x="3395402" y="1346327"/>
                    </a:cubicBezTo>
                    <a:cubicBezTo>
                      <a:pt x="3291262" y="1351915"/>
                      <a:pt x="3189662" y="1357249"/>
                      <a:pt x="3077267" y="1357122"/>
                    </a:cubicBezTo>
                    <a:cubicBezTo>
                      <a:pt x="3003988" y="1356995"/>
                      <a:pt x="2931979" y="1356868"/>
                      <a:pt x="2858319" y="1356614"/>
                    </a:cubicBezTo>
                    <a:cubicBezTo>
                      <a:pt x="2781484" y="1356487"/>
                      <a:pt x="2702998" y="1356233"/>
                      <a:pt x="2619686" y="1356106"/>
                    </a:cubicBezTo>
                    <a:cubicBezTo>
                      <a:pt x="2409628" y="1355725"/>
                      <a:pt x="2168074" y="1355725"/>
                      <a:pt x="1842954" y="1357122"/>
                    </a:cubicBezTo>
                    <a:lnTo>
                      <a:pt x="1842700" y="1299972"/>
                    </a:lnTo>
                    <a:lnTo>
                      <a:pt x="1842954" y="1357122"/>
                    </a:lnTo>
                    <a:cubicBezTo>
                      <a:pt x="1645342" y="1357884"/>
                      <a:pt x="1462970" y="1348994"/>
                      <a:pt x="1280217" y="1340104"/>
                    </a:cubicBezTo>
                    <a:cubicBezTo>
                      <a:pt x="1092638" y="1330960"/>
                      <a:pt x="904424" y="1321816"/>
                      <a:pt x="695636" y="1322578"/>
                    </a:cubicBezTo>
                    <a:cubicBezTo>
                      <a:pt x="506914" y="1323340"/>
                      <a:pt x="301428" y="1332230"/>
                      <a:pt x="65335" y="1356868"/>
                    </a:cubicBezTo>
                    <a:cubicBezTo>
                      <a:pt x="49206" y="1358519"/>
                      <a:pt x="33204" y="1353312"/>
                      <a:pt x="21139" y="1342390"/>
                    </a:cubicBezTo>
                    <a:cubicBezTo>
                      <a:pt x="9074" y="1331468"/>
                      <a:pt x="2216" y="1316355"/>
                      <a:pt x="2216" y="1300099"/>
                    </a:cubicBezTo>
                    <a:cubicBezTo>
                      <a:pt x="2470" y="1136523"/>
                      <a:pt x="1835" y="974979"/>
                      <a:pt x="1073" y="816864"/>
                    </a:cubicBezTo>
                    <a:cubicBezTo>
                      <a:pt x="438" y="666115"/>
                      <a:pt x="-197" y="518414"/>
                      <a:pt x="57" y="375666"/>
                    </a:cubicBezTo>
                    <a:cubicBezTo>
                      <a:pt x="184" y="274701"/>
                      <a:pt x="819" y="176022"/>
                      <a:pt x="2216" y="80137"/>
                    </a:cubicBezTo>
                    <a:cubicBezTo>
                      <a:pt x="2470" y="63627"/>
                      <a:pt x="9836" y="48006"/>
                      <a:pt x="22536" y="37338"/>
                    </a:cubicBezTo>
                    <a:cubicBezTo>
                      <a:pt x="35236" y="26670"/>
                      <a:pt x="51746" y="21971"/>
                      <a:pt x="68129" y="24511"/>
                    </a:cubicBezTo>
                    <a:moveTo>
                      <a:pt x="50603" y="137541"/>
                    </a:moveTo>
                    <a:lnTo>
                      <a:pt x="59366" y="81026"/>
                    </a:lnTo>
                    <a:lnTo>
                      <a:pt x="116516" y="81915"/>
                    </a:lnTo>
                    <a:cubicBezTo>
                      <a:pt x="115119" y="177165"/>
                      <a:pt x="114484" y="275336"/>
                      <a:pt x="114357" y="375920"/>
                    </a:cubicBezTo>
                    <a:cubicBezTo>
                      <a:pt x="114103" y="518287"/>
                      <a:pt x="114738" y="665607"/>
                      <a:pt x="115373" y="816483"/>
                    </a:cubicBezTo>
                    <a:cubicBezTo>
                      <a:pt x="116008" y="974471"/>
                      <a:pt x="116770" y="1136396"/>
                      <a:pt x="116516" y="1300353"/>
                    </a:cubicBezTo>
                    <a:lnTo>
                      <a:pt x="59366" y="1300226"/>
                    </a:lnTo>
                    <a:lnTo>
                      <a:pt x="53397" y="1243330"/>
                    </a:lnTo>
                    <a:cubicBezTo>
                      <a:pt x="293554" y="1218311"/>
                      <a:pt x="502977" y="1209167"/>
                      <a:pt x="695128" y="1208532"/>
                    </a:cubicBezTo>
                    <a:cubicBezTo>
                      <a:pt x="907345" y="1207643"/>
                      <a:pt x="1098480" y="1217041"/>
                      <a:pt x="1285805" y="1226185"/>
                    </a:cubicBezTo>
                    <a:cubicBezTo>
                      <a:pt x="1468939" y="1235075"/>
                      <a:pt x="1648390" y="1243838"/>
                      <a:pt x="1842573" y="1243076"/>
                    </a:cubicBezTo>
                    <a:cubicBezTo>
                      <a:pt x="2167947" y="1241806"/>
                      <a:pt x="2409628" y="1241806"/>
                      <a:pt x="2619940" y="1242060"/>
                    </a:cubicBezTo>
                    <a:cubicBezTo>
                      <a:pt x="2703379" y="1242187"/>
                      <a:pt x="2781992" y="1242314"/>
                      <a:pt x="2858700" y="1242568"/>
                    </a:cubicBezTo>
                    <a:cubicBezTo>
                      <a:pt x="2932233" y="1242695"/>
                      <a:pt x="3004242" y="1242949"/>
                      <a:pt x="3077521" y="1243076"/>
                    </a:cubicBezTo>
                    <a:lnTo>
                      <a:pt x="3077394" y="1300226"/>
                    </a:lnTo>
                    <a:lnTo>
                      <a:pt x="3077521" y="1243076"/>
                    </a:lnTo>
                    <a:cubicBezTo>
                      <a:pt x="3186360" y="1243203"/>
                      <a:pt x="3284785" y="1237996"/>
                      <a:pt x="3389306" y="1232408"/>
                    </a:cubicBezTo>
                    <a:cubicBezTo>
                      <a:pt x="3609270" y="1220724"/>
                      <a:pt x="3850443" y="1207770"/>
                      <a:pt x="4248461" y="1243330"/>
                    </a:cubicBezTo>
                    <a:cubicBezTo>
                      <a:pt x="4829867" y="1295146"/>
                      <a:pt x="5031924" y="1305560"/>
                      <a:pt x="5399970" y="1243838"/>
                    </a:cubicBezTo>
                    <a:cubicBezTo>
                      <a:pt x="5467661" y="1232535"/>
                      <a:pt x="5547036" y="1225677"/>
                      <a:pt x="5633142" y="1221867"/>
                    </a:cubicBezTo>
                    <a:cubicBezTo>
                      <a:pt x="5860980" y="1211961"/>
                      <a:pt x="6144571" y="1223010"/>
                      <a:pt x="6397428" y="1232916"/>
                    </a:cubicBezTo>
                    <a:cubicBezTo>
                      <a:pt x="6606978" y="1241171"/>
                      <a:pt x="6793922" y="1248410"/>
                      <a:pt x="6915969" y="1243076"/>
                    </a:cubicBezTo>
                    <a:lnTo>
                      <a:pt x="6918509" y="1300226"/>
                    </a:lnTo>
                    <a:lnTo>
                      <a:pt x="6861613" y="1305052"/>
                    </a:lnTo>
                    <a:cubicBezTo>
                      <a:pt x="6850056" y="1170559"/>
                      <a:pt x="6844595" y="1053973"/>
                      <a:pt x="6842817" y="948182"/>
                    </a:cubicBezTo>
                    <a:cubicBezTo>
                      <a:pt x="6840023" y="783590"/>
                      <a:pt x="6846119" y="645795"/>
                      <a:pt x="6852215" y="509905"/>
                    </a:cubicBezTo>
                    <a:cubicBezTo>
                      <a:pt x="6858311" y="374396"/>
                      <a:pt x="6864153" y="240792"/>
                      <a:pt x="6861486" y="81915"/>
                    </a:cubicBezTo>
                    <a:lnTo>
                      <a:pt x="6918636" y="80899"/>
                    </a:lnTo>
                    <a:lnTo>
                      <a:pt x="6924097" y="137795"/>
                    </a:lnTo>
                    <a:cubicBezTo>
                      <a:pt x="6482137" y="180213"/>
                      <a:pt x="5614854" y="191389"/>
                      <a:pt x="5061134" y="137795"/>
                    </a:cubicBezTo>
                    <a:cubicBezTo>
                      <a:pt x="4744269" y="107188"/>
                      <a:pt x="4413307" y="121920"/>
                      <a:pt x="4143432" y="134112"/>
                    </a:cubicBezTo>
                    <a:cubicBezTo>
                      <a:pt x="3954964" y="142621"/>
                      <a:pt x="3790880" y="150241"/>
                      <a:pt x="3687883" y="137541"/>
                    </a:cubicBezTo>
                    <a:cubicBezTo>
                      <a:pt x="3459283" y="109474"/>
                      <a:pt x="3019101" y="103505"/>
                      <a:pt x="2532818" y="137795"/>
                    </a:cubicBezTo>
                    <a:cubicBezTo>
                      <a:pt x="2341429" y="151257"/>
                      <a:pt x="2183314" y="154813"/>
                      <a:pt x="2033327" y="153797"/>
                    </a:cubicBezTo>
                    <a:cubicBezTo>
                      <a:pt x="1922202" y="153035"/>
                      <a:pt x="1815522" y="149860"/>
                      <a:pt x="1703762" y="146558"/>
                    </a:cubicBezTo>
                    <a:cubicBezTo>
                      <a:pt x="1578794" y="142875"/>
                      <a:pt x="1446968" y="138938"/>
                      <a:pt x="1293806" y="137922"/>
                    </a:cubicBezTo>
                    <a:cubicBezTo>
                      <a:pt x="1119181" y="136779"/>
                      <a:pt x="950271" y="143256"/>
                      <a:pt x="789235" y="149479"/>
                    </a:cubicBezTo>
                    <a:cubicBezTo>
                      <a:pt x="516058" y="160020"/>
                      <a:pt x="262058" y="170053"/>
                      <a:pt x="50730" y="137160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19050"/>
                <a:ext cx="6973436" cy="1352550"/>
              </a:xfrm>
              <a:prstGeom prst="rect">
                <a:avLst/>
              </a:prstGeom>
            </p:spPr>
            <p:txBody>
              <a:bodyPr wrap="none" lIns="50800" tIns="50800" rIns="50800" bIns="50800" rtlCol="0" anchor="ctr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>
                    <a:solidFill>
                      <a:srgbClr val="FFFFFF"/>
                    </a:solidFill>
                    <a:latin typeface="Arimo"/>
                    <a:ea typeface="맑은 고딕"/>
                    <a:cs typeface="Arimo"/>
                    <a:sym typeface="Arimo"/>
                  </a:rPr>
                  <a:t>거미줄에 걸린 열쇠 발견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13920712" y="4346716"/>
              <a:ext cx="6973436" cy="1333500"/>
              <a:chOff x="0" y="0"/>
              <a:chExt cx="6973436" cy="13335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34187" y="39376"/>
                <a:ext cx="6883772" cy="1274632"/>
              </a:xfrm>
              <a:custGeom>
                <a:avLst/>
                <a:gdLst/>
                <a:ahLst/>
                <a:cxnLst/>
                <a:rect l="l" t="t" r="r" b="b"/>
                <a:pathLst>
                  <a:path w="6883772" h="1274632">
                    <a:moveTo>
                      <a:pt x="22963" y="17774"/>
                    </a:moveTo>
                    <a:cubicBezTo>
                      <a:pt x="487275" y="-19056"/>
                      <a:pt x="798552" y="19806"/>
                      <a:pt x="1326237" y="17774"/>
                    </a:cubicBezTo>
                    <a:cubicBezTo>
                      <a:pt x="1853922" y="15742"/>
                      <a:pt x="2046581" y="-3435"/>
                      <a:pt x="2492351" y="17774"/>
                    </a:cubicBezTo>
                    <a:cubicBezTo>
                      <a:pt x="2938121" y="38983"/>
                      <a:pt x="3624302" y="-31248"/>
                      <a:pt x="3932785" y="17774"/>
                    </a:cubicBezTo>
                    <a:cubicBezTo>
                      <a:pt x="4241268" y="66796"/>
                      <a:pt x="4767556" y="-8388"/>
                      <a:pt x="5236059" y="17774"/>
                    </a:cubicBezTo>
                    <a:cubicBezTo>
                      <a:pt x="5704562" y="43936"/>
                      <a:pt x="6134457" y="32379"/>
                      <a:pt x="6882233" y="17774"/>
                    </a:cubicBezTo>
                    <a:cubicBezTo>
                      <a:pt x="6889980" y="529076"/>
                      <a:pt x="6865088" y="702812"/>
                      <a:pt x="6882233" y="1236974"/>
                    </a:cubicBezTo>
                    <a:cubicBezTo>
                      <a:pt x="6580862" y="1211574"/>
                      <a:pt x="5839182" y="1209669"/>
                      <a:pt x="5441799" y="1236974"/>
                    </a:cubicBezTo>
                    <a:cubicBezTo>
                      <a:pt x="5044416" y="1264279"/>
                      <a:pt x="4496030" y="1305935"/>
                      <a:pt x="4001365" y="1236974"/>
                    </a:cubicBezTo>
                    <a:cubicBezTo>
                      <a:pt x="3506700" y="1168013"/>
                      <a:pt x="3006193" y="1197477"/>
                      <a:pt x="2560931" y="1236974"/>
                    </a:cubicBezTo>
                    <a:cubicBezTo>
                      <a:pt x="2115669" y="1276471"/>
                      <a:pt x="660122" y="1281551"/>
                      <a:pt x="23090" y="1236974"/>
                    </a:cubicBezTo>
                    <a:cubicBezTo>
                      <a:pt x="-28091" y="862578"/>
                      <a:pt x="21566" y="365500"/>
                      <a:pt x="23090" y="17774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" name="Freeform 27"/>
              <p:cNvSpPr/>
              <p:nvPr/>
            </p:nvSpPr>
            <p:spPr>
              <a:xfrm>
                <a:off x="54884" y="33432"/>
                <a:ext cx="6862214" cy="1286072"/>
              </a:xfrm>
              <a:custGeom>
                <a:avLst/>
                <a:gdLst/>
                <a:ahLst/>
                <a:cxnLst/>
                <a:rect l="l" t="t" r="r" b="b"/>
                <a:pathLst>
                  <a:path w="6862214" h="1286072">
                    <a:moveTo>
                      <a:pt x="2266" y="23718"/>
                    </a:moveTo>
                    <a:cubicBezTo>
                      <a:pt x="326751" y="74264"/>
                      <a:pt x="759440" y="20670"/>
                      <a:pt x="1236960" y="23718"/>
                    </a:cubicBezTo>
                    <a:cubicBezTo>
                      <a:pt x="1714480" y="26766"/>
                      <a:pt x="1983466" y="58135"/>
                      <a:pt x="2471654" y="23718"/>
                    </a:cubicBezTo>
                    <a:cubicBezTo>
                      <a:pt x="2959842" y="-10699"/>
                      <a:pt x="3403961" y="-4984"/>
                      <a:pt x="3637768" y="23718"/>
                    </a:cubicBezTo>
                    <a:cubicBezTo>
                      <a:pt x="3871575" y="52420"/>
                      <a:pt x="4459839" y="-29495"/>
                      <a:pt x="5009622" y="23718"/>
                    </a:cubicBezTo>
                    <a:cubicBezTo>
                      <a:pt x="5559405" y="76931"/>
                      <a:pt x="6422878" y="65755"/>
                      <a:pt x="6861536" y="23718"/>
                    </a:cubicBezTo>
                    <a:cubicBezTo>
                      <a:pt x="6868775" y="449803"/>
                      <a:pt x="6814546" y="695548"/>
                      <a:pt x="6861536" y="1242918"/>
                    </a:cubicBezTo>
                    <a:cubicBezTo>
                      <a:pt x="6527145" y="1257523"/>
                      <a:pt x="5728315" y="1179926"/>
                      <a:pt x="5352522" y="1242918"/>
                    </a:cubicBezTo>
                    <a:cubicBezTo>
                      <a:pt x="4976729" y="1305910"/>
                      <a:pt x="4768449" y="1294734"/>
                      <a:pt x="4186408" y="1242918"/>
                    </a:cubicBezTo>
                    <a:cubicBezTo>
                      <a:pt x="3604367" y="1191102"/>
                      <a:pt x="3362940" y="1243426"/>
                      <a:pt x="3020294" y="1242918"/>
                    </a:cubicBezTo>
                    <a:cubicBezTo>
                      <a:pt x="2677648" y="1242410"/>
                      <a:pt x="2363704" y="1240632"/>
                      <a:pt x="1785600" y="1242918"/>
                    </a:cubicBezTo>
                    <a:cubicBezTo>
                      <a:pt x="1207496" y="1245204"/>
                      <a:pt x="760583" y="1163924"/>
                      <a:pt x="2266" y="1242918"/>
                    </a:cubicBezTo>
                    <a:cubicBezTo>
                      <a:pt x="3028" y="812007"/>
                      <a:pt x="-3195" y="395828"/>
                      <a:pt x="2266" y="2371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" name="Freeform 28"/>
              <p:cNvSpPr/>
              <p:nvPr/>
            </p:nvSpPr>
            <p:spPr>
              <a:xfrm>
                <a:off x="-23126" y="-17836"/>
                <a:ext cx="6997992" cy="1389039"/>
              </a:xfrm>
              <a:custGeom>
                <a:avLst/>
                <a:gdLst/>
                <a:ahLst/>
                <a:cxnLst/>
                <a:rect l="l" t="t" r="r" b="b"/>
                <a:pathLst>
                  <a:path w="6997992" h="1389039">
                    <a:moveTo>
                      <a:pt x="75704" y="17963"/>
                    </a:moveTo>
                    <a:cubicBezTo>
                      <a:pt x="371360" y="-5532"/>
                      <a:pt x="605802" y="1453"/>
                      <a:pt x="868819" y="9200"/>
                    </a:cubicBezTo>
                    <a:cubicBezTo>
                      <a:pt x="1023759" y="13772"/>
                      <a:pt x="1188732" y="18598"/>
                      <a:pt x="1383296" y="17836"/>
                    </a:cubicBezTo>
                    <a:cubicBezTo>
                      <a:pt x="1563763" y="17201"/>
                      <a:pt x="1704860" y="14407"/>
                      <a:pt x="1830717" y="11994"/>
                    </a:cubicBezTo>
                    <a:cubicBezTo>
                      <a:pt x="1931428" y="10089"/>
                      <a:pt x="2022487" y="8311"/>
                      <a:pt x="2115832" y="7930"/>
                    </a:cubicBezTo>
                    <a:cubicBezTo>
                      <a:pt x="2246261" y="7422"/>
                      <a:pt x="2380754" y="9708"/>
                      <a:pt x="2552331" y="17836"/>
                    </a:cubicBezTo>
                    <a:cubicBezTo>
                      <a:pt x="2745244" y="26980"/>
                      <a:pt x="2984766" y="18852"/>
                      <a:pt x="3221748" y="10724"/>
                    </a:cubicBezTo>
                    <a:cubicBezTo>
                      <a:pt x="3445649" y="2977"/>
                      <a:pt x="3667645" y="-4643"/>
                      <a:pt x="3839349" y="3485"/>
                    </a:cubicBezTo>
                    <a:cubicBezTo>
                      <a:pt x="3898150" y="6279"/>
                      <a:pt x="3952252" y="10978"/>
                      <a:pt x="3999115" y="18471"/>
                    </a:cubicBezTo>
                    <a:cubicBezTo>
                      <a:pt x="4157992" y="43744"/>
                      <a:pt x="4380115" y="34727"/>
                      <a:pt x="4631575" y="24186"/>
                    </a:cubicBezTo>
                    <a:cubicBezTo>
                      <a:pt x="4845062" y="15296"/>
                      <a:pt x="5076837" y="5517"/>
                      <a:pt x="5296674" y="17836"/>
                    </a:cubicBezTo>
                    <a:lnTo>
                      <a:pt x="5293499" y="74859"/>
                    </a:lnTo>
                    <a:lnTo>
                      <a:pt x="5296674" y="17836"/>
                    </a:lnTo>
                    <a:cubicBezTo>
                      <a:pt x="5726188" y="41839"/>
                      <a:pt x="6123190" y="33965"/>
                      <a:pt x="6769874" y="21138"/>
                    </a:cubicBezTo>
                    <a:cubicBezTo>
                      <a:pt x="6823976" y="20122"/>
                      <a:pt x="6880237" y="18979"/>
                      <a:pt x="6938276" y="17836"/>
                    </a:cubicBezTo>
                    <a:cubicBezTo>
                      <a:pt x="6953516" y="17582"/>
                      <a:pt x="6968121" y="23297"/>
                      <a:pt x="6979043" y="33838"/>
                    </a:cubicBezTo>
                    <a:cubicBezTo>
                      <a:pt x="6989965" y="44379"/>
                      <a:pt x="6996315" y="58857"/>
                      <a:pt x="6996442" y="74097"/>
                    </a:cubicBezTo>
                    <a:cubicBezTo>
                      <a:pt x="6999871" y="302316"/>
                      <a:pt x="6996950" y="463733"/>
                      <a:pt x="6994029" y="618927"/>
                    </a:cubicBezTo>
                    <a:cubicBezTo>
                      <a:pt x="6991362" y="763961"/>
                      <a:pt x="6988695" y="903407"/>
                      <a:pt x="6991489" y="1087938"/>
                    </a:cubicBezTo>
                    <a:cubicBezTo>
                      <a:pt x="6992378" y="1150295"/>
                      <a:pt x="6994029" y="1217732"/>
                      <a:pt x="6996442" y="1292281"/>
                    </a:cubicBezTo>
                    <a:cubicBezTo>
                      <a:pt x="6996950" y="1308537"/>
                      <a:pt x="6990473" y="1324285"/>
                      <a:pt x="6978662" y="1335588"/>
                    </a:cubicBezTo>
                    <a:cubicBezTo>
                      <a:pt x="6966851" y="1346891"/>
                      <a:pt x="6950722" y="1352479"/>
                      <a:pt x="6934466" y="1351082"/>
                    </a:cubicBezTo>
                    <a:cubicBezTo>
                      <a:pt x="6636397" y="1326063"/>
                      <a:pt x="5897765" y="1324031"/>
                      <a:pt x="5502795" y="1351209"/>
                    </a:cubicBezTo>
                    <a:cubicBezTo>
                      <a:pt x="5488571" y="1352225"/>
                      <a:pt x="5474093" y="1353241"/>
                      <a:pt x="5459361" y="1354257"/>
                    </a:cubicBezTo>
                    <a:cubicBezTo>
                      <a:pt x="5444248" y="1355273"/>
                      <a:pt x="5429008" y="1356289"/>
                      <a:pt x="5413641" y="1357432"/>
                    </a:cubicBezTo>
                    <a:cubicBezTo>
                      <a:pt x="5026418" y="1383975"/>
                      <a:pt x="4516005" y="1415725"/>
                      <a:pt x="4050550" y="1350828"/>
                    </a:cubicBezTo>
                    <a:lnTo>
                      <a:pt x="4058424" y="1294186"/>
                    </a:lnTo>
                    <a:lnTo>
                      <a:pt x="4050550" y="1350828"/>
                    </a:lnTo>
                    <a:cubicBezTo>
                      <a:pt x="3562743" y="1282883"/>
                      <a:pt x="3067570" y="1311712"/>
                      <a:pt x="2623070" y="1351209"/>
                    </a:cubicBezTo>
                    <a:cubicBezTo>
                      <a:pt x="2174252" y="1390960"/>
                      <a:pt x="715530" y="1396040"/>
                      <a:pt x="76212" y="1351336"/>
                    </a:cubicBezTo>
                    <a:cubicBezTo>
                      <a:pt x="49161" y="1349431"/>
                      <a:pt x="27190" y="1328857"/>
                      <a:pt x="23634" y="1302060"/>
                    </a:cubicBezTo>
                    <a:cubicBezTo>
                      <a:pt x="-12815" y="1035487"/>
                      <a:pt x="774" y="710240"/>
                      <a:pt x="12585" y="424236"/>
                    </a:cubicBezTo>
                    <a:cubicBezTo>
                      <a:pt x="17792" y="297998"/>
                      <a:pt x="22618" y="179380"/>
                      <a:pt x="23126" y="74732"/>
                    </a:cubicBezTo>
                    <a:cubicBezTo>
                      <a:pt x="23253" y="45014"/>
                      <a:pt x="46113" y="20376"/>
                      <a:pt x="75704" y="17963"/>
                    </a:cubicBezTo>
                    <a:moveTo>
                      <a:pt x="84721" y="131882"/>
                    </a:moveTo>
                    <a:lnTo>
                      <a:pt x="80276" y="74986"/>
                    </a:lnTo>
                    <a:lnTo>
                      <a:pt x="137426" y="75240"/>
                    </a:lnTo>
                    <a:cubicBezTo>
                      <a:pt x="136918" y="182428"/>
                      <a:pt x="131965" y="303332"/>
                      <a:pt x="126758" y="428935"/>
                    </a:cubicBezTo>
                    <a:cubicBezTo>
                      <a:pt x="114820" y="717987"/>
                      <a:pt x="102120" y="1032185"/>
                      <a:pt x="136918" y="1286439"/>
                    </a:cubicBezTo>
                    <a:lnTo>
                      <a:pt x="80276" y="1294186"/>
                    </a:lnTo>
                    <a:lnTo>
                      <a:pt x="84213" y="1237163"/>
                    </a:lnTo>
                    <a:cubicBezTo>
                      <a:pt x="718832" y="1281486"/>
                      <a:pt x="2171458" y="1276406"/>
                      <a:pt x="2613037" y="1237290"/>
                    </a:cubicBezTo>
                    <a:lnTo>
                      <a:pt x="2618117" y="1294186"/>
                    </a:lnTo>
                    <a:lnTo>
                      <a:pt x="2613037" y="1237290"/>
                    </a:lnTo>
                    <a:cubicBezTo>
                      <a:pt x="3058934" y="1197793"/>
                      <a:pt x="3564902" y="1167694"/>
                      <a:pt x="4066425" y="1237671"/>
                    </a:cubicBezTo>
                    <a:cubicBezTo>
                      <a:pt x="4518291" y="1300663"/>
                      <a:pt x="5017401" y="1270056"/>
                      <a:pt x="5405894" y="1243386"/>
                    </a:cubicBezTo>
                    <a:cubicBezTo>
                      <a:pt x="5421261" y="1242370"/>
                      <a:pt x="5436501" y="1241227"/>
                      <a:pt x="5451614" y="1240211"/>
                    </a:cubicBezTo>
                    <a:cubicBezTo>
                      <a:pt x="5466346" y="1239195"/>
                      <a:pt x="5480824" y="1238179"/>
                      <a:pt x="5495048" y="1237163"/>
                    </a:cubicBezTo>
                    <a:lnTo>
                      <a:pt x="5498985" y="1294186"/>
                    </a:lnTo>
                    <a:lnTo>
                      <a:pt x="5495048" y="1237163"/>
                    </a:lnTo>
                    <a:cubicBezTo>
                      <a:pt x="5894717" y="1209731"/>
                      <a:pt x="6639318" y="1211636"/>
                      <a:pt x="6944118" y="1237290"/>
                    </a:cubicBezTo>
                    <a:lnTo>
                      <a:pt x="6939292" y="1294186"/>
                    </a:lnTo>
                    <a:lnTo>
                      <a:pt x="6882142" y="1295964"/>
                    </a:lnTo>
                    <a:cubicBezTo>
                      <a:pt x="6879729" y="1220780"/>
                      <a:pt x="6878205" y="1152708"/>
                      <a:pt x="6877189" y="1089716"/>
                    </a:cubicBezTo>
                    <a:cubicBezTo>
                      <a:pt x="6874395" y="903026"/>
                      <a:pt x="6876935" y="761929"/>
                      <a:pt x="6879729" y="616768"/>
                    </a:cubicBezTo>
                    <a:cubicBezTo>
                      <a:pt x="6882650" y="461701"/>
                      <a:pt x="6885571" y="301935"/>
                      <a:pt x="6882142" y="75748"/>
                    </a:cubicBezTo>
                    <a:lnTo>
                      <a:pt x="6939292" y="74859"/>
                    </a:lnTo>
                    <a:lnTo>
                      <a:pt x="6940435" y="132009"/>
                    </a:lnTo>
                    <a:cubicBezTo>
                      <a:pt x="6882396" y="133152"/>
                      <a:pt x="6826135" y="134295"/>
                      <a:pt x="6771779" y="135311"/>
                    </a:cubicBezTo>
                    <a:cubicBezTo>
                      <a:pt x="6126238" y="148138"/>
                      <a:pt x="5724664" y="156139"/>
                      <a:pt x="5289943" y="131882"/>
                    </a:cubicBezTo>
                    <a:cubicBezTo>
                      <a:pt x="5076710" y="119944"/>
                      <a:pt x="4850650" y="129342"/>
                      <a:pt x="4636020" y="138359"/>
                    </a:cubicBezTo>
                    <a:cubicBezTo>
                      <a:pt x="4389386" y="148646"/>
                      <a:pt x="4153801" y="158806"/>
                      <a:pt x="3980954" y="131247"/>
                    </a:cubicBezTo>
                    <a:lnTo>
                      <a:pt x="3989971" y="74859"/>
                    </a:lnTo>
                    <a:lnTo>
                      <a:pt x="3980954" y="131247"/>
                    </a:lnTo>
                    <a:cubicBezTo>
                      <a:pt x="3939679" y="124643"/>
                      <a:pt x="3890149" y="120325"/>
                      <a:pt x="3833761" y="117531"/>
                    </a:cubicBezTo>
                    <a:cubicBezTo>
                      <a:pt x="3667899" y="109657"/>
                      <a:pt x="3451110" y="117023"/>
                      <a:pt x="3225558" y="124770"/>
                    </a:cubicBezTo>
                    <a:cubicBezTo>
                      <a:pt x="2990100" y="132898"/>
                      <a:pt x="2745371" y="141280"/>
                      <a:pt x="2546870" y="131882"/>
                    </a:cubicBezTo>
                    <a:lnTo>
                      <a:pt x="2549537" y="74859"/>
                    </a:lnTo>
                    <a:lnTo>
                      <a:pt x="2546870" y="131882"/>
                    </a:lnTo>
                    <a:cubicBezTo>
                      <a:pt x="2377325" y="123754"/>
                      <a:pt x="2244737" y="121595"/>
                      <a:pt x="2116213" y="122103"/>
                    </a:cubicBezTo>
                    <a:cubicBezTo>
                      <a:pt x="2023884" y="122484"/>
                      <a:pt x="1933714" y="124135"/>
                      <a:pt x="1832876" y="126167"/>
                    </a:cubicBezTo>
                    <a:cubicBezTo>
                      <a:pt x="1707019" y="128580"/>
                      <a:pt x="1565160" y="131247"/>
                      <a:pt x="1383804" y="132009"/>
                    </a:cubicBezTo>
                    <a:lnTo>
                      <a:pt x="1383550" y="74859"/>
                    </a:lnTo>
                    <a:lnTo>
                      <a:pt x="1383804" y="132009"/>
                    </a:lnTo>
                    <a:cubicBezTo>
                      <a:pt x="1187208" y="132771"/>
                      <a:pt x="1020457" y="127818"/>
                      <a:pt x="865517" y="123373"/>
                    </a:cubicBezTo>
                    <a:cubicBezTo>
                      <a:pt x="602373" y="115626"/>
                      <a:pt x="373646" y="109022"/>
                      <a:pt x="84848" y="131882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" name="Freeform 29"/>
              <p:cNvSpPr/>
              <p:nvPr/>
            </p:nvSpPr>
            <p:spPr>
              <a:xfrm>
                <a:off x="-2216" y="-23876"/>
                <a:ext cx="6976357" cy="1400294"/>
              </a:xfrm>
              <a:custGeom>
                <a:avLst/>
                <a:gdLst/>
                <a:ahLst/>
                <a:cxnLst/>
                <a:rect l="l" t="t" r="r" b="b"/>
                <a:pathLst>
                  <a:path w="6976357" h="1400294">
                    <a:moveTo>
                      <a:pt x="68129" y="24511"/>
                    </a:moveTo>
                    <a:cubicBezTo>
                      <a:pt x="266249" y="55372"/>
                      <a:pt x="507930" y="46228"/>
                      <a:pt x="784663" y="35560"/>
                    </a:cubicBezTo>
                    <a:cubicBezTo>
                      <a:pt x="945318" y="29337"/>
                      <a:pt x="1116768" y="22733"/>
                      <a:pt x="1294441" y="23876"/>
                    </a:cubicBezTo>
                    <a:lnTo>
                      <a:pt x="1294060" y="81026"/>
                    </a:lnTo>
                    <a:lnTo>
                      <a:pt x="1294441" y="23876"/>
                    </a:lnTo>
                    <a:cubicBezTo>
                      <a:pt x="1449127" y="24892"/>
                      <a:pt x="1582096" y="28829"/>
                      <a:pt x="1707064" y="32512"/>
                    </a:cubicBezTo>
                    <a:cubicBezTo>
                      <a:pt x="1819078" y="35814"/>
                      <a:pt x="1924361" y="38989"/>
                      <a:pt x="2033962" y="39624"/>
                    </a:cubicBezTo>
                    <a:cubicBezTo>
                      <a:pt x="2181409" y="40640"/>
                      <a:pt x="2336476" y="37211"/>
                      <a:pt x="2524690" y="23876"/>
                    </a:cubicBezTo>
                    <a:lnTo>
                      <a:pt x="2528754" y="80899"/>
                    </a:lnTo>
                    <a:lnTo>
                      <a:pt x="2524690" y="23876"/>
                    </a:lnTo>
                    <a:cubicBezTo>
                      <a:pt x="3014529" y="-10668"/>
                      <a:pt x="3462839" y="-5207"/>
                      <a:pt x="3701726" y="24130"/>
                    </a:cubicBezTo>
                    <a:lnTo>
                      <a:pt x="3694741" y="80899"/>
                    </a:lnTo>
                    <a:lnTo>
                      <a:pt x="3701726" y="24130"/>
                    </a:lnTo>
                    <a:cubicBezTo>
                      <a:pt x="3792658" y="35306"/>
                      <a:pt x="3944550" y="28702"/>
                      <a:pt x="4138225" y="19939"/>
                    </a:cubicBezTo>
                    <a:cubicBezTo>
                      <a:pt x="4406957" y="7747"/>
                      <a:pt x="4745793" y="-7620"/>
                      <a:pt x="5072056" y="24003"/>
                    </a:cubicBezTo>
                    <a:lnTo>
                      <a:pt x="5066595" y="80899"/>
                    </a:lnTo>
                    <a:lnTo>
                      <a:pt x="5072056" y="24003"/>
                    </a:lnTo>
                    <a:cubicBezTo>
                      <a:pt x="5617775" y="76835"/>
                      <a:pt x="6477692" y="65786"/>
                      <a:pt x="6913048" y="24003"/>
                    </a:cubicBezTo>
                    <a:cubicBezTo>
                      <a:pt x="6928923" y="22479"/>
                      <a:pt x="6944671" y="27686"/>
                      <a:pt x="6956609" y="38227"/>
                    </a:cubicBezTo>
                    <a:cubicBezTo>
                      <a:pt x="6968547" y="48768"/>
                      <a:pt x="6975405" y="63881"/>
                      <a:pt x="6975659" y="79883"/>
                    </a:cubicBezTo>
                    <a:cubicBezTo>
                      <a:pt x="6978453" y="242824"/>
                      <a:pt x="6972357" y="379603"/>
                      <a:pt x="6966261" y="514985"/>
                    </a:cubicBezTo>
                    <a:cubicBezTo>
                      <a:pt x="6960165" y="651002"/>
                      <a:pt x="6954196" y="785495"/>
                      <a:pt x="6956990" y="946150"/>
                    </a:cubicBezTo>
                    <a:cubicBezTo>
                      <a:pt x="6958768" y="1049274"/>
                      <a:pt x="6964102" y="1163320"/>
                      <a:pt x="6975405" y="1295146"/>
                    </a:cubicBezTo>
                    <a:cubicBezTo>
                      <a:pt x="6976675" y="1310640"/>
                      <a:pt x="6971722" y="1326007"/>
                      <a:pt x="6961435" y="1337691"/>
                    </a:cubicBezTo>
                    <a:cubicBezTo>
                      <a:pt x="6951148" y="1349375"/>
                      <a:pt x="6936543" y="1356360"/>
                      <a:pt x="6921049" y="1357122"/>
                    </a:cubicBezTo>
                    <a:cubicBezTo>
                      <a:pt x="6793160" y="1362710"/>
                      <a:pt x="6600374" y="1355090"/>
                      <a:pt x="6392983" y="1346962"/>
                    </a:cubicBezTo>
                    <a:cubicBezTo>
                      <a:pt x="6138729" y="1337056"/>
                      <a:pt x="5860345" y="1326134"/>
                      <a:pt x="5638222" y="1335913"/>
                    </a:cubicBezTo>
                    <a:cubicBezTo>
                      <a:pt x="5554529" y="1339596"/>
                      <a:pt x="5480234" y="1346073"/>
                      <a:pt x="5419020" y="1356360"/>
                    </a:cubicBezTo>
                    <a:lnTo>
                      <a:pt x="5409622" y="1299972"/>
                    </a:lnTo>
                    <a:lnTo>
                      <a:pt x="5419020" y="1356360"/>
                    </a:lnTo>
                    <a:cubicBezTo>
                      <a:pt x="5035480" y="1420622"/>
                      <a:pt x="4820977" y="1408811"/>
                      <a:pt x="4238428" y="1356868"/>
                    </a:cubicBezTo>
                    <a:lnTo>
                      <a:pt x="4243508" y="1299972"/>
                    </a:lnTo>
                    <a:lnTo>
                      <a:pt x="4238428" y="1356868"/>
                    </a:lnTo>
                    <a:cubicBezTo>
                      <a:pt x="3848284" y="1322070"/>
                      <a:pt x="3613461" y="1334643"/>
                      <a:pt x="3395402" y="1346327"/>
                    </a:cubicBezTo>
                    <a:cubicBezTo>
                      <a:pt x="3291262" y="1351915"/>
                      <a:pt x="3189662" y="1357249"/>
                      <a:pt x="3077267" y="1357122"/>
                    </a:cubicBezTo>
                    <a:cubicBezTo>
                      <a:pt x="3003988" y="1356995"/>
                      <a:pt x="2931979" y="1356868"/>
                      <a:pt x="2858319" y="1356614"/>
                    </a:cubicBezTo>
                    <a:cubicBezTo>
                      <a:pt x="2781484" y="1356487"/>
                      <a:pt x="2702998" y="1356233"/>
                      <a:pt x="2619686" y="1356106"/>
                    </a:cubicBezTo>
                    <a:cubicBezTo>
                      <a:pt x="2409628" y="1355725"/>
                      <a:pt x="2168074" y="1355725"/>
                      <a:pt x="1842954" y="1357122"/>
                    </a:cubicBezTo>
                    <a:lnTo>
                      <a:pt x="1842700" y="1299972"/>
                    </a:lnTo>
                    <a:lnTo>
                      <a:pt x="1842954" y="1357122"/>
                    </a:lnTo>
                    <a:cubicBezTo>
                      <a:pt x="1645342" y="1357884"/>
                      <a:pt x="1462970" y="1348994"/>
                      <a:pt x="1280217" y="1340104"/>
                    </a:cubicBezTo>
                    <a:cubicBezTo>
                      <a:pt x="1092638" y="1330960"/>
                      <a:pt x="904424" y="1321816"/>
                      <a:pt x="695636" y="1322578"/>
                    </a:cubicBezTo>
                    <a:cubicBezTo>
                      <a:pt x="506914" y="1323340"/>
                      <a:pt x="301428" y="1332230"/>
                      <a:pt x="65335" y="1356868"/>
                    </a:cubicBezTo>
                    <a:cubicBezTo>
                      <a:pt x="49206" y="1358519"/>
                      <a:pt x="33204" y="1353312"/>
                      <a:pt x="21139" y="1342390"/>
                    </a:cubicBezTo>
                    <a:cubicBezTo>
                      <a:pt x="9074" y="1331468"/>
                      <a:pt x="2216" y="1316355"/>
                      <a:pt x="2216" y="1300099"/>
                    </a:cubicBezTo>
                    <a:cubicBezTo>
                      <a:pt x="2470" y="1136523"/>
                      <a:pt x="1835" y="974979"/>
                      <a:pt x="1073" y="816864"/>
                    </a:cubicBezTo>
                    <a:cubicBezTo>
                      <a:pt x="438" y="666115"/>
                      <a:pt x="-197" y="518414"/>
                      <a:pt x="57" y="375666"/>
                    </a:cubicBezTo>
                    <a:cubicBezTo>
                      <a:pt x="184" y="274701"/>
                      <a:pt x="819" y="176022"/>
                      <a:pt x="2216" y="80137"/>
                    </a:cubicBezTo>
                    <a:cubicBezTo>
                      <a:pt x="2470" y="63627"/>
                      <a:pt x="9836" y="48006"/>
                      <a:pt x="22536" y="37338"/>
                    </a:cubicBezTo>
                    <a:cubicBezTo>
                      <a:pt x="35236" y="26670"/>
                      <a:pt x="51746" y="21971"/>
                      <a:pt x="68129" y="24511"/>
                    </a:cubicBezTo>
                    <a:moveTo>
                      <a:pt x="50603" y="137541"/>
                    </a:moveTo>
                    <a:lnTo>
                      <a:pt x="59366" y="81026"/>
                    </a:lnTo>
                    <a:lnTo>
                      <a:pt x="116516" y="81915"/>
                    </a:lnTo>
                    <a:cubicBezTo>
                      <a:pt x="115119" y="177165"/>
                      <a:pt x="114484" y="275336"/>
                      <a:pt x="114357" y="375920"/>
                    </a:cubicBezTo>
                    <a:cubicBezTo>
                      <a:pt x="114103" y="518287"/>
                      <a:pt x="114738" y="665607"/>
                      <a:pt x="115373" y="816483"/>
                    </a:cubicBezTo>
                    <a:cubicBezTo>
                      <a:pt x="116008" y="974471"/>
                      <a:pt x="116770" y="1136396"/>
                      <a:pt x="116516" y="1300353"/>
                    </a:cubicBezTo>
                    <a:lnTo>
                      <a:pt x="59366" y="1300226"/>
                    </a:lnTo>
                    <a:lnTo>
                      <a:pt x="53397" y="1243330"/>
                    </a:lnTo>
                    <a:cubicBezTo>
                      <a:pt x="293554" y="1218311"/>
                      <a:pt x="502977" y="1209167"/>
                      <a:pt x="695128" y="1208532"/>
                    </a:cubicBezTo>
                    <a:cubicBezTo>
                      <a:pt x="907345" y="1207643"/>
                      <a:pt x="1098480" y="1217041"/>
                      <a:pt x="1285805" y="1226185"/>
                    </a:cubicBezTo>
                    <a:cubicBezTo>
                      <a:pt x="1468939" y="1235075"/>
                      <a:pt x="1648390" y="1243838"/>
                      <a:pt x="1842573" y="1243076"/>
                    </a:cubicBezTo>
                    <a:cubicBezTo>
                      <a:pt x="2167947" y="1241806"/>
                      <a:pt x="2409628" y="1241806"/>
                      <a:pt x="2619940" y="1242060"/>
                    </a:cubicBezTo>
                    <a:cubicBezTo>
                      <a:pt x="2703379" y="1242187"/>
                      <a:pt x="2781992" y="1242314"/>
                      <a:pt x="2858700" y="1242568"/>
                    </a:cubicBezTo>
                    <a:cubicBezTo>
                      <a:pt x="2932233" y="1242695"/>
                      <a:pt x="3004242" y="1242949"/>
                      <a:pt x="3077521" y="1243076"/>
                    </a:cubicBezTo>
                    <a:lnTo>
                      <a:pt x="3077394" y="1300226"/>
                    </a:lnTo>
                    <a:lnTo>
                      <a:pt x="3077521" y="1243076"/>
                    </a:lnTo>
                    <a:cubicBezTo>
                      <a:pt x="3186360" y="1243203"/>
                      <a:pt x="3284785" y="1237996"/>
                      <a:pt x="3389306" y="1232408"/>
                    </a:cubicBezTo>
                    <a:cubicBezTo>
                      <a:pt x="3609270" y="1220724"/>
                      <a:pt x="3850443" y="1207770"/>
                      <a:pt x="4248461" y="1243330"/>
                    </a:cubicBezTo>
                    <a:cubicBezTo>
                      <a:pt x="4829867" y="1295146"/>
                      <a:pt x="5031924" y="1305560"/>
                      <a:pt x="5399970" y="1243838"/>
                    </a:cubicBezTo>
                    <a:cubicBezTo>
                      <a:pt x="5467661" y="1232535"/>
                      <a:pt x="5547036" y="1225677"/>
                      <a:pt x="5633142" y="1221867"/>
                    </a:cubicBezTo>
                    <a:cubicBezTo>
                      <a:pt x="5860980" y="1211961"/>
                      <a:pt x="6144571" y="1223010"/>
                      <a:pt x="6397428" y="1232916"/>
                    </a:cubicBezTo>
                    <a:cubicBezTo>
                      <a:pt x="6606978" y="1241171"/>
                      <a:pt x="6793922" y="1248410"/>
                      <a:pt x="6915969" y="1243076"/>
                    </a:cubicBezTo>
                    <a:lnTo>
                      <a:pt x="6918509" y="1300226"/>
                    </a:lnTo>
                    <a:lnTo>
                      <a:pt x="6861613" y="1305052"/>
                    </a:lnTo>
                    <a:cubicBezTo>
                      <a:pt x="6850056" y="1170559"/>
                      <a:pt x="6844595" y="1053973"/>
                      <a:pt x="6842817" y="948182"/>
                    </a:cubicBezTo>
                    <a:cubicBezTo>
                      <a:pt x="6840023" y="783590"/>
                      <a:pt x="6846119" y="645795"/>
                      <a:pt x="6852215" y="509905"/>
                    </a:cubicBezTo>
                    <a:cubicBezTo>
                      <a:pt x="6858311" y="374396"/>
                      <a:pt x="6864153" y="240792"/>
                      <a:pt x="6861486" y="81915"/>
                    </a:cubicBezTo>
                    <a:lnTo>
                      <a:pt x="6918636" y="80899"/>
                    </a:lnTo>
                    <a:lnTo>
                      <a:pt x="6924097" y="137795"/>
                    </a:lnTo>
                    <a:cubicBezTo>
                      <a:pt x="6482137" y="180213"/>
                      <a:pt x="5614854" y="191389"/>
                      <a:pt x="5061134" y="137795"/>
                    </a:cubicBezTo>
                    <a:cubicBezTo>
                      <a:pt x="4744269" y="107188"/>
                      <a:pt x="4413307" y="121920"/>
                      <a:pt x="4143432" y="134112"/>
                    </a:cubicBezTo>
                    <a:cubicBezTo>
                      <a:pt x="3954964" y="142621"/>
                      <a:pt x="3790880" y="150241"/>
                      <a:pt x="3687883" y="137541"/>
                    </a:cubicBezTo>
                    <a:cubicBezTo>
                      <a:pt x="3459283" y="109474"/>
                      <a:pt x="3019101" y="103505"/>
                      <a:pt x="2532818" y="137795"/>
                    </a:cubicBezTo>
                    <a:cubicBezTo>
                      <a:pt x="2341429" y="151257"/>
                      <a:pt x="2183314" y="154813"/>
                      <a:pt x="2033327" y="153797"/>
                    </a:cubicBezTo>
                    <a:cubicBezTo>
                      <a:pt x="1922202" y="153035"/>
                      <a:pt x="1815522" y="149860"/>
                      <a:pt x="1703762" y="146558"/>
                    </a:cubicBezTo>
                    <a:cubicBezTo>
                      <a:pt x="1578794" y="142875"/>
                      <a:pt x="1446968" y="138938"/>
                      <a:pt x="1293806" y="137922"/>
                    </a:cubicBezTo>
                    <a:cubicBezTo>
                      <a:pt x="1119181" y="136779"/>
                      <a:pt x="950271" y="143256"/>
                      <a:pt x="789235" y="149479"/>
                    </a:cubicBezTo>
                    <a:cubicBezTo>
                      <a:pt x="516058" y="160020"/>
                      <a:pt x="262058" y="170053"/>
                      <a:pt x="50730" y="137160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19050"/>
                <a:ext cx="6973436" cy="1352550"/>
              </a:xfrm>
              <a:prstGeom prst="rect">
                <a:avLst/>
              </a:prstGeom>
            </p:spPr>
            <p:txBody>
              <a:bodyPr wrap="none" lIns="50800" tIns="50800" rIns="50800" bIns="50800" rtlCol="0" anchor="ctr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>
                    <a:solidFill>
                      <a:srgbClr val="FFFFFF"/>
                    </a:solidFill>
                    <a:latin typeface="Arimo"/>
                    <a:ea typeface="맑은 고딕"/>
                    <a:cs typeface="Arimo"/>
                    <a:sym typeface="Arimo"/>
                  </a:rPr>
                  <a:t>서랍 속 보물 상자 열기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13920712" y="6520074"/>
              <a:ext cx="6973436" cy="1333500"/>
              <a:chOff x="0" y="0"/>
              <a:chExt cx="6973436" cy="13335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34187" y="39376"/>
                <a:ext cx="6883772" cy="1274632"/>
              </a:xfrm>
              <a:custGeom>
                <a:avLst/>
                <a:gdLst/>
                <a:ahLst/>
                <a:cxnLst/>
                <a:rect l="l" t="t" r="r" b="b"/>
                <a:pathLst>
                  <a:path w="6883772" h="1274632">
                    <a:moveTo>
                      <a:pt x="22963" y="17774"/>
                    </a:moveTo>
                    <a:cubicBezTo>
                      <a:pt x="487275" y="-19056"/>
                      <a:pt x="798552" y="19806"/>
                      <a:pt x="1326237" y="17774"/>
                    </a:cubicBezTo>
                    <a:cubicBezTo>
                      <a:pt x="1853922" y="15742"/>
                      <a:pt x="2046581" y="-3435"/>
                      <a:pt x="2492351" y="17774"/>
                    </a:cubicBezTo>
                    <a:cubicBezTo>
                      <a:pt x="2938121" y="38983"/>
                      <a:pt x="3624302" y="-31248"/>
                      <a:pt x="3932785" y="17774"/>
                    </a:cubicBezTo>
                    <a:cubicBezTo>
                      <a:pt x="4241268" y="66796"/>
                      <a:pt x="4767556" y="-8388"/>
                      <a:pt x="5236059" y="17774"/>
                    </a:cubicBezTo>
                    <a:cubicBezTo>
                      <a:pt x="5704562" y="43936"/>
                      <a:pt x="6134457" y="32379"/>
                      <a:pt x="6882233" y="17774"/>
                    </a:cubicBezTo>
                    <a:cubicBezTo>
                      <a:pt x="6889980" y="529076"/>
                      <a:pt x="6865088" y="702812"/>
                      <a:pt x="6882233" y="1236974"/>
                    </a:cubicBezTo>
                    <a:cubicBezTo>
                      <a:pt x="6580862" y="1211574"/>
                      <a:pt x="5839182" y="1209669"/>
                      <a:pt x="5441799" y="1236974"/>
                    </a:cubicBezTo>
                    <a:cubicBezTo>
                      <a:pt x="5044416" y="1264279"/>
                      <a:pt x="4496030" y="1305935"/>
                      <a:pt x="4001365" y="1236974"/>
                    </a:cubicBezTo>
                    <a:cubicBezTo>
                      <a:pt x="3506700" y="1168013"/>
                      <a:pt x="3006193" y="1197477"/>
                      <a:pt x="2560931" y="1236974"/>
                    </a:cubicBezTo>
                    <a:cubicBezTo>
                      <a:pt x="2115669" y="1276471"/>
                      <a:pt x="660122" y="1281551"/>
                      <a:pt x="23090" y="1236974"/>
                    </a:cubicBezTo>
                    <a:cubicBezTo>
                      <a:pt x="-28091" y="862578"/>
                      <a:pt x="21566" y="365500"/>
                      <a:pt x="23090" y="17774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3" name="Freeform 33"/>
              <p:cNvSpPr/>
              <p:nvPr/>
            </p:nvSpPr>
            <p:spPr>
              <a:xfrm>
                <a:off x="54884" y="33432"/>
                <a:ext cx="6862214" cy="1286072"/>
              </a:xfrm>
              <a:custGeom>
                <a:avLst/>
                <a:gdLst/>
                <a:ahLst/>
                <a:cxnLst/>
                <a:rect l="l" t="t" r="r" b="b"/>
                <a:pathLst>
                  <a:path w="6862214" h="1286072">
                    <a:moveTo>
                      <a:pt x="2266" y="23718"/>
                    </a:moveTo>
                    <a:cubicBezTo>
                      <a:pt x="326751" y="74264"/>
                      <a:pt x="759440" y="20670"/>
                      <a:pt x="1236960" y="23718"/>
                    </a:cubicBezTo>
                    <a:cubicBezTo>
                      <a:pt x="1714480" y="26766"/>
                      <a:pt x="1983466" y="58135"/>
                      <a:pt x="2471654" y="23718"/>
                    </a:cubicBezTo>
                    <a:cubicBezTo>
                      <a:pt x="2959842" y="-10699"/>
                      <a:pt x="3403961" y="-4984"/>
                      <a:pt x="3637768" y="23718"/>
                    </a:cubicBezTo>
                    <a:cubicBezTo>
                      <a:pt x="3871575" y="52420"/>
                      <a:pt x="4459839" y="-29495"/>
                      <a:pt x="5009622" y="23718"/>
                    </a:cubicBezTo>
                    <a:cubicBezTo>
                      <a:pt x="5559405" y="76931"/>
                      <a:pt x="6422878" y="65755"/>
                      <a:pt x="6861536" y="23718"/>
                    </a:cubicBezTo>
                    <a:cubicBezTo>
                      <a:pt x="6868775" y="449803"/>
                      <a:pt x="6814546" y="695548"/>
                      <a:pt x="6861536" y="1242918"/>
                    </a:cubicBezTo>
                    <a:cubicBezTo>
                      <a:pt x="6527145" y="1257523"/>
                      <a:pt x="5728315" y="1179926"/>
                      <a:pt x="5352522" y="1242918"/>
                    </a:cubicBezTo>
                    <a:cubicBezTo>
                      <a:pt x="4976729" y="1305910"/>
                      <a:pt x="4768449" y="1294734"/>
                      <a:pt x="4186408" y="1242918"/>
                    </a:cubicBezTo>
                    <a:cubicBezTo>
                      <a:pt x="3604367" y="1191102"/>
                      <a:pt x="3362940" y="1243426"/>
                      <a:pt x="3020294" y="1242918"/>
                    </a:cubicBezTo>
                    <a:cubicBezTo>
                      <a:pt x="2677648" y="1242410"/>
                      <a:pt x="2363704" y="1240632"/>
                      <a:pt x="1785600" y="1242918"/>
                    </a:cubicBezTo>
                    <a:cubicBezTo>
                      <a:pt x="1207496" y="1245204"/>
                      <a:pt x="760583" y="1163924"/>
                      <a:pt x="2266" y="1242918"/>
                    </a:cubicBezTo>
                    <a:cubicBezTo>
                      <a:pt x="3028" y="812007"/>
                      <a:pt x="-3195" y="395828"/>
                      <a:pt x="2266" y="2371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-23126" y="-17836"/>
                <a:ext cx="6997992" cy="1389039"/>
              </a:xfrm>
              <a:custGeom>
                <a:avLst/>
                <a:gdLst/>
                <a:ahLst/>
                <a:cxnLst/>
                <a:rect l="l" t="t" r="r" b="b"/>
                <a:pathLst>
                  <a:path w="6997992" h="1389039">
                    <a:moveTo>
                      <a:pt x="75704" y="17963"/>
                    </a:moveTo>
                    <a:cubicBezTo>
                      <a:pt x="371360" y="-5532"/>
                      <a:pt x="605802" y="1453"/>
                      <a:pt x="868819" y="9200"/>
                    </a:cubicBezTo>
                    <a:cubicBezTo>
                      <a:pt x="1023759" y="13772"/>
                      <a:pt x="1188732" y="18598"/>
                      <a:pt x="1383296" y="17836"/>
                    </a:cubicBezTo>
                    <a:cubicBezTo>
                      <a:pt x="1563763" y="17201"/>
                      <a:pt x="1704860" y="14407"/>
                      <a:pt x="1830717" y="11994"/>
                    </a:cubicBezTo>
                    <a:cubicBezTo>
                      <a:pt x="1931428" y="10089"/>
                      <a:pt x="2022487" y="8311"/>
                      <a:pt x="2115832" y="7930"/>
                    </a:cubicBezTo>
                    <a:cubicBezTo>
                      <a:pt x="2246261" y="7422"/>
                      <a:pt x="2380754" y="9708"/>
                      <a:pt x="2552331" y="17836"/>
                    </a:cubicBezTo>
                    <a:cubicBezTo>
                      <a:pt x="2745244" y="26980"/>
                      <a:pt x="2984766" y="18852"/>
                      <a:pt x="3221748" y="10724"/>
                    </a:cubicBezTo>
                    <a:cubicBezTo>
                      <a:pt x="3445649" y="2977"/>
                      <a:pt x="3667645" y="-4643"/>
                      <a:pt x="3839349" y="3485"/>
                    </a:cubicBezTo>
                    <a:cubicBezTo>
                      <a:pt x="3898150" y="6279"/>
                      <a:pt x="3952252" y="10978"/>
                      <a:pt x="3999115" y="18471"/>
                    </a:cubicBezTo>
                    <a:cubicBezTo>
                      <a:pt x="4157992" y="43744"/>
                      <a:pt x="4380115" y="34727"/>
                      <a:pt x="4631575" y="24186"/>
                    </a:cubicBezTo>
                    <a:cubicBezTo>
                      <a:pt x="4845062" y="15296"/>
                      <a:pt x="5076837" y="5517"/>
                      <a:pt x="5296674" y="17836"/>
                    </a:cubicBezTo>
                    <a:lnTo>
                      <a:pt x="5293499" y="74859"/>
                    </a:lnTo>
                    <a:lnTo>
                      <a:pt x="5296674" y="17836"/>
                    </a:lnTo>
                    <a:cubicBezTo>
                      <a:pt x="5726188" y="41839"/>
                      <a:pt x="6123190" y="33965"/>
                      <a:pt x="6769874" y="21138"/>
                    </a:cubicBezTo>
                    <a:cubicBezTo>
                      <a:pt x="6823976" y="20122"/>
                      <a:pt x="6880237" y="18979"/>
                      <a:pt x="6938276" y="17836"/>
                    </a:cubicBezTo>
                    <a:cubicBezTo>
                      <a:pt x="6953516" y="17582"/>
                      <a:pt x="6968121" y="23297"/>
                      <a:pt x="6979043" y="33838"/>
                    </a:cubicBezTo>
                    <a:cubicBezTo>
                      <a:pt x="6989965" y="44379"/>
                      <a:pt x="6996315" y="58857"/>
                      <a:pt x="6996442" y="74097"/>
                    </a:cubicBezTo>
                    <a:cubicBezTo>
                      <a:pt x="6999871" y="302316"/>
                      <a:pt x="6996950" y="463733"/>
                      <a:pt x="6994029" y="618927"/>
                    </a:cubicBezTo>
                    <a:cubicBezTo>
                      <a:pt x="6991362" y="763961"/>
                      <a:pt x="6988695" y="903407"/>
                      <a:pt x="6991489" y="1087938"/>
                    </a:cubicBezTo>
                    <a:cubicBezTo>
                      <a:pt x="6992378" y="1150295"/>
                      <a:pt x="6994029" y="1217732"/>
                      <a:pt x="6996442" y="1292281"/>
                    </a:cubicBezTo>
                    <a:cubicBezTo>
                      <a:pt x="6996950" y="1308537"/>
                      <a:pt x="6990473" y="1324285"/>
                      <a:pt x="6978662" y="1335588"/>
                    </a:cubicBezTo>
                    <a:cubicBezTo>
                      <a:pt x="6966851" y="1346891"/>
                      <a:pt x="6950722" y="1352479"/>
                      <a:pt x="6934466" y="1351082"/>
                    </a:cubicBezTo>
                    <a:cubicBezTo>
                      <a:pt x="6636397" y="1326063"/>
                      <a:pt x="5897765" y="1324031"/>
                      <a:pt x="5502795" y="1351209"/>
                    </a:cubicBezTo>
                    <a:cubicBezTo>
                      <a:pt x="5488571" y="1352225"/>
                      <a:pt x="5474093" y="1353241"/>
                      <a:pt x="5459361" y="1354257"/>
                    </a:cubicBezTo>
                    <a:cubicBezTo>
                      <a:pt x="5444248" y="1355273"/>
                      <a:pt x="5429008" y="1356289"/>
                      <a:pt x="5413641" y="1357432"/>
                    </a:cubicBezTo>
                    <a:cubicBezTo>
                      <a:pt x="5026418" y="1383975"/>
                      <a:pt x="4516005" y="1415725"/>
                      <a:pt x="4050550" y="1350828"/>
                    </a:cubicBezTo>
                    <a:lnTo>
                      <a:pt x="4058424" y="1294186"/>
                    </a:lnTo>
                    <a:lnTo>
                      <a:pt x="4050550" y="1350828"/>
                    </a:lnTo>
                    <a:cubicBezTo>
                      <a:pt x="3562743" y="1282883"/>
                      <a:pt x="3067570" y="1311712"/>
                      <a:pt x="2623070" y="1351209"/>
                    </a:cubicBezTo>
                    <a:cubicBezTo>
                      <a:pt x="2174252" y="1390960"/>
                      <a:pt x="715530" y="1396040"/>
                      <a:pt x="76212" y="1351336"/>
                    </a:cubicBezTo>
                    <a:cubicBezTo>
                      <a:pt x="49161" y="1349431"/>
                      <a:pt x="27190" y="1328857"/>
                      <a:pt x="23634" y="1302060"/>
                    </a:cubicBezTo>
                    <a:cubicBezTo>
                      <a:pt x="-12815" y="1035487"/>
                      <a:pt x="774" y="710240"/>
                      <a:pt x="12585" y="424236"/>
                    </a:cubicBezTo>
                    <a:cubicBezTo>
                      <a:pt x="17792" y="297998"/>
                      <a:pt x="22618" y="179380"/>
                      <a:pt x="23126" y="74732"/>
                    </a:cubicBezTo>
                    <a:cubicBezTo>
                      <a:pt x="23253" y="45014"/>
                      <a:pt x="46113" y="20376"/>
                      <a:pt x="75704" y="17963"/>
                    </a:cubicBezTo>
                    <a:moveTo>
                      <a:pt x="84721" y="131882"/>
                    </a:moveTo>
                    <a:lnTo>
                      <a:pt x="80276" y="74986"/>
                    </a:lnTo>
                    <a:lnTo>
                      <a:pt x="137426" y="75240"/>
                    </a:lnTo>
                    <a:cubicBezTo>
                      <a:pt x="136918" y="182428"/>
                      <a:pt x="131965" y="303332"/>
                      <a:pt x="126758" y="428935"/>
                    </a:cubicBezTo>
                    <a:cubicBezTo>
                      <a:pt x="114820" y="717987"/>
                      <a:pt x="102120" y="1032185"/>
                      <a:pt x="136918" y="1286439"/>
                    </a:cubicBezTo>
                    <a:lnTo>
                      <a:pt x="80276" y="1294186"/>
                    </a:lnTo>
                    <a:lnTo>
                      <a:pt x="84213" y="1237163"/>
                    </a:lnTo>
                    <a:cubicBezTo>
                      <a:pt x="718832" y="1281486"/>
                      <a:pt x="2171458" y="1276406"/>
                      <a:pt x="2613037" y="1237290"/>
                    </a:cubicBezTo>
                    <a:lnTo>
                      <a:pt x="2618117" y="1294186"/>
                    </a:lnTo>
                    <a:lnTo>
                      <a:pt x="2613037" y="1237290"/>
                    </a:lnTo>
                    <a:cubicBezTo>
                      <a:pt x="3058934" y="1197793"/>
                      <a:pt x="3564902" y="1167694"/>
                      <a:pt x="4066425" y="1237671"/>
                    </a:cubicBezTo>
                    <a:cubicBezTo>
                      <a:pt x="4518291" y="1300663"/>
                      <a:pt x="5017401" y="1270056"/>
                      <a:pt x="5405894" y="1243386"/>
                    </a:cubicBezTo>
                    <a:cubicBezTo>
                      <a:pt x="5421261" y="1242370"/>
                      <a:pt x="5436501" y="1241227"/>
                      <a:pt x="5451614" y="1240211"/>
                    </a:cubicBezTo>
                    <a:cubicBezTo>
                      <a:pt x="5466346" y="1239195"/>
                      <a:pt x="5480824" y="1238179"/>
                      <a:pt x="5495048" y="1237163"/>
                    </a:cubicBezTo>
                    <a:lnTo>
                      <a:pt x="5498985" y="1294186"/>
                    </a:lnTo>
                    <a:lnTo>
                      <a:pt x="5495048" y="1237163"/>
                    </a:lnTo>
                    <a:cubicBezTo>
                      <a:pt x="5894717" y="1209731"/>
                      <a:pt x="6639318" y="1211636"/>
                      <a:pt x="6944118" y="1237290"/>
                    </a:cubicBezTo>
                    <a:lnTo>
                      <a:pt x="6939292" y="1294186"/>
                    </a:lnTo>
                    <a:lnTo>
                      <a:pt x="6882142" y="1295964"/>
                    </a:lnTo>
                    <a:cubicBezTo>
                      <a:pt x="6879729" y="1220780"/>
                      <a:pt x="6878205" y="1152708"/>
                      <a:pt x="6877189" y="1089716"/>
                    </a:cubicBezTo>
                    <a:cubicBezTo>
                      <a:pt x="6874395" y="903026"/>
                      <a:pt x="6876935" y="761929"/>
                      <a:pt x="6879729" y="616768"/>
                    </a:cubicBezTo>
                    <a:cubicBezTo>
                      <a:pt x="6882650" y="461701"/>
                      <a:pt x="6885571" y="301935"/>
                      <a:pt x="6882142" y="75748"/>
                    </a:cubicBezTo>
                    <a:lnTo>
                      <a:pt x="6939292" y="74859"/>
                    </a:lnTo>
                    <a:lnTo>
                      <a:pt x="6940435" y="132009"/>
                    </a:lnTo>
                    <a:cubicBezTo>
                      <a:pt x="6882396" y="133152"/>
                      <a:pt x="6826135" y="134295"/>
                      <a:pt x="6771779" y="135311"/>
                    </a:cubicBezTo>
                    <a:cubicBezTo>
                      <a:pt x="6126238" y="148138"/>
                      <a:pt x="5724664" y="156139"/>
                      <a:pt x="5289943" y="131882"/>
                    </a:cubicBezTo>
                    <a:cubicBezTo>
                      <a:pt x="5076710" y="119944"/>
                      <a:pt x="4850650" y="129342"/>
                      <a:pt x="4636020" y="138359"/>
                    </a:cubicBezTo>
                    <a:cubicBezTo>
                      <a:pt x="4389386" y="148646"/>
                      <a:pt x="4153801" y="158806"/>
                      <a:pt x="3980954" y="131247"/>
                    </a:cubicBezTo>
                    <a:lnTo>
                      <a:pt x="3989971" y="74859"/>
                    </a:lnTo>
                    <a:lnTo>
                      <a:pt x="3980954" y="131247"/>
                    </a:lnTo>
                    <a:cubicBezTo>
                      <a:pt x="3939679" y="124643"/>
                      <a:pt x="3890149" y="120325"/>
                      <a:pt x="3833761" y="117531"/>
                    </a:cubicBezTo>
                    <a:cubicBezTo>
                      <a:pt x="3667899" y="109657"/>
                      <a:pt x="3451110" y="117023"/>
                      <a:pt x="3225558" y="124770"/>
                    </a:cubicBezTo>
                    <a:cubicBezTo>
                      <a:pt x="2990100" y="132898"/>
                      <a:pt x="2745371" y="141280"/>
                      <a:pt x="2546870" y="131882"/>
                    </a:cubicBezTo>
                    <a:lnTo>
                      <a:pt x="2549537" y="74859"/>
                    </a:lnTo>
                    <a:lnTo>
                      <a:pt x="2546870" y="131882"/>
                    </a:lnTo>
                    <a:cubicBezTo>
                      <a:pt x="2377325" y="123754"/>
                      <a:pt x="2244737" y="121595"/>
                      <a:pt x="2116213" y="122103"/>
                    </a:cubicBezTo>
                    <a:cubicBezTo>
                      <a:pt x="2023884" y="122484"/>
                      <a:pt x="1933714" y="124135"/>
                      <a:pt x="1832876" y="126167"/>
                    </a:cubicBezTo>
                    <a:cubicBezTo>
                      <a:pt x="1707019" y="128580"/>
                      <a:pt x="1565160" y="131247"/>
                      <a:pt x="1383804" y="132009"/>
                    </a:cubicBezTo>
                    <a:lnTo>
                      <a:pt x="1383550" y="74859"/>
                    </a:lnTo>
                    <a:lnTo>
                      <a:pt x="1383804" y="132009"/>
                    </a:lnTo>
                    <a:cubicBezTo>
                      <a:pt x="1187208" y="132771"/>
                      <a:pt x="1020457" y="127818"/>
                      <a:pt x="865517" y="123373"/>
                    </a:cubicBezTo>
                    <a:cubicBezTo>
                      <a:pt x="602373" y="115626"/>
                      <a:pt x="373646" y="109022"/>
                      <a:pt x="84848" y="131882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-2216" y="-23876"/>
                <a:ext cx="6976357" cy="1400294"/>
              </a:xfrm>
              <a:custGeom>
                <a:avLst/>
                <a:gdLst/>
                <a:ahLst/>
                <a:cxnLst/>
                <a:rect l="l" t="t" r="r" b="b"/>
                <a:pathLst>
                  <a:path w="6976357" h="1400294">
                    <a:moveTo>
                      <a:pt x="68129" y="24511"/>
                    </a:moveTo>
                    <a:cubicBezTo>
                      <a:pt x="266249" y="55372"/>
                      <a:pt x="507930" y="46228"/>
                      <a:pt x="784663" y="35560"/>
                    </a:cubicBezTo>
                    <a:cubicBezTo>
                      <a:pt x="945318" y="29337"/>
                      <a:pt x="1116768" y="22733"/>
                      <a:pt x="1294441" y="23876"/>
                    </a:cubicBezTo>
                    <a:lnTo>
                      <a:pt x="1294060" y="81026"/>
                    </a:lnTo>
                    <a:lnTo>
                      <a:pt x="1294441" y="23876"/>
                    </a:lnTo>
                    <a:cubicBezTo>
                      <a:pt x="1449127" y="24892"/>
                      <a:pt x="1582096" y="28829"/>
                      <a:pt x="1707064" y="32512"/>
                    </a:cubicBezTo>
                    <a:cubicBezTo>
                      <a:pt x="1819078" y="35814"/>
                      <a:pt x="1924361" y="38989"/>
                      <a:pt x="2033962" y="39624"/>
                    </a:cubicBezTo>
                    <a:cubicBezTo>
                      <a:pt x="2181409" y="40640"/>
                      <a:pt x="2336476" y="37211"/>
                      <a:pt x="2524690" y="23876"/>
                    </a:cubicBezTo>
                    <a:lnTo>
                      <a:pt x="2528754" y="80899"/>
                    </a:lnTo>
                    <a:lnTo>
                      <a:pt x="2524690" y="23876"/>
                    </a:lnTo>
                    <a:cubicBezTo>
                      <a:pt x="3014529" y="-10668"/>
                      <a:pt x="3462839" y="-5207"/>
                      <a:pt x="3701726" y="24130"/>
                    </a:cubicBezTo>
                    <a:lnTo>
                      <a:pt x="3694741" y="80899"/>
                    </a:lnTo>
                    <a:lnTo>
                      <a:pt x="3701726" y="24130"/>
                    </a:lnTo>
                    <a:cubicBezTo>
                      <a:pt x="3792658" y="35306"/>
                      <a:pt x="3944550" y="28702"/>
                      <a:pt x="4138225" y="19939"/>
                    </a:cubicBezTo>
                    <a:cubicBezTo>
                      <a:pt x="4406957" y="7747"/>
                      <a:pt x="4745793" y="-7620"/>
                      <a:pt x="5072056" y="24003"/>
                    </a:cubicBezTo>
                    <a:lnTo>
                      <a:pt x="5066595" y="80899"/>
                    </a:lnTo>
                    <a:lnTo>
                      <a:pt x="5072056" y="24003"/>
                    </a:lnTo>
                    <a:cubicBezTo>
                      <a:pt x="5617775" y="76835"/>
                      <a:pt x="6477692" y="65786"/>
                      <a:pt x="6913048" y="24003"/>
                    </a:cubicBezTo>
                    <a:cubicBezTo>
                      <a:pt x="6928923" y="22479"/>
                      <a:pt x="6944671" y="27686"/>
                      <a:pt x="6956609" y="38227"/>
                    </a:cubicBezTo>
                    <a:cubicBezTo>
                      <a:pt x="6968547" y="48768"/>
                      <a:pt x="6975405" y="63881"/>
                      <a:pt x="6975659" y="79883"/>
                    </a:cubicBezTo>
                    <a:cubicBezTo>
                      <a:pt x="6978453" y="242824"/>
                      <a:pt x="6972357" y="379603"/>
                      <a:pt x="6966261" y="514985"/>
                    </a:cubicBezTo>
                    <a:cubicBezTo>
                      <a:pt x="6960165" y="651002"/>
                      <a:pt x="6954196" y="785495"/>
                      <a:pt x="6956990" y="946150"/>
                    </a:cubicBezTo>
                    <a:cubicBezTo>
                      <a:pt x="6958768" y="1049274"/>
                      <a:pt x="6964102" y="1163320"/>
                      <a:pt x="6975405" y="1295146"/>
                    </a:cubicBezTo>
                    <a:cubicBezTo>
                      <a:pt x="6976675" y="1310640"/>
                      <a:pt x="6971722" y="1326007"/>
                      <a:pt x="6961435" y="1337691"/>
                    </a:cubicBezTo>
                    <a:cubicBezTo>
                      <a:pt x="6951148" y="1349375"/>
                      <a:pt x="6936543" y="1356360"/>
                      <a:pt x="6921049" y="1357122"/>
                    </a:cubicBezTo>
                    <a:cubicBezTo>
                      <a:pt x="6793160" y="1362710"/>
                      <a:pt x="6600374" y="1355090"/>
                      <a:pt x="6392983" y="1346962"/>
                    </a:cubicBezTo>
                    <a:cubicBezTo>
                      <a:pt x="6138729" y="1337056"/>
                      <a:pt x="5860345" y="1326134"/>
                      <a:pt x="5638222" y="1335913"/>
                    </a:cubicBezTo>
                    <a:cubicBezTo>
                      <a:pt x="5554529" y="1339596"/>
                      <a:pt x="5480234" y="1346073"/>
                      <a:pt x="5419020" y="1356360"/>
                    </a:cubicBezTo>
                    <a:lnTo>
                      <a:pt x="5409622" y="1299972"/>
                    </a:lnTo>
                    <a:lnTo>
                      <a:pt x="5419020" y="1356360"/>
                    </a:lnTo>
                    <a:cubicBezTo>
                      <a:pt x="5035480" y="1420622"/>
                      <a:pt x="4820977" y="1408811"/>
                      <a:pt x="4238428" y="1356868"/>
                    </a:cubicBezTo>
                    <a:lnTo>
                      <a:pt x="4243508" y="1299972"/>
                    </a:lnTo>
                    <a:lnTo>
                      <a:pt x="4238428" y="1356868"/>
                    </a:lnTo>
                    <a:cubicBezTo>
                      <a:pt x="3848284" y="1322070"/>
                      <a:pt x="3613461" y="1334643"/>
                      <a:pt x="3395402" y="1346327"/>
                    </a:cubicBezTo>
                    <a:cubicBezTo>
                      <a:pt x="3291262" y="1351915"/>
                      <a:pt x="3189662" y="1357249"/>
                      <a:pt x="3077267" y="1357122"/>
                    </a:cubicBezTo>
                    <a:cubicBezTo>
                      <a:pt x="3003988" y="1356995"/>
                      <a:pt x="2931979" y="1356868"/>
                      <a:pt x="2858319" y="1356614"/>
                    </a:cubicBezTo>
                    <a:cubicBezTo>
                      <a:pt x="2781484" y="1356487"/>
                      <a:pt x="2702998" y="1356233"/>
                      <a:pt x="2619686" y="1356106"/>
                    </a:cubicBezTo>
                    <a:cubicBezTo>
                      <a:pt x="2409628" y="1355725"/>
                      <a:pt x="2168074" y="1355725"/>
                      <a:pt x="1842954" y="1357122"/>
                    </a:cubicBezTo>
                    <a:lnTo>
                      <a:pt x="1842700" y="1299972"/>
                    </a:lnTo>
                    <a:lnTo>
                      <a:pt x="1842954" y="1357122"/>
                    </a:lnTo>
                    <a:cubicBezTo>
                      <a:pt x="1645342" y="1357884"/>
                      <a:pt x="1462970" y="1348994"/>
                      <a:pt x="1280217" y="1340104"/>
                    </a:cubicBezTo>
                    <a:cubicBezTo>
                      <a:pt x="1092638" y="1330960"/>
                      <a:pt x="904424" y="1321816"/>
                      <a:pt x="695636" y="1322578"/>
                    </a:cubicBezTo>
                    <a:cubicBezTo>
                      <a:pt x="506914" y="1323340"/>
                      <a:pt x="301428" y="1332230"/>
                      <a:pt x="65335" y="1356868"/>
                    </a:cubicBezTo>
                    <a:cubicBezTo>
                      <a:pt x="49206" y="1358519"/>
                      <a:pt x="33204" y="1353312"/>
                      <a:pt x="21139" y="1342390"/>
                    </a:cubicBezTo>
                    <a:cubicBezTo>
                      <a:pt x="9074" y="1331468"/>
                      <a:pt x="2216" y="1316355"/>
                      <a:pt x="2216" y="1300099"/>
                    </a:cubicBezTo>
                    <a:cubicBezTo>
                      <a:pt x="2470" y="1136523"/>
                      <a:pt x="1835" y="974979"/>
                      <a:pt x="1073" y="816864"/>
                    </a:cubicBezTo>
                    <a:cubicBezTo>
                      <a:pt x="438" y="666115"/>
                      <a:pt x="-197" y="518414"/>
                      <a:pt x="57" y="375666"/>
                    </a:cubicBezTo>
                    <a:cubicBezTo>
                      <a:pt x="184" y="274701"/>
                      <a:pt x="819" y="176022"/>
                      <a:pt x="2216" y="80137"/>
                    </a:cubicBezTo>
                    <a:cubicBezTo>
                      <a:pt x="2470" y="63627"/>
                      <a:pt x="9836" y="48006"/>
                      <a:pt x="22536" y="37338"/>
                    </a:cubicBezTo>
                    <a:cubicBezTo>
                      <a:pt x="35236" y="26670"/>
                      <a:pt x="51746" y="21971"/>
                      <a:pt x="68129" y="24511"/>
                    </a:cubicBezTo>
                    <a:moveTo>
                      <a:pt x="50603" y="137541"/>
                    </a:moveTo>
                    <a:lnTo>
                      <a:pt x="59366" y="81026"/>
                    </a:lnTo>
                    <a:lnTo>
                      <a:pt x="116516" y="81915"/>
                    </a:lnTo>
                    <a:cubicBezTo>
                      <a:pt x="115119" y="177165"/>
                      <a:pt x="114484" y="275336"/>
                      <a:pt x="114357" y="375920"/>
                    </a:cubicBezTo>
                    <a:cubicBezTo>
                      <a:pt x="114103" y="518287"/>
                      <a:pt x="114738" y="665607"/>
                      <a:pt x="115373" y="816483"/>
                    </a:cubicBezTo>
                    <a:cubicBezTo>
                      <a:pt x="116008" y="974471"/>
                      <a:pt x="116770" y="1136396"/>
                      <a:pt x="116516" y="1300353"/>
                    </a:cubicBezTo>
                    <a:lnTo>
                      <a:pt x="59366" y="1300226"/>
                    </a:lnTo>
                    <a:lnTo>
                      <a:pt x="53397" y="1243330"/>
                    </a:lnTo>
                    <a:cubicBezTo>
                      <a:pt x="293554" y="1218311"/>
                      <a:pt x="502977" y="1209167"/>
                      <a:pt x="695128" y="1208532"/>
                    </a:cubicBezTo>
                    <a:cubicBezTo>
                      <a:pt x="907345" y="1207643"/>
                      <a:pt x="1098480" y="1217041"/>
                      <a:pt x="1285805" y="1226185"/>
                    </a:cubicBezTo>
                    <a:cubicBezTo>
                      <a:pt x="1468939" y="1235075"/>
                      <a:pt x="1648390" y="1243838"/>
                      <a:pt x="1842573" y="1243076"/>
                    </a:cubicBezTo>
                    <a:cubicBezTo>
                      <a:pt x="2167947" y="1241806"/>
                      <a:pt x="2409628" y="1241806"/>
                      <a:pt x="2619940" y="1242060"/>
                    </a:cubicBezTo>
                    <a:cubicBezTo>
                      <a:pt x="2703379" y="1242187"/>
                      <a:pt x="2781992" y="1242314"/>
                      <a:pt x="2858700" y="1242568"/>
                    </a:cubicBezTo>
                    <a:cubicBezTo>
                      <a:pt x="2932233" y="1242695"/>
                      <a:pt x="3004242" y="1242949"/>
                      <a:pt x="3077521" y="1243076"/>
                    </a:cubicBezTo>
                    <a:lnTo>
                      <a:pt x="3077394" y="1300226"/>
                    </a:lnTo>
                    <a:lnTo>
                      <a:pt x="3077521" y="1243076"/>
                    </a:lnTo>
                    <a:cubicBezTo>
                      <a:pt x="3186360" y="1243203"/>
                      <a:pt x="3284785" y="1237996"/>
                      <a:pt x="3389306" y="1232408"/>
                    </a:cubicBezTo>
                    <a:cubicBezTo>
                      <a:pt x="3609270" y="1220724"/>
                      <a:pt x="3850443" y="1207770"/>
                      <a:pt x="4248461" y="1243330"/>
                    </a:cubicBezTo>
                    <a:cubicBezTo>
                      <a:pt x="4829867" y="1295146"/>
                      <a:pt x="5031924" y="1305560"/>
                      <a:pt x="5399970" y="1243838"/>
                    </a:cubicBezTo>
                    <a:cubicBezTo>
                      <a:pt x="5467661" y="1232535"/>
                      <a:pt x="5547036" y="1225677"/>
                      <a:pt x="5633142" y="1221867"/>
                    </a:cubicBezTo>
                    <a:cubicBezTo>
                      <a:pt x="5860980" y="1211961"/>
                      <a:pt x="6144571" y="1223010"/>
                      <a:pt x="6397428" y="1232916"/>
                    </a:cubicBezTo>
                    <a:cubicBezTo>
                      <a:pt x="6606978" y="1241171"/>
                      <a:pt x="6793922" y="1248410"/>
                      <a:pt x="6915969" y="1243076"/>
                    </a:cubicBezTo>
                    <a:lnTo>
                      <a:pt x="6918509" y="1300226"/>
                    </a:lnTo>
                    <a:lnTo>
                      <a:pt x="6861613" y="1305052"/>
                    </a:lnTo>
                    <a:cubicBezTo>
                      <a:pt x="6850056" y="1170559"/>
                      <a:pt x="6844595" y="1053973"/>
                      <a:pt x="6842817" y="948182"/>
                    </a:cubicBezTo>
                    <a:cubicBezTo>
                      <a:pt x="6840023" y="783590"/>
                      <a:pt x="6846119" y="645795"/>
                      <a:pt x="6852215" y="509905"/>
                    </a:cubicBezTo>
                    <a:cubicBezTo>
                      <a:pt x="6858311" y="374396"/>
                      <a:pt x="6864153" y="240792"/>
                      <a:pt x="6861486" y="81915"/>
                    </a:cubicBezTo>
                    <a:lnTo>
                      <a:pt x="6918636" y="80899"/>
                    </a:lnTo>
                    <a:lnTo>
                      <a:pt x="6924097" y="137795"/>
                    </a:lnTo>
                    <a:cubicBezTo>
                      <a:pt x="6482137" y="180213"/>
                      <a:pt x="5614854" y="191389"/>
                      <a:pt x="5061134" y="137795"/>
                    </a:cubicBezTo>
                    <a:cubicBezTo>
                      <a:pt x="4744269" y="107188"/>
                      <a:pt x="4413307" y="121920"/>
                      <a:pt x="4143432" y="134112"/>
                    </a:cubicBezTo>
                    <a:cubicBezTo>
                      <a:pt x="3954964" y="142621"/>
                      <a:pt x="3790880" y="150241"/>
                      <a:pt x="3687883" y="137541"/>
                    </a:cubicBezTo>
                    <a:cubicBezTo>
                      <a:pt x="3459283" y="109474"/>
                      <a:pt x="3019101" y="103505"/>
                      <a:pt x="2532818" y="137795"/>
                    </a:cubicBezTo>
                    <a:cubicBezTo>
                      <a:pt x="2341429" y="151257"/>
                      <a:pt x="2183314" y="154813"/>
                      <a:pt x="2033327" y="153797"/>
                    </a:cubicBezTo>
                    <a:cubicBezTo>
                      <a:pt x="1922202" y="153035"/>
                      <a:pt x="1815522" y="149860"/>
                      <a:pt x="1703762" y="146558"/>
                    </a:cubicBezTo>
                    <a:cubicBezTo>
                      <a:pt x="1578794" y="142875"/>
                      <a:pt x="1446968" y="138938"/>
                      <a:pt x="1293806" y="137922"/>
                    </a:cubicBezTo>
                    <a:cubicBezTo>
                      <a:pt x="1119181" y="136779"/>
                      <a:pt x="950271" y="143256"/>
                      <a:pt x="789235" y="149479"/>
                    </a:cubicBezTo>
                    <a:cubicBezTo>
                      <a:pt x="516058" y="160020"/>
                      <a:pt x="262058" y="170053"/>
                      <a:pt x="50730" y="137160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19050"/>
                <a:ext cx="6973436" cy="1352550"/>
              </a:xfrm>
              <a:prstGeom prst="rect">
                <a:avLst/>
              </a:prstGeom>
            </p:spPr>
            <p:txBody>
              <a:bodyPr wrap="none" lIns="50800" tIns="50800" rIns="50800" bIns="50800" rtlCol="0" anchor="ctr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>
                    <a:solidFill>
                      <a:srgbClr val="FFFFFF"/>
                    </a:solidFill>
                    <a:latin typeface="Arimo"/>
                    <a:ea typeface="맑은 고딕"/>
                    <a:cs typeface="Arimo"/>
                    <a:sym typeface="Arimo"/>
                  </a:rPr>
                  <a:t>ALICE 가 적힌 종이 발견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13920712" y="8693432"/>
              <a:ext cx="6973436" cy="1333500"/>
              <a:chOff x="0" y="0"/>
              <a:chExt cx="6973436" cy="13335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34187" y="39376"/>
                <a:ext cx="6883772" cy="1274632"/>
              </a:xfrm>
              <a:custGeom>
                <a:avLst/>
                <a:gdLst/>
                <a:ahLst/>
                <a:cxnLst/>
                <a:rect l="l" t="t" r="r" b="b"/>
                <a:pathLst>
                  <a:path w="6883772" h="1274632">
                    <a:moveTo>
                      <a:pt x="22963" y="17774"/>
                    </a:moveTo>
                    <a:cubicBezTo>
                      <a:pt x="487275" y="-19056"/>
                      <a:pt x="798552" y="19806"/>
                      <a:pt x="1326237" y="17774"/>
                    </a:cubicBezTo>
                    <a:cubicBezTo>
                      <a:pt x="1853922" y="15742"/>
                      <a:pt x="2046581" y="-3435"/>
                      <a:pt x="2492351" y="17774"/>
                    </a:cubicBezTo>
                    <a:cubicBezTo>
                      <a:pt x="2938121" y="38983"/>
                      <a:pt x="3624302" y="-31248"/>
                      <a:pt x="3932785" y="17774"/>
                    </a:cubicBezTo>
                    <a:cubicBezTo>
                      <a:pt x="4241268" y="66796"/>
                      <a:pt x="4767556" y="-8388"/>
                      <a:pt x="5236059" y="17774"/>
                    </a:cubicBezTo>
                    <a:cubicBezTo>
                      <a:pt x="5704562" y="43936"/>
                      <a:pt x="6134457" y="32379"/>
                      <a:pt x="6882233" y="17774"/>
                    </a:cubicBezTo>
                    <a:cubicBezTo>
                      <a:pt x="6889980" y="529076"/>
                      <a:pt x="6865088" y="702812"/>
                      <a:pt x="6882233" y="1236974"/>
                    </a:cubicBezTo>
                    <a:cubicBezTo>
                      <a:pt x="6580862" y="1211574"/>
                      <a:pt x="5839182" y="1209669"/>
                      <a:pt x="5441799" y="1236974"/>
                    </a:cubicBezTo>
                    <a:cubicBezTo>
                      <a:pt x="5044416" y="1264279"/>
                      <a:pt x="4496030" y="1305935"/>
                      <a:pt x="4001365" y="1236974"/>
                    </a:cubicBezTo>
                    <a:cubicBezTo>
                      <a:pt x="3506700" y="1168013"/>
                      <a:pt x="3006193" y="1197477"/>
                      <a:pt x="2560931" y="1236974"/>
                    </a:cubicBezTo>
                    <a:cubicBezTo>
                      <a:pt x="2115669" y="1276471"/>
                      <a:pt x="660122" y="1281551"/>
                      <a:pt x="23090" y="1236974"/>
                    </a:cubicBezTo>
                    <a:cubicBezTo>
                      <a:pt x="-28091" y="862578"/>
                      <a:pt x="21566" y="365500"/>
                      <a:pt x="23090" y="17774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9" name="Freeform 39"/>
              <p:cNvSpPr/>
              <p:nvPr/>
            </p:nvSpPr>
            <p:spPr>
              <a:xfrm>
                <a:off x="54884" y="33432"/>
                <a:ext cx="6862214" cy="1286072"/>
              </a:xfrm>
              <a:custGeom>
                <a:avLst/>
                <a:gdLst/>
                <a:ahLst/>
                <a:cxnLst/>
                <a:rect l="l" t="t" r="r" b="b"/>
                <a:pathLst>
                  <a:path w="6862214" h="1286072">
                    <a:moveTo>
                      <a:pt x="2266" y="23718"/>
                    </a:moveTo>
                    <a:cubicBezTo>
                      <a:pt x="326751" y="74264"/>
                      <a:pt x="759440" y="20670"/>
                      <a:pt x="1236960" y="23718"/>
                    </a:cubicBezTo>
                    <a:cubicBezTo>
                      <a:pt x="1714480" y="26766"/>
                      <a:pt x="1983466" y="58135"/>
                      <a:pt x="2471654" y="23718"/>
                    </a:cubicBezTo>
                    <a:cubicBezTo>
                      <a:pt x="2959842" y="-10699"/>
                      <a:pt x="3403961" y="-4984"/>
                      <a:pt x="3637768" y="23718"/>
                    </a:cubicBezTo>
                    <a:cubicBezTo>
                      <a:pt x="3871575" y="52420"/>
                      <a:pt x="4459839" y="-29495"/>
                      <a:pt x="5009622" y="23718"/>
                    </a:cubicBezTo>
                    <a:cubicBezTo>
                      <a:pt x="5559405" y="76931"/>
                      <a:pt x="6422878" y="65755"/>
                      <a:pt x="6861536" y="23718"/>
                    </a:cubicBezTo>
                    <a:cubicBezTo>
                      <a:pt x="6868775" y="449803"/>
                      <a:pt x="6814546" y="695548"/>
                      <a:pt x="6861536" y="1242918"/>
                    </a:cubicBezTo>
                    <a:cubicBezTo>
                      <a:pt x="6527145" y="1257523"/>
                      <a:pt x="5728315" y="1179926"/>
                      <a:pt x="5352522" y="1242918"/>
                    </a:cubicBezTo>
                    <a:cubicBezTo>
                      <a:pt x="4976729" y="1305910"/>
                      <a:pt x="4768449" y="1294734"/>
                      <a:pt x="4186408" y="1242918"/>
                    </a:cubicBezTo>
                    <a:cubicBezTo>
                      <a:pt x="3604367" y="1191102"/>
                      <a:pt x="3362940" y="1243426"/>
                      <a:pt x="3020294" y="1242918"/>
                    </a:cubicBezTo>
                    <a:cubicBezTo>
                      <a:pt x="2677648" y="1242410"/>
                      <a:pt x="2363704" y="1240632"/>
                      <a:pt x="1785600" y="1242918"/>
                    </a:cubicBezTo>
                    <a:cubicBezTo>
                      <a:pt x="1207496" y="1245204"/>
                      <a:pt x="760583" y="1163924"/>
                      <a:pt x="2266" y="1242918"/>
                    </a:cubicBezTo>
                    <a:cubicBezTo>
                      <a:pt x="3028" y="812007"/>
                      <a:pt x="-3195" y="395828"/>
                      <a:pt x="2266" y="2371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0" name="Freeform 40"/>
              <p:cNvSpPr/>
              <p:nvPr/>
            </p:nvSpPr>
            <p:spPr>
              <a:xfrm>
                <a:off x="-23126" y="-17836"/>
                <a:ext cx="6997992" cy="1389039"/>
              </a:xfrm>
              <a:custGeom>
                <a:avLst/>
                <a:gdLst/>
                <a:ahLst/>
                <a:cxnLst/>
                <a:rect l="l" t="t" r="r" b="b"/>
                <a:pathLst>
                  <a:path w="6997992" h="1389039">
                    <a:moveTo>
                      <a:pt x="75704" y="17963"/>
                    </a:moveTo>
                    <a:cubicBezTo>
                      <a:pt x="371360" y="-5532"/>
                      <a:pt x="605802" y="1453"/>
                      <a:pt x="868819" y="9200"/>
                    </a:cubicBezTo>
                    <a:cubicBezTo>
                      <a:pt x="1023759" y="13772"/>
                      <a:pt x="1188732" y="18598"/>
                      <a:pt x="1383296" y="17836"/>
                    </a:cubicBezTo>
                    <a:cubicBezTo>
                      <a:pt x="1563763" y="17201"/>
                      <a:pt x="1704860" y="14407"/>
                      <a:pt x="1830717" y="11994"/>
                    </a:cubicBezTo>
                    <a:cubicBezTo>
                      <a:pt x="1931428" y="10089"/>
                      <a:pt x="2022487" y="8311"/>
                      <a:pt x="2115832" y="7930"/>
                    </a:cubicBezTo>
                    <a:cubicBezTo>
                      <a:pt x="2246261" y="7422"/>
                      <a:pt x="2380754" y="9708"/>
                      <a:pt x="2552331" y="17836"/>
                    </a:cubicBezTo>
                    <a:cubicBezTo>
                      <a:pt x="2745244" y="26980"/>
                      <a:pt x="2984766" y="18852"/>
                      <a:pt x="3221748" y="10724"/>
                    </a:cubicBezTo>
                    <a:cubicBezTo>
                      <a:pt x="3445649" y="2977"/>
                      <a:pt x="3667645" y="-4643"/>
                      <a:pt x="3839349" y="3485"/>
                    </a:cubicBezTo>
                    <a:cubicBezTo>
                      <a:pt x="3898150" y="6279"/>
                      <a:pt x="3952252" y="10978"/>
                      <a:pt x="3999115" y="18471"/>
                    </a:cubicBezTo>
                    <a:cubicBezTo>
                      <a:pt x="4157992" y="43744"/>
                      <a:pt x="4380115" y="34727"/>
                      <a:pt x="4631575" y="24186"/>
                    </a:cubicBezTo>
                    <a:cubicBezTo>
                      <a:pt x="4845062" y="15296"/>
                      <a:pt x="5076837" y="5517"/>
                      <a:pt x="5296674" y="17836"/>
                    </a:cubicBezTo>
                    <a:lnTo>
                      <a:pt x="5293499" y="74859"/>
                    </a:lnTo>
                    <a:lnTo>
                      <a:pt x="5296674" y="17836"/>
                    </a:lnTo>
                    <a:cubicBezTo>
                      <a:pt x="5726188" y="41839"/>
                      <a:pt x="6123190" y="33965"/>
                      <a:pt x="6769874" y="21138"/>
                    </a:cubicBezTo>
                    <a:cubicBezTo>
                      <a:pt x="6823976" y="20122"/>
                      <a:pt x="6880237" y="18979"/>
                      <a:pt x="6938276" y="17836"/>
                    </a:cubicBezTo>
                    <a:cubicBezTo>
                      <a:pt x="6953516" y="17582"/>
                      <a:pt x="6968121" y="23297"/>
                      <a:pt x="6979043" y="33838"/>
                    </a:cubicBezTo>
                    <a:cubicBezTo>
                      <a:pt x="6989965" y="44379"/>
                      <a:pt x="6996315" y="58857"/>
                      <a:pt x="6996442" y="74097"/>
                    </a:cubicBezTo>
                    <a:cubicBezTo>
                      <a:pt x="6999871" y="302316"/>
                      <a:pt x="6996950" y="463733"/>
                      <a:pt x="6994029" y="618927"/>
                    </a:cubicBezTo>
                    <a:cubicBezTo>
                      <a:pt x="6991362" y="763961"/>
                      <a:pt x="6988695" y="903407"/>
                      <a:pt x="6991489" y="1087938"/>
                    </a:cubicBezTo>
                    <a:cubicBezTo>
                      <a:pt x="6992378" y="1150295"/>
                      <a:pt x="6994029" y="1217732"/>
                      <a:pt x="6996442" y="1292281"/>
                    </a:cubicBezTo>
                    <a:cubicBezTo>
                      <a:pt x="6996950" y="1308537"/>
                      <a:pt x="6990473" y="1324285"/>
                      <a:pt x="6978662" y="1335588"/>
                    </a:cubicBezTo>
                    <a:cubicBezTo>
                      <a:pt x="6966851" y="1346891"/>
                      <a:pt x="6950722" y="1352479"/>
                      <a:pt x="6934466" y="1351082"/>
                    </a:cubicBezTo>
                    <a:cubicBezTo>
                      <a:pt x="6636397" y="1326063"/>
                      <a:pt x="5897765" y="1324031"/>
                      <a:pt x="5502795" y="1351209"/>
                    </a:cubicBezTo>
                    <a:cubicBezTo>
                      <a:pt x="5488571" y="1352225"/>
                      <a:pt x="5474093" y="1353241"/>
                      <a:pt x="5459361" y="1354257"/>
                    </a:cubicBezTo>
                    <a:cubicBezTo>
                      <a:pt x="5444248" y="1355273"/>
                      <a:pt x="5429008" y="1356289"/>
                      <a:pt x="5413641" y="1357432"/>
                    </a:cubicBezTo>
                    <a:cubicBezTo>
                      <a:pt x="5026418" y="1383975"/>
                      <a:pt x="4516005" y="1415725"/>
                      <a:pt x="4050550" y="1350828"/>
                    </a:cubicBezTo>
                    <a:lnTo>
                      <a:pt x="4058424" y="1294186"/>
                    </a:lnTo>
                    <a:lnTo>
                      <a:pt x="4050550" y="1350828"/>
                    </a:lnTo>
                    <a:cubicBezTo>
                      <a:pt x="3562743" y="1282883"/>
                      <a:pt x="3067570" y="1311712"/>
                      <a:pt x="2623070" y="1351209"/>
                    </a:cubicBezTo>
                    <a:cubicBezTo>
                      <a:pt x="2174252" y="1390960"/>
                      <a:pt x="715530" y="1396040"/>
                      <a:pt x="76212" y="1351336"/>
                    </a:cubicBezTo>
                    <a:cubicBezTo>
                      <a:pt x="49161" y="1349431"/>
                      <a:pt x="27190" y="1328857"/>
                      <a:pt x="23634" y="1302060"/>
                    </a:cubicBezTo>
                    <a:cubicBezTo>
                      <a:pt x="-12815" y="1035487"/>
                      <a:pt x="774" y="710240"/>
                      <a:pt x="12585" y="424236"/>
                    </a:cubicBezTo>
                    <a:cubicBezTo>
                      <a:pt x="17792" y="297998"/>
                      <a:pt x="22618" y="179380"/>
                      <a:pt x="23126" y="74732"/>
                    </a:cubicBezTo>
                    <a:cubicBezTo>
                      <a:pt x="23253" y="45014"/>
                      <a:pt x="46113" y="20376"/>
                      <a:pt x="75704" y="17963"/>
                    </a:cubicBezTo>
                    <a:moveTo>
                      <a:pt x="84721" y="131882"/>
                    </a:moveTo>
                    <a:lnTo>
                      <a:pt x="80276" y="74986"/>
                    </a:lnTo>
                    <a:lnTo>
                      <a:pt x="137426" y="75240"/>
                    </a:lnTo>
                    <a:cubicBezTo>
                      <a:pt x="136918" y="182428"/>
                      <a:pt x="131965" y="303332"/>
                      <a:pt x="126758" y="428935"/>
                    </a:cubicBezTo>
                    <a:cubicBezTo>
                      <a:pt x="114820" y="717987"/>
                      <a:pt x="102120" y="1032185"/>
                      <a:pt x="136918" y="1286439"/>
                    </a:cubicBezTo>
                    <a:lnTo>
                      <a:pt x="80276" y="1294186"/>
                    </a:lnTo>
                    <a:lnTo>
                      <a:pt x="84213" y="1237163"/>
                    </a:lnTo>
                    <a:cubicBezTo>
                      <a:pt x="718832" y="1281486"/>
                      <a:pt x="2171458" y="1276406"/>
                      <a:pt x="2613037" y="1237290"/>
                    </a:cubicBezTo>
                    <a:lnTo>
                      <a:pt x="2618117" y="1294186"/>
                    </a:lnTo>
                    <a:lnTo>
                      <a:pt x="2613037" y="1237290"/>
                    </a:lnTo>
                    <a:cubicBezTo>
                      <a:pt x="3058934" y="1197793"/>
                      <a:pt x="3564902" y="1167694"/>
                      <a:pt x="4066425" y="1237671"/>
                    </a:cubicBezTo>
                    <a:cubicBezTo>
                      <a:pt x="4518291" y="1300663"/>
                      <a:pt x="5017401" y="1270056"/>
                      <a:pt x="5405894" y="1243386"/>
                    </a:cubicBezTo>
                    <a:cubicBezTo>
                      <a:pt x="5421261" y="1242370"/>
                      <a:pt x="5436501" y="1241227"/>
                      <a:pt x="5451614" y="1240211"/>
                    </a:cubicBezTo>
                    <a:cubicBezTo>
                      <a:pt x="5466346" y="1239195"/>
                      <a:pt x="5480824" y="1238179"/>
                      <a:pt x="5495048" y="1237163"/>
                    </a:cubicBezTo>
                    <a:lnTo>
                      <a:pt x="5498985" y="1294186"/>
                    </a:lnTo>
                    <a:lnTo>
                      <a:pt x="5495048" y="1237163"/>
                    </a:lnTo>
                    <a:cubicBezTo>
                      <a:pt x="5894717" y="1209731"/>
                      <a:pt x="6639318" y="1211636"/>
                      <a:pt x="6944118" y="1237290"/>
                    </a:cubicBezTo>
                    <a:lnTo>
                      <a:pt x="6939292" y="1294186"/>
                    </a:lnTo>
                    <a:lnTo>
                      <a:pt x="6882142" y="1295964"/>
                    </a:lnTo>
                    <a:cubicBezTo>
                      <a:pt x="6879729" y="1220780"/>
                      <a:pt x="6878205" y="1152708"/>
                      <a:pt x="6877189" y="1089716"/>
                    </a:cubicBezTo>
                    <a:cubicBezTo>
                      <a:pt x="6874395" y="903026"/>
                      <a:pt x="6876935" y="761929"/>
                      <a:pt x="6879729" y="616768"/>
                    </a:cubicBezTo>
                    <a:cubicBezTo>
                      <a:pt x="6882650" y="461701"/>
                      <a:pt x="6885571" y="301935"/>
                      <a:pt x="6882142" y="75748"/>
                    </a:cubicBezTo>
                    <a:lnTo>
                      <a:pt x="6939292" y="74859"/>
                    </a:lnTo>
                    <a:lnTo>
                      <a:pt x="6940435" y="132009"/>
                    </a:lnTo>
                    <a:cubicBezTo>
                      <a:pt x="6882396" y="133152"/>
                      <a:pt x="6826135" y="134295"/>
                      <a:pt x="6771779" y="135311"/>
                    </a:cubicBezTo>
                    <a:cubicBezTo>
                      <a:pt x="6126238" y="148138"/>
                      <a:pt x="5724664" y="156139"/>
                      <a:pt x="5289943" y="131882"/>
                    </a:cubicBezTo>
                    <a:cubicBezTo>
                      <a:pt x="5076710" y="119944"/>
                      <a:pt x="4850650" y="129342"/>
                      <a:pt x="4636020" y="138359"/>
                    </a:cubicBezTo>
                    <a:cubicBezTo>
                      <a:pt x="4389386" y="148646"/>
                      <a:pt x="4153801" y="158806"/>
                      <a:pt x="3980954" y="131247"/>
                    </a:cubicBezTo>
                    <a:lnTo>
                      <a:pt x="3989971" y="74859"/>
                    </a:lnTo>
                    <a:lnTo>
                      <a:pt x="3980954" y="131247"/>
                    </a:lnTo>
                    <a:cubicBezTo>
                      <a:pt x="3939679" y="124643"/>
                      <a:pt x="3890149" y="120325"/>
                      <a:pt x="3833761" y="117531"/>
                    </a:cubicBezTo>
                    <a:cubicBezTo>
                      <a:pt x="3667899" y="109657"/>
                      <a:pt x="3451110" y="117023"/>
                      <a:pt x="3225558" y="124770"/>
                    </a:cubicBezTo>
                    <a:cubicBezTo>
                      <a:pt x="2990100" y="132898"/>
                      <a:pt x="2745371" y="141280"/>
                      <a:pt x="2546870" y="131882"/>
                    </a:cubicBezTo>
                    <a:lnTo>
                      <a:pt x="2549537" y="74859"/>
                    </a:lnTo>
                    <a:lnTo>
                      <a:pt x="2546870" y="131882"/>
                    </a:lnTo>
                    <a:cubicBezTo>
                      <a:pt x="2377325" y="123754"/>
                      <a:pt x="2244737" y="121595"/>
                      <a:pt x="2116213" y="122103"/>
                    </a:cubicBezTo>
                    <a:cubicBezTo>
                      <a:pt x="2023884" y="122484"/>
                      <a:pt x="1933714" y="124135"/>
                      <a:pt x="1832876" y="126167"/>
                    </a:cubicBezTo>
                    <a:cubicBezTo>
                      <a:pt x="1707019" y="128580"/>
                      <a:pt x="1565160" y="131247"/>
                      <a:pt x="1383804" y="132009"/>
                    </a:cubicBezTo>
                    <a:lnTo>
                      <a:pt x="1383550" y="74859"/>
                    </a:lnTo>
                    <a:lnTo>
                      <a:pt x="1383804" y="132009"/>
                    </a:lnTo>
                    <a:cubicBezTo>
                      <a:pt x="1187208" y="132771"/>
                      <a:pt x="1020457" y="127818"/>
                      <a:pt x="865517" y="123373"/>
                    </a:cubicBezTo>
                    <a:cubicBezTo>
                      <a:pt x="602373" y="115626"/>
                      <a:pt x="373646" y="109022"/>
                      <a:pt x="84848" y="131882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" name="Freeform 41"/>
              <p:cNvSpPr/>
              <p:nvPr/>
            </p:nvSpPr>
            <p:spPr>
              <a:xfrm>
                <a:off x="-2216" y="-23876"/>
                <a:ext cx="6976357" cy="1400294"/>
              </a:xfrm>
              <a:custGeom>
                <a:avLst/>
                <a:gdLst/>
                <a:ahLst/>
                <a:cxnLst/>
                <a:rect l="l" t="t" r="r" b="b"/>
                <a:pathLst>
                  <a:path w="6976357" h="1400294">
                    <a:moveTo>
                      <a:pt x="68129" y="24511"/>
                    </a:moveTo>
                    <a:cubicBezTo>
                      <a:pt x="266249" y="55372"/>
                      <a:pt x="507930" y="46228"/>
                      <a:pt x="784663" y="35560"/>
                    </a:cubicBezTo>
                    <a:cubicBezTo>
                      <a:pt x="945318" y="29337"/>
                      <a:pt x="1116768" y="22733"/>
                      <a:pt x="1294441" y="23876"/>
                    </a:cubicBezTo>
                    <a:lnTo>
                      <a:pt x="1294060" y="81026"/>
                    </a:lnTo>
                    <a:lnTo>
                      <a:pt x="1294441" y="23876"/>
                    </a:lnTo>
                    <a:cubicBezTo>
                      <a:pt x="1449127" y="24892"/>
                      <a:pt x="1582096" y="28829"/>
                      <a:pt x="1707064" y="32512"/>
                    </a:cubicBezTo>
                    <a:cubicBezTo>
                      <a:pt x="1819078" y="35814"/>
                      <a:pt x="1924361" y="38989"/>
                      <a:pt x="2033962" y="39624"/>
                    </a:cubicBezTo>
                    <a:cubicBezTo>
                      <a:pt x="2181409" y="40640"/>
                      <a:pt x="2336476" y="37211"/>
                      <a:pt x="2524690" y="23876"/>
                    </a:cubicBezTo>
                    <a:lnTo>
                      <a:pt x="2528754" y="80899"/>
                    </a:lnTo>
                    <a:lnTo>
                      <a:pt x="2524690" y="23876"/>
                    </a:lnTo>
                    <a:cubicBezTo>
                      <a:pt x="3014529" y="-10668"/>
                      <a:pt x="3462839" y="-5207"/>
                      <a:pt x="3701726" y="24130"/>
                    </a:cubicBezTo>
                    <a:lnTo>
                      <a:pt x="3694741" y="80899"/>
                    </a:lnTo>
                    <a:lnTo>
                      <a:pt x="3701726" y="24130"/>
                    </a:lnTo>
                    <a:cubicBezTo>
                      <a:pt x="3792658" y="35306"/>
                      <a:pt x="3944550" y="28702"/>
                      <a:pt x="4138225" y="19939"/>
                    </a:cubicBezTo>
                    <a:cubicBezTo>
                      <a:pt x="4406957" y="7747"/>
                      <a:pt x="4745793" y="-7620"/>
                      <a:pt x="5072056" y="24003"/>
                    </a:cubicBezTo>
                    <a:lnTo>
                      <a:pt x="5066595" y="80899"/>
                    </a:lnTo>
                    <a:lnTo>
                      <a:pt x="5072056" y="24003"/>
                    </a:lnTo>
                    <a:cubicBezTo>
                      <a:pt x="5617775" y="76835"/>
                      <a:pt x="6477692" y="65786"/>
                      <a:pt x="6913048" y="24003"/>
                    </a:cubicBezTo>
                    <a:cubicBezTo>
                      <a:pt x="6928923" y="22479"/>
                      <a:pt x="6944671" y="27686"/>
                      <a:pt x="6956609" y="38227"/>
                    </a:cubicBezTo>
                    <a:cubicBezTo>
                      <a:pt x="6968547" y="48768"/>
                      <a:pt x="6975405" y="63881"/>
                      <a:pt x="6975659" y="79883"/>
                    </a:cubicBezTo>
                    <a:cubicBezTo>
                      <a:pt x="6978453" y="242824"/>
                      <a:pt x="6972357" y="379603"/>
                      <a:pt x="6966261" y="514985"/>
                    </a:cubicBezTo>
                    <a:cubicBezTo>
                      <a:pt x="6960165" y="651002"/>
                      <a:pt x="6954196" y="785495"/>
                      <a:pt x="6956990" y="946150"/>
                    </a:cubicBezTo>
                    <a:cubicBezTo>
                      <a:pt x="6958768" y="1049274"/>
                      <a:pt x="6964102" y="1163320"/>
                      <a:pt x="6975405" y="1295146"/>
                    </a:cubicBezTo>
                    <a:cubicBezTo>
                      <a:pt x="6976675" y="1310640"/>
                      <a:pt x="6971722" y="1326007"/>
                      <a:pt x="6961435" y="1337691"/>
                    </a:cubicBezTo>
                    <a:cubicBezTo>
                      <a:pt x="6951148" y="1349375"/>
                      <a:pt x="6936543" y="1356360"/>
                      <a:pt x="6921049" y="1357122"/>
                    </a:cubicBezTo>
                    <a:cubicBezTo>
                      <a:pt x="6793160" y="1362710"/>
                      <a:pt x="6600374" y="1355090"/>
                      <a:pt x="6392983" y="1346962"/>
                    </a:cubicBezTo>
                    <a:cubicBezTo>
                      <a:pt x="6138729" y="1337056"/>
                      <a:pt x="5860345" y="1326134"/>
                      <a:pt x="5638222" y="1335913"/>
                    </a:cubicBezTo>
                    <a:cubicBezTo>
                      <a:pt x="5554529" y="1339596"/>
                      <a:pt x="5480234" y="1346073"/>
                      <a:pt x="5419020" y="1356360"/>
                    </a:cubicBezTo>
                    <a:lnTo>
                      <a:pt x="5409622" y="1299972"/>
                    </a:lnTo>
                    <a:lnTo>
                      <a:pt x="5419020" y="1356360"/>
                    </a:lnTo>
                    <a:cubicBezTo>
                      <a:pt x="5035480" y="1420622"/>
                      <a:pt x="4820977" y="1408811"/>
                      <a:pt x="4238428" y="1356868"/>
                    </a:cubicBezTo>
                    <a:lnTo>
                      <a:pt x="4243508" y="1299972"/>
                    </a:lnTo>
                    <a:lnTo>
                      <a:pt x="4238428" y="1356868"/>
                    </a:lnTo>
                    <a:cubicBezTo>
                      <a:pt x="3848284" y="1322070"/>
                      <a:pt x="3613461" y="1334643"/>
                      <a:pt x="3395402" y="1346327"/>
                    </a:cubicBezTo>
                    <a:cubicBezTo>
                      <a:pt x="3291262" y="1351915"/>
                      <a:pt x="3189662" y="1357249"/>
                      <a:pt x="3077267" y="1357122"/>
                    </a:cubicBezTo>
                    <a:cubicBezTo>
                      <a:pt x="3003988" y="1356995"/>
                      <a:pt x="2931979" y="1356868"/>
                      <a:pt x="2858319" y="1356614"/>
                    </a:cubicBezTo>
                    <a:cubicBezTo>
                      <a:pt x="2781484" y="1356487"/>
                      <a:pt x="2702998" y="1356233"/>
                      <a:pt x="2619686" y="1356106"/>
                    </a:cubicBezTo>
                    <a:cubicBezTo>
                      <a:pt x="2409628" y="1355725"/>
                      <a:pt x="2168074" y="1355725"/>
                      <a:pt x="1842954" y="1357122"/>
                    </a:cubicBezTo>
                    <a:lnTo>
                      <a:pt x="1842700" y="1299972"/>
                    </a:lnTo>
                    <a:lnTo>
                      <a:pt x="1842954" y="1357122"/>
                    </a:lnTo>
                    <a:cubicBezTo>
                      <a:pt x="1645342" y="1357884"/>
                      <a:pt x="1462970" y="1348994"/>
                      <a:pt x="1280217" y="1340104"/>
                    </a:cubicBezTo>
                    <a:cubicBezTo>
                      <a:pt x="1092638" y="1330960"/>
                      <a:pt x="904424" y="1321816"/>
                      <a:pt x="695636" y="1322578"/>
                    </a:cubicBezTo>
                    <a:cubicBezTo>
                      <a:pt x="506914" y="1323340"/>
                      <a:pt x="301428" y="1332230"/>
                      <a:pt x="65335" y="1356868"/>
                    </a:cubicBezTo>
                    <a:cubicBezTo>
                      <a:pt x="49206" y="1358519"/>
                      <a:pt x="33204" y="1353312"/>
                      <a:pt x="21139" y="1342390"/>
                    </a:cubicBezTo>
                    <a:cubicBezTo>
                      <a:pt x="9074" y="1331468"/>
                      <a:pt x="2216" y="1316355"/>
                      <a:pt x="2216" y="1300099"/>
                    </a:cubicBezTo>
                    <a:cubicBezTo>
                      <a:pt x="2470" y="1136523"/>
                      <a:pt x="1835" y="974979"/>
                      <a:pt x="1073" y="816864"/>
                    </a:cubicBezTo>
                    <a:cubicBezTo>
                      <a:pt x="438" y="666115"/>
                      <a:pt x="-197" y="518414"/>
                      <a:pt x="57" y="375666"/>
                    </a:cubicBezTo>
                    <a:cubicBezTo>
                      <a:pt x="184" y="274701"/>
                      <a:pt x="819" y="176022"/>
                      <a:pt x="2216" y="80137"/>
                    </a:cubicBezTo>
                    <a:cubicBezTo>
                      <a:pt x="2470" y="63627"/>
                      <a:pt x="9836" y="48006"/>
                      <a:pt x="22536" y="37338"/>
                    </a:cubicBezTo>
                    <a:cubicBezTo>
                      <a:pt x="35236" y="26670"/>
                      <a:pt x="51746" y="21971"/>
                      <a:pt x="68129" y="24511"/>
                    </a:cubicBezTo>
                    <a:moveTo>
                      <a:pt x="50603" y="137541"/>
                    </a:moveTo>
                    <a:lnTo>
                      <a:pt x="59366" y="81026"/>
                    </a:lnTo>
                    <a:lnTo>
                      <a:pt x="116516" y="81915"/>
                    </a:lnTo>
                    <a:cubicBezTo>
                      <a:pt x="115119" y="177165"/>
                      <a:pt x="114484" y="275336"/>
                      <a:pt x="114357" y="375920"/>
                    </a:cubicBezTo>
                    <a:cubicBezTo>
                      <a:pt x="114103" y="518287"/>
                      <a:pt x="114738" y="665607"/>
                      <a:pt x="115373" y="816483"/>
                    </a:cubicBezTo>
                    <a:cubicBezTo>
                      <a:pt x="116008" y="974471"/>
                      <a:pt x="116770" y="1136396"/>
                      <a:pt x="116516" y="1300353"/>
                    </a:cubicBezTo>
                    <a:lnTo>
                      <a:pt x="59366" y="1300226"/>
                    </a:lnTo>
                    <a:lnTo>
                      <a:pt x="53397" y="1243330"/>
                    </a:lnTo>
                    <a:cubicBezTo>
                      <a:pt x="293554" y="1218311"/>
                      <a:pt x="502977" y="1209167"/>
                      <a:pt x="695128" y="1208532"/>
                    </a:cubicBezTo>
                    <a:cubicBezTo>
                      <a:pt x="907345" y="1207643"/>
                      <a:pt x="1098480" y="1217041"/>
                      <a:pt x="1285805" y="1226185"/>
                    </a:cubicBezTo>
                    <a:cubicBezTo>
                      <a:pt x="1468939" y="1235075"/>
                      <a:pt x="1648390" y="1243838"/>
                      <a:pt x="1842573" y="1243076"/>
                    </a:cubicBezTo>
                    <a:cubicBezTo>
                      <a:pt x="2167947" y="1241806"/>
                      <a:pt x="2409628" y="1241806"/>
                      <a:pt x="2619940" y="1242060"/>
                    </a:cubicBezTo>
                    <a:cubicBezTo>
                      <a:pt x="2703379" y="1242187"/>
                      <a:pt x="2781992" y="1242314"/>
                      <a:pt x="2858700" y="1242568"/>
                    </a:cubicBezTo>
                    <a:cubicBezTo>
                      <a:pt x="2932233" y="1242695"/>
                      <a:pt x="3004242" y="1242949"/>
                      <a:pt x="3077521" y="1243076"/>
                    </a:cubicBezTo>
                    <a:lnTo>
                      <a:pt x="3077394" y="1300226"/>
                    </a:lnTo>
                    <a:lnTo>
                      <a:pt x="3077521" y="1243076"/>
                    </a:lnTo>
                    <a:cubicBezTo>
                      <a:pt x="3186360" y="1243203"/>
                      <a:pt x="3284785" y="1237996"/>
                      <a:pt x="3389306" y="1232408"/>
                    </a:cubicBezTo>
                    <a:cubicBezTo>
                      <a:pt x="3609270" y="1220724"/>
                      <a:pt x="3850443" y="1207770"/>
                      <a:pt x="4248461" y="1243330"/>
                    </a:cubicBezTo>
                    <a:cubicBezTo>
                      <a:pt x="4829867" y="1295146"/>
                      <a:pt x="5031924" y="1305560"/>
                      <a:pt x="5399970" y="1243838"/>
                    </a:cubicBezTo>
                    <a:cubicBezTo>
                      <a:pt x="5467661" y="1232535"/>
                      <a:pt x="5547036" y="1225677"/>
                      <a:pt x="5633142" y="1221867"/>
                    </a:cubicBezTo>
                    <a:cubicBezTo>
                      <a:pt x="5860980" y="1211961"/>
                      <a:pt x="6144571" y="1223010"/>
                      <a:pt x="6397428" y="1232916"/>
                    </a:cubicBezTo>
                    <a:cubicBezTo>
                      <a:pt x="6606978" y="1241171"/>
                      <a:pt x="6793922" y="1248410"/>
                      <a:pt x="6915969" y="1243076"/>
                    </a:cubicBezTo>
                    <a:lnTo>
                      <a:pt x="6918509" y="1300226"/>
                    </a:lnTo>
                    <a:lnTo>
                      <a:pt x="6861613" y="1305052"/>
                    </a:lnTo>
                    <a:cubicBezTo>
                      <a:pt x="6850056" y="1170559"/>
                      <a:pt x="6844595" y="1053973"/>
                      <a:pt x="6842817" y="948182"/>
                    </a:cubicBezTo>
                    <a:cubicBezTo>
                      <a:pt x="6840023" y="783590"/>
                      <a:pt x="6846119" y="645795"/>
                      <a:pt x="6852215" y="509905"/>
                    </a:cubicBezTo>
                    <a:cubicBezTo>
                      <a:pt x="6858311" y="374396"/>
                      <a:pt x="6864153" y="240792"/>
                      <a:pt x="6861486" y="81915"/>
                    </a:cubicBezTo>
                    <a:lnTo>
                      <a:pt x="6918636" y="80899"/>
                    </a:lnTo>
                    <a:lnTo>
                      <a:pt x="6924097" y="137795"/>
                    </a:lnTo>
                    <a:cubicBezTo>
                      <a:pt x="6482137" y="180213"/>
                      <a:pt x="5614854" y="191389"/>
                      <a:pt x="5061134" y="137795"/>
                    </a:cubicBezTo>
                    <a:cubicBezTo>
                      <a:pt x="4744269" y="107188"/>
                      <a:pt x="4413307" y="121920"/>
                      <a:pt x="4143432" y="134112"/>
                    </a:cubicBezTo>
                    <a:cubicBezTo>
                      <a:pt x="3954964" y="142621"/>
                      <a:pt x="3790880" y="150241"/>
                      <a:pt x="3687883" y="137541"/>
                    </a:cubicBezTo>
                    <a:cubicBezTo>
                      <a:pt x="3459283" y="109474"/>
                      <a:pt x="3019101" y="103505"/>
                      <a:pt x="2532818" y="137795"/>
                    </a:cubicBezTo>
                    <a:cubicBezTo>
                      <a:pt x="2341429" y="151257"/>
                      <a:pt x="2183314" y="154813"/>
                      <a:pt x="2033327" y="153797"/>
                    </a:cubicBezTo>
                    <a:cubicBezTo>
                      <a:pt x="1922202" y="153035"/>
                      <a:pt x="1815522" y="149860"/>
                      <a:pt x="1703762" y="146558"/>
                    </a:cubicBezTo>
                    <a:cubicBezTo>
                      <a:pt x="1578794" y="142875"/>
                      <a:pt x="1446968" y="138938"/>
                      <a:pt x="1293806" y="137922"/>
                    </a:cubicBezTo>
                    <a:cubicBezTo>
                      <a:pt x="1119181" y="136779"/>
                      <a:pt x="950271" y="143256"/>
                      <a:pt x="789235" y="149479"/>
                    </a:cubicBezTo>
                    <a:cubicBezTo>
                      <a:pt x="516058" y="160020"/>
                      <a:pt x="262058" y="170053"/>
                      <a:pt x="50730" y="137160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19050"/>
                <a:ext cx="6973436" cy="1352550"/>
              </a:xfrm>
              <a:prstGeom prst="rect">
                <a:avLst/>
              </a:prstGeom>
            </p:spPr>
            <p:txBody>
              <a:bodyPr wrap="none" lIns="50800" tIns="50800" rIns="50800" bIns="50800" rtlCol="0" anchor="ctr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>
                    <a:solidFill>
                      <a:srgbClr val="FFFFFF"/>
                    </a:solidFill>
                    <a:latin typeface="Arimo"/>
                    <a:ea typeface="맑은 고딕"/>
                    <a:cs typeface="Arimo"/>
                    <a:sym typeface="Arimo"/>
                  </a:rPr>
                  <a:t>닫혀진 문 발견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13920712" y="10866790"/>
              <a:ext cx="6973436" cy="1333500"/>
              <a:chOff x="0" y="0"/>
              <a:chExt cx="6973436" cy="13335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34187" y="39376"/>
                <a:ext cx="6883772" cy="1274632"/>
              </a:xfrm>
              <a:custGeom>
                <a:avLst/>
                <a:gdLst/>
                <a:ahLst/>
                <a:cxnLst/>
                <a:rect l="l" t="t" r="r" b="b"/>
                <a:pathLst>
                  <a:path w="6883772" h="1274632">
                    <a:moveTo>
                      <a:pt x="22963" y="17774"/>
                    </a:moveTo>
                    <a:cubicBezTo>
                      <a:pt x="487275" y="-19056"/>
                      <a:pt x="798552" y="19806"/>
                      <a:pt x="1326237" y="17774"/>
                    </a:cubicBezTo>
                    <a:cubicBezTo>
                      <a:pt x="1853922" y="15742"/>
                      <a:pt x="2046581" y="-3435"/>
                      <a:pt x="2492351" y="17774"/>
                    </a:cubicBezTo>
                    <a:cubicBezTo>
                      <a:pt x="2938121" y="38983"/>
                      <a:pt x="3624302" y="-31248"/>
                      <a:pt x="3932785" y="17774"/>
                    </a:cubicBezTo>
                    <a:cubicBezTo>
                      <a:pt x="4241268" y="66796"/>
                      <a:pt x="4767556" y="-8388"/>
                      <a:pt x="5236059" y="17774"/>
                    </a:cubicBezTo>
                    <a:cubicBezTo>
                      <a:pt x="5704562" y="43936"/>
                      <a:pt x="6134457" y="32379"/>
                      <a:pt x="6882233" y="17774"/>
                    </a:cubicBezTo>
                    <a:cubicBezTo>
                      <a:pt x="6889980" y="529076"/>
                      <a:pt x="6865088" y="702812"/>
                      <a:pt x="6882233" y="1236974"/>
                    </a:cubicBezTo>
                    <a:cubicBezTo>
                      <a:pt x="6580862" y="1211574"/>
                      <a:pt x="5839182" y="1209669"/>
                      <a:pt x="5441799" y="1236974"/>
                    </a:cubicBezTo>
                    <a:cubicBezTo>
                      <a:pt x="5044416" y="1264279"/>
                      <a:pt x="4496030" y="1305935"/>
                      <a:pt x="4001365" y="1236974"/>
                    </a:cubicBezTo>
                    <a:cubicBezTo>
                      <a:pt x="3506700" y="1168013"/>
                      <a:pt x="3006193" y="1197477"/>
                      <a:pt x="2560931" y="1236974"/>
                    </a:cubicBezTo>
                    <a:cubicBezTo>
                      <a:pt x="2115669" y="1276471"/>
                      <a:pt x="660122" y="1281551"/>
                      <a:pt x="23090" y="1236974"/>
                    </a:cubicBezTo>
                    <a:cubicBezTo>
                      <a:pt x="-28091" y="862578"/>
                      <a:pt x="21566" y="365500"/>
                      <a:pt x="23090" y="17774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54884" y="33432"/>
                <a:ext cx="6862214" cy="1286072"/>
              </a:xfrm>
              <a:custGeom>
                <a:avLst/>
                <a:gdLst/>
                <a:ahLst/>
                <a:cxnLst/>
                <a:rect l="l" t="t" r="r" b="b"/>
                <a:pathLst>
                  <a:path w="6862214" h="1286072">
                    <a:moveTo>
                      <a:pt x="2266" y="23718"/>
                    </a:moveTo>
                    <a:cubicBezTo>
                      <a:pt x="326751" y="74264"/>
                      <a:pt x="759440" y="20670"/>
                      <a:pt x="1236960" y="23718"/>
                    </a:cubicBezTo>
                    <a:cubicBezTo>
                      <a:pt x="1714480" y="26766"/>
                      <a:pt x="1983466" y="58135"/>
                      <a:pt x="2471654" y="23718"/>
                    </a:cubicBezTo>
                    <a:cubicBezTo>
                      <a:pt x="2959842" y="-10699"/>
                      <a:pt x="3403961" y="-4984"/>
                      <a:pt x="3637768" y="23718"/>
                    </a:cubicBezTo>
                    <a:cubicBezTo>
                      <a:pt x="3871575" y="52420"/>
                      <a:pt x="4459839" y="-29495"/>
                      <a:pt x="5009622" y="23718"/>
                    </a:cubicBezTo>
                    <a:cubicBezTo>
                      <a:pt x="5559405" y="76931"/>
                      <a:pt x="6422878" y="65755"/>
                      <a:pt x="6861536" y="23718"/>
                    </a:cubicBezTo>
                    <a:cubicBezTo>
                      <a:pt x="6868775" y="449803"/>
                      <a:pt x="6814546" y="695548"/>
                      <a:pt x="6861536" y="1242918"/>
                    </a:cubicBezTo>
                    <a:cubicBezTo>
                      <a:pt x="6527145" y="1257523"/>
                      <a:pt x="5728315" y="1179926"/>
                      <a:pt x="5352522" y="1242918"/>
                    </a:cubicBezTo>
                    <a:cubicBezTo>
                      <a:pt x="4976729" y="1305910"/>
                      <a:pt x="4768449" y="1294734"/>
                      <a:pt x="4186408" y="1242918"/>
                    </a:cubicBezTo>
                    <a:cubicBezTo>
                      <a:pt x="3604367" y="1191102"/>
                      <a:pt x="3362940" y="1243426"/>
                      <a:pt x="3020294" y="1242918"/>
                    </a:cubicBezTo>
                    <a:cubicBezTo>
                      <a:pt x="2677648" y="1242410"/>
                      <a:pt x="2363704" y="1240632"/>
                      <a:pt x="1785600" y="1242918"/>
                    </a:cubicBezTo>
                    <a:cubicBezTo>
                      <a:pt x="1207496" y="1245204"/>
                      <a:pt x="760583" y="1163924"/>
                      <a:pt x="2266" y="1242918"/>
                    </a:cubicBezTo>
                    <a:cubicBezTo>
                      <a:pt x="3028" y="812007"/>
                      <a:pt x="-3195" y="395828"/>
                      <a:pt x="2266" y="2371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-23126" y="-17836"/>
                <a:ext cx="6997992" cy="1389039"/>
              </a:xfrm>
              <a:custGeom>
                <a:avLst/>
                <a:gdLst/>
                <a:ahLst/>
                <a:cxnLst/>
                <a:rect l="l" t="t" r="r" b="b"/>
                <a:pathLst>
                  <a:path w="6997992" h="1389039">
                    <a:moveTo>
                      <a:pt x="75704" y="17963"/>
                    </a:moveTo>
                    <a:cubicBezTo>
                      <a:pt x="371360" y="-5532"/>
                      <a:pt x="605802" y="1453"/>
                      <a:pt x="868819" y="9200"/>
                    </a:cubicBezTo>
                    <a:cubicBezTo>
                      <a:pt x="1023759" y="13772"/>
                      <a:pt x="1188732" y="18598"/>
                      <a:pt x="1383296" y="17836"/>
                    </a:cubicBezTo>
                    <a:cubicBezTo>
                      <a:pt x="1563763" y="17201"/>
                      <a:pt x="1704860" y="14407"/>
                      <a:pt x="1830717" y="11994"/>
                    </a:cubicBezTo>
                    <a:cubicBezTo>
                      <a:pt x="1931428" y="10089"/>
                      <a:pt x="2022487" y="8311"/>
                      <a:pt x="2115832" y="7930"/>
                    </a:cubicBezTo>
                    <a:cubicBezTo>
                      <a:pt x="2246261" y="7422"/>
                      <a:pt x="2380754" y="9708"/>
                      <a:pt x="2552331" y="17836"/>
                    </a:cubicBezTo>
                    <a:cubicBezTo>
                      <a:pt x="2745244" y="26980"/>
                      <a:pt x="2984766" y="18852"/>
                      <a:pt x="3221748" y="10724"/>
                    </a:cubicBezTo>
                    <a:cubicBezTo>
                      <a:pt x="3445649" y="2977"/>
                      <a:pt x="3667645" y="-4643"/>
                      <a:pt x="3839349" y="3485"/>
                    </a:cubicBezTo>
                    <a:cubicBezTo>
                      <a:pt x="3898150" y="6279"/>
                      <a:pt x="3952252" y="10978"/>
                      <a:pt x="3999115" y="18471"/>
                    </a:cubicBezTo>
                    <a:cubicBezTo>
                      <a:pt x="4157992" y="43744"/>
                      <a:pt x="4380115" y="34727"/>
                      <a:pt x="4631575" y="24186"/>
                    </a:cubicBezTo>
                    <a:cubicBezTo>
                      <a:pt x="4845062" y="15296"/>
                      <a:pt x="5076837" y="5517"/>
                      <a:pt x="5296674" y="17836"/>
                    </a:cubicBezTo>
                    <a:lnTo>
                      <a:pt x="5293499" y="74859"/>
                    </a:lnTo>
                    <a:lnTo>
                      <a:pt x="5296674" y="17836"/>
                    </a:lnTo>
                    <a:cubicBezTo>
                      <a:pt x="5726188" y="41839"/>
                      <a:pt x="6123190" y="33965"/>
                      <a:pt x="6769874" y="21138"/>
                    </a:cubicBezTo>
                    <a:cubicBezTo>
                      <a:pt x="6823976" y="20122"/>
                      <a:pt x="6880237" y="18979"/>
                      <a:pt x="6938276" y="17836"/>
                    </a:cubicBezTo>
                    <a:cubicBezTo>
                      <a:pt x="6953516" y="17582"/>
                      <a:pt x="6968121" y="23297"/>
                      <a:pt x="6979043" y="33838"/>
                    </a:cubicBezTo>
                    <a:cubicBezTo>
                      <a:pt x="6989965" y="44379"/>
                      <a:pt x="6996315" y="58857"/>
                      <a:pt x="6996442" y="74097"/>
                    </a:cubicBezTo>
                    <a:cubicBezTo>
                      <a:pt x="6999871" y="302316"/>
                      <a:pt x="6996950" y="463733"/>
                      <a:pt x="6994029" y="618927"/>
                    </a:cubicBezTo>
                    <a:cubicBezTo>
                      <a:pt x="6991362" y="763961"/>
                      <a:pt x="6988695" y="903407"/>
                      <a:pt x="6991489" y="1087938"/>
                    </a:cubicBezTo>
                    <a:cubicBezTo>
                      <a:pt x="6992378" y="1150295"/>
                      <a:pt x="6994029" y="1217732"/>
                      <a:pt x="6996442" y="1292281"/>
                    </a:cubicBezTo>
                    <a:cubicBezTo>
                      <a:pt x="6996950" y="1308537"/>
                      <a:pt x="6990473" y="1324285"/>
                      <a:pt x="6978662" y="1335588"/>
                    </a:cubicBezTo>
                    <a:cubicBezTo>
                      <a:pt x="6966851" y="1346891"/>
                      <a:pt x="6950722" y="1352479"/>
                      <a:pt x="6934466" y="1351082"/>
                    </a:cubicBezTo>
                    <a:cubicBezTo>
                      <a:pt x="6636397" y="1326063"/>
                      <a:pt x="5897765" y="1324031"/>
                      <a:pt x="5502795" y="1351209"/>
                    </a:cubicBezTo>
                    <a:cubicBezTo>
                      <a:pt x="5488571" y="1352225"/>
                      <a:pt x="5474093" y="1353241"/>
                      <a:pt x="5459361" y="1354257"/>
                    </a:cubicBezTo>
                    <a:cubicBezTo>
                      <a:pt x="5444248" y="1355273"/>
                      <a:pt x="5429008" y="1356289"/>
                      <a:pt x="5413641" y="1357432"/>
                    </a:cubicBezTo>
                    <a:cubicBezTo>
                      <a:pt x="5026418" y="1383975"/>
                      <a:pt x="4516005" y="1415725"/>
                      <a:pt x="4050550" y="1350828"/>
                    </a:cubicBezTo>
                    <a:lnTo>
                      <a:pt x="4058424" y="1294186"/>
                    </a:lnTo>
                    <a:lnTo>
                      <a:pt x="4050550" y="1350828"/>
                    </a:lnTo>
                    <a:cubicBezTo>
                      <a:pt x="3562743" y="1282883"/>
                      <a:pt x="3067570" y="1311712"/>
                      <a:pt x="2623070" y="1351209"/>
                    </a:cubicBezTo>
                    <a:cubicBezTo>
                      <a:pt x="2174252" y="1390960"/>
                      <a:pt x="715530" y="1396040"/>
                      <a:pt x="76212" y="1351336"/>
                    </a:cubicBezTo>
                    <a:cubicBezTo>
                      <a:pt x="49161" y="1349431"/>
                      <a:pt x="27190" y="1328857"/>
                      <a:pt x="23634" y="1302060"/>
                    </a:cubicBezTo>
                    <a:cubicBezTo>
                      <a:pt x="-12815" y="1035487"/>
                      <a:pt x="774" y="710240"/>
                      <a:pt x="12585" y="424236"/>
                    </a:cubicBezTo>
                    <a:cubicBezTo>
                      <a:pt x="17792" y="297998"/>
                      <a:pt x="22618" y="179380"/>
                      <a:pt x="23126" y="74732"/>
                    </a:cubicBezTo>
                    <a:cubicBezTo>
                      <a:pt x="23253" y="45014"/>
                      <a:pt x="46113" y="20376"/>
                      <a:pt x="75704" y="17963"/>
                    </a:cubicBezTo>
                    <a:moveTo>
                      <a:pt x="84721" y="131882"/>
                    </a:moveTo>
                    <a:lnTo>
                      <a:pt x="80276" y="74986"/>
                    </a:lnTo>
                    <a:lnTo>
                      <a:pt x="137426" y="75240"/>
                    </a:lnTo>
                    <a:cubicBezTo>
                      <a:pt x="136918" y="182428"/>
                      <a:pt x="131965" y="303332"/>
                      <a:pt x="126758" y="428935"/>
                    </a:cubicBezTo>
                    <a:cubicBezTo>
                      <a:pt x="114820" y="717987"/>
                      <a:pt x="102120" y="1032185"/>
                      <a:pt x="136918" y="1286439"/>
                    </a:cubicBezTo>
                    <a:lnTo>
                      <a:pt x="80276" y="1294186"/>
                    </a:lnTo>
                    <a:lnTo>
                      <a:pt x="84213" y="1237163"/>
                    </a:lnTo>
                    <a:cubicBezTo>
                      <a:pt x="718832" y="1281486"/>
                      <a:pt x="2171458" y="1276406"/>
                      <a:pt x="2613037" y="1237290"/>
                    </a:cubicBezTo>
                    <a:lnTo>
                      <a:pt x="2618117" y="1294186"/>
                    </a:lnTo>
                    <a:lnTo>
                      <a:pt x="2613037" y="1237290"/>
                    </a:lnTo>
                    <a:cubicBezTo>
                      <a:pt x="3058934" y="1197793"/>
                      <a:pt x="3564902" y="1167694"/>
                      <a:pt x="4066425" y="1237671"/>
                    </a:cubicBezTo>
                    <a:cubicBezTo>
                      <a:pt x="4518291" y="1300663"/>
                      <a:pt x="5017401" y="1270056"/>
                      <a:pt x="5405894" y="1243386"/>
                    </a:cubicBezTo>
                    <a:cubicBezTo>
                      <a:pt x="5421261" y="1242370"/>
                      <a:pt x="5436501" y="1241227"/>
                      <a:pt x="5451614" y="1240211"/>
                    </a:cubicBezTo>
                    <a:cubicBezTo>
                      <a:pt x="5466346" y="1239195"/>
                      <a:pt x="5480824" y="1238179"/>
                      <a:pt x="5495048" y="1237163"/>
                    </a:cubicBezTo>
                    <a:lnTo>
                      <a:pt x="5498985" y="1294186"/>
                    </a:lnTo>
                    <a:lnTo>
                      <a:pt x="5495048" y="1237163"/>
                    </a:lnTo>
                    <a:cubicBezTo>
                      <a:pt x="5894717" y="1209731"/>
                      <a:pt x="6639318" y="1211636"/>
                      <a:pt x="6944118" y="1237290"/>
                    </a:cubicBezTo>
                    <a:lnTo>
                      <a:pt x="6939292" y="1294186"/>
                    </a:lnTo>
                    <a:lnTo>
                      <a:pt x="6882142" y="1295964"/>
                    </a:lnTo>
                    <a:cubicBezTo>
                      <a:pt x="6879729" y="1220780"/>
                      <a:pt x="6878205" y="1152708"/>
                      <a:pt x="6877189" y="1089716"/>
                    </a:cubicBezTo>
                    <a:cubicBezTo>
                      <a:pt x="6874395" y="903026"/>
                      <a:pt x="6876935" y="761929"/>
                      <a:pt x="6879729" y="616768"/>
                    </a:cubicBezTo>
                    <a:cubicBezTo>
                      <a:pt x="6882650" y="461701"/>
                      <a:pt x="6885571" y="301935"/>
                      <a:pt x="6882142" y="75748"/>
                    </a:cubicBezTo>
                    <a:lnTo>
                      <a:pt x="6939292" y="74859"/>
                    </a:lnTo>
                    <a:lnTo>
                      <a:pt x="6940435" y="132009"/>
                    </a:lnTo>
                    <a:cubicBezTo>
                      <a:pt x="6882396" y="133152"/>
                      <a:pt x="6826135" y="134295"/>
                      <a:pt x="6771779" y="135311"/>
                    </a:cubicBezTo>
                    <a:cubicBezTo>
                      <a:pt x="6126238" y="148138"/>
                      <a:pt x="5724664" y="156139"/>
                      <a:pt x="5289943" y="131882"/>
                    </a:cubicBezTo>
                    <a:cubicBezTo>
                      <a:pt x="5076710" y="119944"/>
                      <a:pt x="4850650" y="129342"/>
                      <a:pt x="4636020" y="138359"/>
                    </a:cubicBezTo>
                    <a:cubicBezTo>
                      <a:pt x="4389386" y="148646"/>
                      <a:pt x="4153801" y="158806"/>
                      <a:pt x="3980954" y="131247"/>
                    </a:cubicBezTo>
                    <a:lnTo>
                      <a:pt x="3989971" y="74859"/>
                    </a:lnTo>
                    <a:lnTo>
                      <a:pt x="3980954" y="131247"/>
                    </a:lnTo>
                    <a:cubicBezTo>
                      <a:pt x="3939679" y="124643"/>
                      <a:pt x="3890149" y="120325"/>
                      <a:pt x="3833761" y="117531"/>
                    </a:cubicBezTo>
                    <a:cubicBezTo>
                      <a:pt x="3667899" y="109657"/>
                      <a:pt x="3451110" y="117023"/>
                      <a:pt x="3225558" y="124770"/>
                    </a:cubicBezTo>
                    <a:cubicBezTo>
                      <a:pt x="2990100" y="132898"/>
                      <a:pt x="2745371" y="141280"/>
                      <a:pt x="2546870" y="131882"/>
                    </a:cubicBezTo>
                    <a:lnTo>
                      <a:pt x="2549537" y="74859"/>
                    </a:lnTo>
                    <a:lnTo>
                      <a:pt x="2546870" y="131882"/>
                    </a:lnTo>
                    <a:cubicBezTo>
                      <a:pt x="2377325" y="123754"/>
                      <a:pt x="2244737" y="121595"/>
                      <a:pt x="2116213" y="122103"/>
                    </a:cubicBezTo>
                    <a:cubicBezTo>
                      <a:pt x="2023884" y="122484"/>
                      <a:pt x="1933714" y="124135"/>
                      <a:pt x="1832876" y="126167"/>
                    </a:cubicBezTo>
                    <a:cubicBezTo>
                      <a:pt x="1707019" y="128580"/>
                      <a:pt x="1565160" y="131247"/>
                      <a:pt x="1383804" y="132009"/>
                    </a:cubicBezTo>
                    <a:lnTo>
                      <a:pt x="1383550" y="74859"/>
                    </a:lnTo>
                    <a:lnTo>
                      <a:pt x="1383804" y="132009"/>
                    </a:lnTo>
                    <a:cubicBezTo>
                      <a:pt x="1187208" y="132771"/>
                      <a:pt x="1020457" y="127818"/>
                      <a:pt x="865517" y="123373"/>
                    </a:cubicBezTo>
                    <a:cubicBezTo>
                      <a:pt x="602373" y="115626"/>
                      <a:pt x="373646" y="109022"/>
                      <a:pt x="84848" y="131882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7" name="Freeform 47"/>
              <p:cNvSpPr/>
              <p:nvPr/>
            </p:nvSpPr>
            <p:spPr>
              <a:xfrm>
                <a:off x="-2216" y="-23876"/>
                <a:ext cx="6976357" cy="1400294"/>
              </a:xfrm>
              <a:custGeom>
                <a:avLst/>
                <a:gdLst/>
                <a:ahLst/>
                <a:cxnLst/>
                <a:rect l="l" t="t" r="r" b="b"/>
                <a:pathLst>
                  <a:path w="6976357" h="1400294">
                    <a:moveTo>
                      <a:pt x="68129" y="24511"/>
                    </a:moveTo>
                    <a:cubicBezTo>
                      <a:pt x="266249" y="55372"/>
                      <a:pt x="507930" y="46228"/>
                      <a:pt x="784663" y="35560"/>
                    </a:cubicBezTo>
                    <a:cubicBezTo>
                      <a:pt x="945318" y="29337"/>
                      <a:pt x="1116768" y="22733"/>
                      <a:pt x="1294441" y="23876"/>
                    </a:cubicBezTo>
                    <a:lnTo>
                      <a:pt x="1294060" y="81026"/>
                    </a:lnTo>
                    <a:lnTo>
                      <a:pt x="1294441" y="23876"/>
                    </a:lnTo>
                    <a:cubicBezTo>
                      <a:pt x="1449127" y="24892"/>
                      <a:pt x="1582096" y="28829"/>
                      <a:pt x="1707064" y="32512"/>
                    </a:cubicBezTo>
                    <a:cubicBezTo>
                      <a:pt x="1819078" y="35814"/>
                      <a:pt x="1924361" y="38989"/>
                      <a:pt x="2033962" y="39624"/>
                    </a:cubicBezTo>
                    <a:cubicBezTo>
                      <a:pt x="2181409" y="40640"/>
                      <a:pt x="2336476" y="37211"/>
                      <a:pt x="2524690" y="23876"/>
                    </a:cubicBezTo>
                    <a:lnTo>
                      <a:pt x="2528754" y="80899"/>
                    </a:lnTo>
                    <a:lnTo>
                      <a:pt x="2524690" y="23876"/>
                    </a:lnTo>
                    <a:cubicBezTo>
                      <a:pt x="3014529" y="-10668"/>
                      <a:pt x="3462839" y="-5207"/>
                      <a:pt x="3701726" y="24130"/>
                    </a:cubicBezTo>
                    <a:lnTo>
                      <a:pt x="3694741" y="80899"/>
                    </a:lnTo>
                    <a:lnTo>
                      <a:pt x="3701726" y="24130"/>
                    </a:lnTo>
                    <a:cubicBezTo>
                      <a:pt x="3792658" y="35306"/>
                      <a:pt x="3944550" y="28702"/>
                      <a:pt x="4138225" y="19939"/>
                    </a:cubicBezTo>
                    <a:cubicBezTo>
                      <a:pt x="4406957" y="7747"/>
                      <a:pt x="4745793" y="-7620"/>
                      <a:pt x="5072056" y="24003"/>
                    </a:cubicBezTo>
                    <a:lnTo>
                      <a:pt x="5066595" y="80899"/>
                    </a:lnTo>
                    <a:lnTo>
                      <a:pt x="5072056" y="24003"/>
                    </a:lnTo>
                    <a:cubicBezTo>
                      <a:pt x="5617775" y="76835"/>
                      <a:pt x="6477692" y="65786"/>
                      <a:pt x="6913048" y="24003"/>
                    </a:cubicBezTo>
                    <a:cubicBezTo>
                      <a:pt x="6928923" y="22479"/>
                      <a:pt x="6944671" y="27686"/>
                      <a:pt x="6956609" y="38227"/>
                    </a:cubicBezTo>
                    <a:cubicBezTo>
                      <a:pt x="6968547" y="48768"/>
                      <a:pt x="6975405" y="63881"/>
                      <a:pt x="6975659" y="79883"/>
                    </a:cubicBezTo>
                    <a:cubicBezTo>
                      <a:pt x="6978453" y="242824"/>
                      <a:pt x="6972357" y="379603"/>
                      <a:pt x="6966261" y="514985"/>
                    </a:cubicBezTo>
                    <a:cubicBezTo>
                      <a:pt x="6960165" y="651002"/>
                      <a:pt x="6954196" y="785495"/>
                      <a:pt x="6956990" y="946150"/>
                    </a:cubicBezTo>
                    <a:cubicBezTo>
                      <a:pt x="6958768" y="1049274"/>
                      <a:pt x="6964102" y="1163320"/>
                      <a:pt x="6975405" y="1295146"/>
                    </a:cubicBezTo>
                    <a:cubicBezTo>
                      <a:pt x="6976675" y="1310640"/>
                      <a:pt x="6971722" y="1326007"/>
                      <a:pt x="6961435" y="1337691"/>
                    </a:cubicBezTo>
                    <a:cubicBezTo>
                      <a:pt x="6951148" y="1349375"/>
                      <a:pt x="6936543" y="1356360"/>
                      <a:pt x="6921049" y="1357122"/>
                    </a:cubicBezTo>
                    <a:cubicBezTo>
                      <a:pt x="6793160" y="1362710"/>
                      <a:pt x="6600374" y="1355090"/>
                      <a:pt x="6392983" y="1346962"/>
                    </a:cubicBezTo>
                    <a:cubicBezTo>
                      <a:pt x="6138729" y="1337056"/>
                      <a:pt x="5860345" y="1326134"/>
                      <a:pt x="5638222" y="1335913"/>
                    </a:cubicBezTo>
                    <a:cubicBezTo>
                      <a:pt x="5554529" y="1339596"/>
                      <a:pt x="5480234" y="1346073"/>
                      <a:pt x="5419020" y="1356360"/>
                    </a:cubicBezTo>
                    <a:lnTo>
                      <a:pt x="5409622" y="1299972"/>
                    </a:lnTo>
                    <a:lnTo>
                      <a:pt x="5419020" y="1356360"/>
                    </a:lnTo>
                    <a:cubicBezTo>
                      <a:pt x="5035480" y="1420622"/>
                      <a:pt x="4820977" y="1408811"/>
                      <a:pt x="4238428" y="1356868"/>
                    </a:cubicBezTo>
                    <a:lnTo>
                      <a:pt x="4243508" y="1299972"/>
                    </a:lnTo>
                    <a:lnTo>
                      <a:pt x="4238428" y="1356868"/>
                    </a:lnTo>
                    <a:cubicBezTo>
                      <a:pt x="3848284" y="1322070"/>
                      <a:pt x="3613461" y="1334643"/>
                      <a:pt x="3395402" y="1346327"/>
                    </a:cubicBezTo>
                    <a:cubicBezTo>
                      <a:pt x="3291262" y="1351915"/>
                      <a:pt x="3189662" y="1357249"/>
                      <a:pt x="3077267" y="1357122"/>
                    </a:cubicBezTo>
                    <a:cubicBezTo>
                      <a:pt x="3003988" y="1356995"/>
                      <a:pt x="2931979" y="1356868"/>
                      <a:pt x="2858319" y="1356614"/>
                    </a:cubicBezTo>
                    <a:cubicBezTo>
                      <a:pt x="2781484" y="1356487"/>
                      <a:pt x="2702998" y="1356233"/>
                      <a:pt x="2619686" y="1356106"/>
                    </a:cubicBezTo>
                    <a:cubicBezTo>
                      <a:pt x="2409628" y="1355725"/>
                      <a:pt x="2168074" y="1355725"/>
                      <a:pt x="1842954" y="1357122"/>
                    </a:cubicBezTo>
                    <a:lnTo>
                      <a:pt x="1842700" y="1299972"/>
                    </a:lnTo>
                    <a:lnTo>
                      <a:pt x="1842954" y="1357122"/>
                    </a:lnTo>
                    <a:cubicBezTo>
                      <a:pt x="1645342" y="1357884"/>
                      <a:pt x="1462970" y="1348994"/>
                      <a:pt x="1280217" y="1340104"/>
                    </a:cubicBezTo>
                    <a:cubicBezTo>
                      <a:pt x="1092638" y="1330960"/>
                      <a:pt x="904424" y="1321816"/>
                      <a:pt x="695636" y="1322578"/>
                    </a:cubicBezTo>
                    <a:cubicBezTo>
                      <a:pt x="506914" y="1323340"/>
                      <a:pt x="301428" y="1332230"/>
                      <a:pt x="65335" y="1356868"/>
                    </a:cubicBezTo>
                    <a:cubicBezTo>
                      <a:pt x="49206" y="1358519"/>
                      <a:pt x="33204" y="1353312"/>
                      <a:pt x="21139" y="1342390"/>
                    </a:cubicBezTo>
                    <a:cubicBezTo>
                      <a:pt x="9074" y="1331468"/>
                      <a:pt x="2216" y="1316355"/>
                      <a:pt x="2216" y="1300099"/>
                    </a:cubicBezTo>
                    <a:cubicBezTo>
                      <a:pt x="2470" y="1136523"/>
                      <a:pt x="1835" y="974979"/>
                      <a:pt x="1073" y="816864"/>
                    </a:cubicBezTo>
                    <a:cubicBezTo>
                      <a:pt x="438" y="666115"/>
                      <a:pt x="-197" y="518414"/>
                      <a:pt x="57" y="375666"/>
                    </a:cubicBezTo>
                    <a:cubicBezTo>
                      <a:pt x="184" y="274701"/>
                      <a:pt x="819" y="176022"/>
                      <a:pt x="2216" y="80137"/>
                    </a:cubicBezTo>
                    <a:cubicBezTo>
                      <a:pt x="2470" y="63627"/>
                      <a:pt x="9836" y="48006"/>
                      <a:pt x="22536" y="37338"/>
                    </a:cubicBezTo>
                    <a:cubicBezTo>
                      <a:pt x="35236" y="26670"/>
                      <a:pt x="51746" y="21971"/>
                      <a:pt x="68129" y="24511"/>
                    </a:cubicBezTo>
                    <a:moveTo>
                      <a:pt x="50603" y="137541"/>
                    </a:moveTo>
                    <a:lnTo>
                      <a:pt x="59366" y="81026"/>
                    </a:lnTo>
                    <a:lnTo>
                      <a:pt x="116516" y="81915"/>
                    </a:lnTo>
                    <a:cubicBezTo>
                      <a:pt x="115119" y="177165"/>
                      <a:pt x="114484" y="275336"/>
                      <a:pt x="114357" y="375920"/>
                    </a:cubicBezTo>
                    <a:cubicBezTo>
                      <a:pt x="114103" y="518287"/>
                      <a:pt x="114738" y="665607"/>
                      <a:pt x="115373" y="816483"/>
                    </a:cubicBezTo>
                    <a:cubicBezTo>
                      <a:pt x="116008" y="974471"/>
                      <a:pt x="116770" y="1136396"/>
                      <a:pt x="116516" y="1300353"/>
                    </a:cubicBezTo>
                    <a:lnTo>
                      <a:pt x="59366" y="1300226"/>
                    </a:lnTo>
                    <a:lnTo>
                      <a:pt x="53397" y="1243330"/>
                    </a:lnTo>
                    <a:cubicBezTo>
                      <a:pt x="293554" y="1218311"/>
                      <a:pt x="502977" y="1209167"/>
                      <a:pt x="695128" y="1208532"/>
                    </a:cubicBezTo>
                    <a:cubicBezTo>
                      <a:pt x="907345" y="1207643"/>
                      <a:pt x="1098480" y="1217041"/>
                      <a:pt x="1285805" y="1226185"/>
                    </a:cubicBezTo>
                    <a:cubicBezTo>
                      <a:pt x="1468939" y="1235075"/>
                      <a:pt x="1648390" y="1243838"/>
                      <a:pt x="1842573" y="1243076"/>
                    </a:cubicBezTo>
                    <a:cubicBezTo>
                      <a:pt x="2167947" y="1241806"/>
                      <a:pt x="2409628" y="1241806"/>
                      <a:pt x="2619940" y="1242060"/>
                    </a:cubicBezTo>
                    <a:cubicBezTo>
                      <a:pt x="2703379" y="1242187"/>
                      <a:pt x="2781992" y="1242314"/>
                      <a:pt x="2858700" y="1242568"/>
                    </a:cubicBezTo>
                    <a:cubicBezTo>
                      <a:pt x="2932233" y="1242695"/>
                      <a:pt x="3004242" y="1242949"/>
                      <a:pt x="3077521" y="1243076"/>
                    </a:cubicBezTo>
                    <a:lnTo>
                      <a:pt x="3077394" y="1300226"/>
                    </a:lnTo>
                    <a:lnTo>
                      <a:pt x="3077521" y="1243076"/>
                    </a:lnTo>
                    <a:cubicBezTo>
                      <a:pt x="3186360" y="1243203"/>
                      <a:pt x="3284785" y="1237996"/>
                      <a:pt x="3389306" y="1232408"/>
                    </a:cubicBezTo>
                    <a:cubicBezTo>
                      <a:pt x="3609270" y="1220724"/>
                      <a:pt x="3850443" y="1207770"/>
                      <a:pt x="4248461" y="1243330"/>
                    </a:cubicBezTo>
                    <a:cubicBezTo>
                      <a:pt x="4829867" y="1295146"/>
                      <a:pt x="5031924" y="1305560"/>
                      <a:pt x="5399970" y="1243838"/>
                    </a:cubicBezTo>
                    <a:cubicBezTo>
                      <a:pt x="5467661" y="1232535"/>
                      <a:pt x="5547036" y="1225677"/>
                      <a:pt x="5633142" y="1221867"/>
                    </a:cubicBezTo>
                    <a:cubicBezTo>
                      <a:pt x="5860980" y="1211961"/>
                      <a:pt x="6144571" y="1223010"/>
                      <a:pt x="6397428" y="1232916"/>
                    </a:cubicBezTo>
                    <a:cubicBezTo>
                      <a:pt x="6606978" y="1241171"/>
                      <a:pt x="6793922" y="1248410"/>
                      <a:pt x="6915969" y="1243076"/>
                    </a:cubicBezTo>
                    <a:lnTo>
                      <a:pt x="6918509" y="1300226"/>
                    </a:lnTo>
                    <a:lnTo>
                      <a:pt x="6861613" y="1305052"/>
                    </a:lnTo>
                    <a:cubicBezTo>
                      <a:pt x="6850056" y="1170559"/>
                      <a:pt x="6844595" y="1053973"/>
                      <a:pt x="6842817" y="948182"/>
                    </a:cubicBezTo>
                    <a:cubicBezTo>
                      <a:pt x="6840023" y="783590"/>
                      <a:pt x="6846119" y="645795"/>
                      <a:pt x="6852215" y="509905"/>
                    </a:cubicBezTo>
                    <a:cubicBezTo>
                      <a:pt x="6858311" y="374396"/>
                      <a:pt x="6864153" y="240792"/>
                      <a:pt x="6861486" y="81915"/>
                    </a:cubicBezTo>
                    <a:lnTo>
                      <a:pt x="6918636" y="80899"/>
                    </a:lnTo>
                    <a:lnTo>
                      <a:pt x="6924097" y="137795"/>
                    </a:lnTo>
                    <a:cubicBezTo>
                      <a:pt x="6482137" y="180213"/>
                      <a:pt x="5614854" y="191389"/>
                      <a:pt x="5061134" y="137795"/>
                    </a:cubicBezTo>
                    <a:cubicBezTo>
                      <a:pt x="4744269" y="107188"/>
                      <a:pt x="4413307" y="121920"/>
                      <a:pt x="4143432" y="134112"/>
                    </a:cubicBezTo>
                    <a:cubicBezTo>
                      <a:pt x="3954964" y="142621"/>
                      <a:pt x="3790880" y="150241"/>
                      <a:pt x="3687883" y="137541"/>
                    </a:cubicBezTo>
                    <a:cubicBezTo>
                      <a:pt x="3459283" y="109474"/>
                      <a:pt x="3019101" y="103505"/>
                      <a:pt x="2532818" y="137795"/>
                    </a:cubicBezTo>
                    <a:cubicBezTo>
                      <a:pt x="2341429" y="151257"/>
                      <a:pt x="2183314" y="154813"/>
                      <a:pt x="2033327" y="153797"/>
                    </a:cubicBezTo>
                    <a:cubicBezTo>
                      <a:pt x="1922202" y="153035"/>
                      <a:pt x="1815522" y="149860"/>
                      <a:pt x="1703762" y="146558"/>
                    </a:cubicBezTo>
                    <a:cubicBezTo>
                      <a:pt x="1578794" y="142875"/>
                      <a:pt x="1446968" y="138938"/>
                      <a:pt x="1293806" y="137922"/>
                    </a:cubicBezTo>
                    <a:cubicBezTo>
                      <a:pt x="1119181" y="136779"/>
                      <a:pt x="950271" y="143256"/>
                      <a:pt x="789235" y="149479"/>
                    </a:cubicBezTo>
                    <a:cubicBezTo>
                      <a:pt x="516058" y="160020"/>
                      <a:pt x="262058" y="170053"/>
                      <a:pt x="50730" y="137160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19050"/>
                <a:ext cx="6973436" cy="1352550"/>
              </a:xfrm>
              <a:prstGeom prst="rect">
                <a:avLst/>
              </a:prstGeom>
            </p:spPr>
            <p:txBody>
              <a:bodyPr wrap="none" lIns="50800" tIns="50800" rIns="50800" bIns="50800" rtlCol="0" anchor="ctr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>
                    <a:solidFill>
                      <a:srgbClr val="FFFFFF"/>
                    </a:solidFill>
                    <a:latin typeface="Arimo"/>
                    <a:ea typeface="맑은 고딕"/>
                    <a:cs typeface="Arimo"/>
                    <a:sym typeface="Arimo"/>
                  </a:rPr>
                  <a:t>5번의 노크 시, 열리는 문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2" y="0"/>
              <a:ext cx="6973436" cy="1333500"/>
              <a:chOff x="0" y="0"/>
              <a:chExt cx="6973436" cy="13335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34187" y="39376"/>
                <a:ext cx="6883772" cy="1274632"/>
              </a:xfrm>
              <a:custGeom>
                <a:avLst/>
                <a:gdLst/>
                <a:ahLst/>
                <a:cxnLst/>
                <a:rect l="l" t="t" r="r" b="b"/>
                <a:pathLst>
                  <a:path w="6883772" h="1274632">
                    <a:moveTo>
                      <a:pt x="22963" y="17774"/>
                    </a:moveTo>
                    <a:cubicBezTo>
                      <a:pt x="487275" y="-19056"/>
                      <a:pt x="798552" y="19806"/>
                      <a:pt x="1326237" y="17774"/>
                    </a:cubicBezTo>
                    <a:cubicBezTo>
                      <a:pt x="1853922" y="15742"/>
                      <a:pt x="2046581" y="-3435"/>
                      <a:pt x="2492351" y="17774"/>
                    </a:cubicBezTo>
                    <a:cubicBezTo>
                      <a:pt x="2938121" y="38983"/>
                      <a:pt x="3624302" y="-31248"/>
                      <a:pt x="3932785" y="17774"/>
                    </a:cubicBezTo>
                    <a:cubicBezTo>
                      <a:pt x="4241268" y="66796"/>
                      <a:pt x="4767556" y="-8388"/>
                      <a:pt x="5236059" y="17774"/>
                    </a:cubicBezTo>
                    <a:cubicBezTo>
                      <a:pt x="5704562" y="43936"/>
                      <a:pt x="6134457" y="32379"/>
                      <a:pt x="6882233" y="17774"/>
                    </a:cubicBezTo>
                    <a:cubicBezTo>
                      <a:pt x="6889980" y="529076"/>
                      <a:pt x="6865088" y="702812"/>
                      <a:pt x="6882233" y="1236974"/>
                    </a:cubicBezTo>
                    <a:cubicBezTo>
                      <a:pt x="6580862" y="1211574"/>
                      <a:pt x="5839182" y="1209669"/>
                      <a:pt x="5441799" y="1236974"/>
                    </a:cubicBezTo>
                    <a:cubicBezTo>
                      <a:pt x="5044416" y="1264279"/>
                      <a:pt x="4496030" y="1305935"/>
                      <a:pt x="4001365" y="1236974"/>
                    </a:cubicBezTo>
                    <a:cubicBezTo>
                      <a:pt x="3506700" y="1168013"/>
                      <a:pt x="3006193" y="1197477"/>
                      <a:pt x="2560931" y="1236974"/>
                    </a:cubicBezTo>
                    <a:cubicBezTo>
                      <a:pt x="2115669" y="1276471"/>
                      <a:pt x="660122" y="1281551"/>
                      <a:pt x="23090" y="1236974"/>
                    </a:cubicBezTo>
                    <a:cubicBezTo>
                      <a:pt x="-28091" y="862578"/>
                      <a:pt x="21566" y="365500"/>
                      <a:pt x="23090" y="17774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1" name="Freeform 51"/>
              <p:cNvSpPr/>
              <p:nvPr/>
            </p:nvSpPr>
            <p:spPr>
              <a:xfrm>
                <a:off x="54884" y="33432"/>
                <a:ext cx="6862214" cy="1286072"/>
              </a:xfrm>
              <a:custGeom>
                <a:avLst/>
                <a:gdLst/>
                <a:ahLst/>
                <a:cxnLst/>
                <a:rect l="l" t="t" r="r" b="b"/>
                <a:pathLst>
                  <a:path w="6862214" h="1286072">
                    <a:moveTo>
                      <a:pt x="2266" y="23718"/>
                    </a:moveTo>
                    <a:cubicBezTo>
                      <a:pt x="326751" y="74264"/>
                      <a:pt x="759440" y="20670"/>
                      <a:pt x="1236960" y="23718"/>
                    </a:cubicBezTo>
                    <a:cubicBezTo>
                      <a:pt x="1714480" y="26766"/>
                      <a:pt x="1983466" y="58135"/>
                      <a:pt x="2471654" y="23718"/>
                    </a:cubicBezTo>
                    <a:cubicBezTo>
                      <a:pt x="2959842" y="-10699"/>
                      <a:pt x="3403961" y="-4984"/>
                      <a:pt x="3637768" y="23718"/>
                    </a:cubicBezTo>
                    <a:cubicBezTo>
                      <a:pt x="3871575" y="52420"/>
                      <a:pt x="4459839" y="-29495"/>
                      <a:pt x="5009622" y="23718"/>
                    </a:cubicBezTo>
                    <a:cubicBezTo>
                      <a:pt x="5559405" y="76931"/>
                      <a:pt x="6422878" y="65755"/>
                      <a:pt x="6861536" y="23718"/>
                    </a:cubicBezTo>
                    <a:cubicBezTo>
                      <a:pt x="6868775" y="449803"/>
                      <a:pt x="6814546" y="695548"/>
                      <a:pt x="6861536" y="1242918"/>
                    </a:cubicBezTo>
                    <a:cubicBezTo>
                      <a:pt x="6527145" y="1257523"/>
                      <a:pt x="5728315" y="1179926"/>
                      <a:pt x="5352522" y="1242918"/>
                    </a:cubicBezTo>
                    <a:cubicBezTo>
                      <a:pt x="4976729" y="1305910"/>
                      <a:pt x="4768449" y="1294734"/>
                      <a:pt x="4186408" y="1242918"/>
                    </a:cubicBezTo>
                    <a:cubicBezTo>
                      <a:pt x="3604367" y="1191102"/>
                      <a:pt x="3362940" y="1243426"/>
                      <a:pt x="3020294" y="1242918"/>
                    </a:cubicBezTo>
                    <a:cubicBezTo>
                      <a:pt x="2677648" y="1242410"/>
                      <a:pt x="2363704" y="1240632"/>
                      <a:pt x="1785600" y="1242918"/>
                    </a:cubicBezTo>
                    <a:cubicBezTo>
                      <a:pt x="1207496" y="1245204"/>
                      <a:pt x="760583" y="1163924"/>
                      <a:pt x="2266" y="1242918"/>
                    </a:cubicBezTo>
                    <a:cubicBezTo>
                      <a:pt x="3028" y="812007"/>
                      <a:pt x="-3195" y="395828"/>
                      <a:pt x="2266" y="2371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2" name="Freeform 52"/>
              <p:cNvSpPr/>
              <p:nvPr/>
            </p:nvSpPr>
            <p:spPr>
              <a:xfrm>
                <a:off x="-23126" y="-17836"/>
                <a:ext cx="6997992" cy="1389039"/>
              </a:xfrm>
              <a:custGeom>
                <a:avLst/>
                <a:gdLst/>
                <a:ahLst/>
                <a:cxnLst/>
                <a:rect l="l" t="t" r="r" b="b"/>
                <a:pathLst>
                  <a:path w="6997992" h="1389039">
                    <a:moveTo>
                      <a:pt x="75704" y="17963"/>
                    </a:moveTo>
                    <a:cubicBezTo>
                      <a:pt x="371360" y="-5532"/>
                      <a:pt x="605802" y="1453"/>
                      <a:pt x="868819" y="9200"/>
                    </a:cubicBezTo>
                    <a:cubicBezTo>
                      <a:pt x="1023759" y="13772"/>
                      <a:pt x="1188732" y="18598"/>
                      <a:pt x="1383296" y="17836"/>
                    </a:cubicBezTo>
                    <a:cubicBezTo>
                      <a:pt x="1563763" y="17201"/>
                      <a:pt x="1704860" y="14407"/>
                      <a:pt x="1830717" y="11994"/>
                    </a:cubicBezTo>
                    <a:cubicBezTo>
                      <a:pt x="1931428" y="10089"/>
                      <a:pt x="2022487" y="8311"/>
                      <a:pt x="2115832" y="7930"/>
                    </a:cubicBezTo>
                    <a:cubicBezTo>
                      <a:pt x="2246261" y="7422"/>
                      <a:pt x="2380754" y="9708"/>
                      <a:pt x="2552331" y="17836"/>
                    </a:cubicBezTo>
                    <a:cubicBezTo>
                      <a:pt x="2745244" y="26980"/>
                      <a:pt x="2984766" y="18852"/>
                      <a:pt x="3221748" y="10724"/>
                    </a:cubicBezTo>
                    <a:cubicBezTo>
                      <a:pt x="3445649" y="2977"/>
                      <a:pt x="3667645" y="-4643"/>
                      <a:pt x="3839349" y="3485"/>
                    </a:cubicBezTo>
                    <a:cubicBezTo>
                      <a:pt x="3898150" y="6279"/>
                      <a:pt x="3952252" y="10978"/>
                      <a:pt x="3999115" y="18471"/>
                    </a:cubicBezTo>
                    <a:cubicBezTo>
                      <a:pt x="4157992" y="43744"/>
                      <a:pt x="4380115" y="34727"/>
                      <a:pt x="4631575" y="24186"/>
                    </a:cubicBezTo>
                    <a:cubicBezTo>
                      <a:pt x="4845062" y="15296"/>
                      <a:pt x="5076837" y="5517"/>
                      <a:pt x="5296674" y="17836"/>
                    </a:cubicBezTo>
                    <a:lnTo>
                      <a:pt x="5293499" y="74859"/>
                    </a:lnTo>
                    <a:lnTo>
                      <a:pt x="5296674" y="17836"/>
                    </a:lnTo>
                    <a:cubicBezTo>
                      <a:pt x="5726188" y="41839"/>
                      <a:pt x="6123190" y="33965"/>
                      <a:pt x="6769874" y="21138"/>
                    </a:cubicBezTo>
                    <a:cubicBezTo>
                      <a:pt x="6823976" y="20122"/>
                      <a:pt x="6880237" y="18979"/>
                      <a:pt x="6938276" y="17836"/>
                    </a:cubicBezTo>
                    <a:cubicBezTo>
                      <a:pt x="6953516" y="17582"/>
                      <a:pt x="6968121" y="23297"/>
                      <a:pt x="6979043" y="33838"/>
                    </a:cubicBezTo>
                    <a:cubicBezTo>
                      <a:pt x="6989965" y="44379"/>
                      <a:pt x="6996315" y="58857"/>
                      <a:pt x="6996442" y="74097"/>
                    </a:cubicBezTo>
                    <a:cubicBezTo>
                      <a:pt x="6999871" y="302316"/>
                      <a:pt x="6996950" y="463733"/>
                      <a:pt x="6994029" y="618927"/>
                    </a:cubicBezTo>
                    <a:cubicBezTo>
                      <a:pt x="6991362" y="763961"/>
                      <a:pt x="6988695" y="903407"/>
                      <a:pt x="6991489" y="1087938"/>
                    </a:cubicBezTo>
                    <a:cubicBezTo>
                      <a:pt x="6992378" y="1150295"/>
                      <a:pt x="6994029" y="1217732"/>
                      <a:pt x="6996442" y="1292281"/>
                    </a:cubicBezTo>
                    <a:cubicBezTo>
                      <a:pt x="6996950" y="1308537"/>
                      <a:pt x="6990473" y="1324285"/>
                      <a:pt x="6978662" y="1335588"/>
                    </a:cubicBezTo>
                    <a:cubicBezTo>
                      <a:pt x="6966851" y="1346891"/>
                      <a:pt x="6950722" y="1352479"/>
                      <a:pt x="6934466" y="1351082"/>
                    </a:cubicBezTo>
                    <a:cubicBezTo>
                      <a:pt x="6636397" y="1326063"/>
                      <a:pt x="5897765" y="1324031"/>
                      <a:pt x="5502795" y="1351209"/>
                    </a:cubicBezTo>
                    <a:cubicBezTo>
                      <a:pt x="5488571" y="1352225"/>
                      <a:pt x="5474093" y="1353241"/>
                      <a:pt x="5459361" y="1354257"/>
                    </a:cubicBezTo>
                    <a:cubicBezTo>
                      <a:pt x="5444248" y="1355273"/>
                      <a:pt x="5429008" y="1356289"/>
                      <a:pt x="5413641" y="1357432"/>
                    </a:cubicBezTo>
                    <a:cubicBezTo>
                      <a:pt x="5026418" y="1383975"/>
                      <a:pt x="4516005" y="1415725"/>
                      <a:pt x="4050550" y="1350828"/>
                    </a:cubicBezTo>
                    <a:lnTo>
                      <a:pt x="4058424" y="1294186"/>
                    </a:lnTo>
                    <a:lnTo>
                      <a:pt x="4050550" y="1350828"/>
                    </a:lnTo>
                    <a:cubicBezTo>
                      <a:pt x="3562743" y="1282883"/>
                      <a:pt x="3067570" y="1311712"/>
                      <a:pt x="2623070" y="1351209"/>
                    </a:cubicBezTo>
                    <a:cubicBezTo>
                      <a:pt x="2174252" y="1390960"/>
                      <a:pt x="715530" y="1396040"/>
                      <a:pt x="76212" y="1351336"/>
                    </a:cubicBezTo>
                    <a:cubicBezTo>
                      <a:pt x="49161" y="1349431"/>
                      <a:pt x="27190" y="1328857"/>
                      <a:pt x="23634" y="1302060"/>
                    </a:cubicBezTo>
                    <a:cubicBezTo>
                      <a:pt x="-12815" y="1035487"/>
                      <a:pt x="774" y="710240"/>
                      <a:pt x="12585" y="424236"/>
                    </a:cubicBezTo>
                    <a:cubicBezTo>
                      <a:pt x="17792" y="297998"/>
                      <a:pt x="22618" y="179380"/>
                      <a:pt x="23126" y="74732"/>
                    </a:cubicBezTo>
                    <a:cubicBezTo>
                      <a:pt x="23253" y="45014"/>
                      <a:pt x="46113" y="20376"/>
                      <a:pt x="75704" y="17963"/>
                    </a:cubicBezTo>
                    <a:moveTo>
                      <a:pt x="84721" y="131882"/>
                    </a:moveTo>
                    <a:lnTo>
                      <a:pt x="80276" y="74986"/>
                    </a:lnTo>
                    <a:lnTo>
                      <a:pt x="137426" y="75240"/>
                    </a:lnTo>
                    <a:cubicBezTo>
                      <a:pt x="136918" y="182428"/>
                      <a:pt x="131965" y="303332"/>
                      <a:pt x="126758" y="428935"/>
                    </a:cubicBezTo>
                    <a:cubicBezTo>
                      <a:pt x="114820" y="717987"/>
                      <a:pt x="102120" y="1032185"/>
                      <a:pt x="136918" y="1286439"/>
                    </a:cubicBezTo>
                    <a:lnTo>
                      <a:pt x="80276" y="1294186"/>
                    </a:lnTo>
                    <a:lnTo>
                      <a:pt x="84213" y="1237163"/>
                    </a:lnTo>
                    <a:cubicBezTo>
                      <a:pt x="718832" y="1281486"/>
                      <a:pt x="2171458" y="1276406"/>
                      <a:pt x="2613037" y="1237290"/>
                    </a:cubicBezTo>
                    <a:lnTo>
                      <a:pt x="2618117" y="1294186"/>
                    </a:lnTo>
                    <a:lnTo>
                      <a:pt x="2613037" y="1237290"/>
                    </a:lnTo>
                    <a:cubicBezTo>
                      <a:pt x="3058934" y="1197793"/>
                      <a:pt x="3564902" y="1167694"/>
                      <a:pt x="4066425" y="1237671"/>
                    </a:cubicBezTo>
                    <a:cubicBezTo>
                      <a:pt x="4518291" y="1300663"/>
                      <a:pt x="5017401" y="1270056"/>
                      <a:pt x="5405894" y="1243386"/>
                    </a:cubicBezTo>
                    <a:cubicBezTo>
                      <a:pt x="5421261" y="1242370"/>
                      <a:pt x="5436501" y="1241227"/>
                      <a:pt x="5451614" y="1240211"/>
                    </a:cubicBezTo>
                    <a:cubicBezTo>
                      <a:pt x="5466346" y="1239195"/>
                      <a:pt x="5480824" y="1238179"/>
                      <a:pt x="5495048" y="1237163"/>
                    </a:cubicBezTo>
                    <a:lnTo>
                      <a:pt x="5498985" y="1294186"/>
                    </a:lnTo>
                    <a:lnTo>
                      <a:pt x="5495048" y="1237163"/>
                    </a:lnTo>
                    <a:cubicBezTo>
                      <a:pt x="5894717" y="1209731"/>
                      <a:pt x="6639318" y="1211636"/>
                      <a:pt x="6944118" y="1237290"/>
                    </a:cubicBezTo>
                    <a:lnTo>
                      <a:pt x="6939292" y="1294186"/>
                    </a:lnTo>
                    <a:lnTo>
                      <a:pt x="6882142" y="1295964"/>
                    </a:lnTo>
                    <a:cubicBezTo>
                      <a:pt x="6879729" y="1220780"/>
                      <a:pt x="6878205" y="1152708"/>
                      <a:pt x="6877189" y="1089716"/>
                    </a:cubicBezTo>
                    <a:cubicBezTo>
                      <a:pt x="6874395" y="903026"/>
                      <a:pt x="6876935" y="761929"/>
                      <a:pt x="6879729" y="616768"/>
                    </a:cubicBezTo>
                    <a:cubicBezTo>
                      <a:pt x="6882650" y="461701"/>
                      <a:pt x="6885571" y="301935"/>
                      <a:pt x="6882142" y="75748"/>
                    </a:cubicBezTo>
                    <a:lnTo>
                      <a:pt x="6939292" y="74859"/>
                    </a:lnTo>
                    <a:lnTo>
                      <a:pt x="6940435" y="132009"/>
                    </a:lnTo>
                    <a:cubicBezTo>
                      <a:pt x="6882396" y="133152"/>
                      <a:pt x="6826135" y="134295"/>
                      <a:pt x="6771779" y="135311"/>
                    </a:cubicBezTo>
                    <a:cubicBezTo>
                      <a:pt x="6126238" y="148138"/>
                      <a:pt x="5724664" y="156139"/>
                      <a:pt x="5289943" y="131882"/>
                    </a:cubicBezTo>
                    <a:cubicBezTo>
                      <a:pt x="5076710" y="119944"/>
                      <a:pt x="4850650" y="129342"/>
                      <a:pt x="4636020" y="138359"/>
                    </a:cubicBezTo>
                    <a:cubicBezTo>
                      <a:pt x="4389386" y="148646"/>
                      <a:pt x="4153801" y="158806"/>
                      <a:pt x="3980954" y="131247"/>
                    </a:cubicBezTo>
                    <a:lnTo>
                      <a:pt x="3989971" y="74859"/>
                    </a:lnTo>
                    <a:lnTo>
                      <a:pt x="3980954" y="131247"/>
                    </a:lnTo>
                    <a:cubicBezTo>
                      <a:pt x="3939679" y="124643"/>
                      <a:pt x="3890149" y="120325"/>
                      <a:pt x="3833761" y="117531"/>
                    </a:cubicBezTo>
                    <a:cubicBezTo>
                      <a:pt x="3667899" y="109657"/>
                      <a:pt x="3451110" y="117023"/>
                      <a:pt x="3225558" y="124770"/>
                    </a:cubicBezTo>
                    <a:cubicBezTo>
                      <a:pt x="2990100" y="132898"/>
                      <a:pt x="2745371" y="141280"/>
                      <a:pt x="2546870" y="131882"/>
                    </a:cubicBezTo>
                    <a:lnTo>
                      <a:pt x="2549537" y="74859"/>
                    </a:lnTo>
                    <a:lnTo>
                      <a:pt x="2546870" y="131882"/>
                    </a:lnTo>
                    <a:cubicBezTo>
                      <a:pt x="2377325" y="123754"/>
                      <a:pt x="2244737" y="121595"/>
                      <a:pt x="2116213" y="122103"/>
                    </a:cubicBezTo>
                    <a:cubicBezTo>
                      <a:pt x="2023884" y="122484"/>
                      <a:pt x="1933714" y="124135"/>
                      <a:pt x="1832876" y="126167"/>
                    </a:cubicBezTo>
                    <a:cubicBezTo>
                      <a:pt x="1707019" y="128580"/>
                      <a:pt x="1565160" y="131247"/>
                      <a:pt x="1383804" y="132009"/>
                    </a:cubicBezTo>
                    <a:lnTo>
                      <a:pt x="1383550" y="74859"/>
                    </a:lnTo>
                    <a:lnTo>
                      <a:pt x="1383804" y="132009"/>
                    </a:lnTo>
                    <a:cubicBezTo>
                      <a:pt x="1187208" y="132771"/>
                      <a:pt x="1020457" y="127818"/>
                      <a:pt x="865517" y="123373"/>
                    </a:cubicBezTo>
                    <a:cubicBezTo>
                      <a:pt x="602373" y="115626"/>
                      <a:pt x="373646" y="109022"/>
                      <a:pt x="84848" y="131882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3" name="Freeform 53"/>
              <p:cNvSpPr/>
              <p:nvPr/>
            </p:nvSpPr>
            <p:spPr>
              <a:xfrm>
                <a:off x="-2216" y="-23876"/>
                <a:ext cx="6976357" cy="1400294"/>
              </a:xfrm>
              <a:custGeom>
                <a:avLst/>
                <a:gdLst/>
                <a:ahLst/>
                <a:cxnLst/>
                <a:rect l="l" t="t" r="r" b="b"/>
                <a:pathLst>
                  <a:path w="6976357" h="1400294">
                    <a:moveTo>
                      <a:pt x="68129" y="24511"/>
                    </a:moveTo>
                    <a:cubicBezTo>
                      <a:pt x="266249" y="55372"/>
                      <a:pt x="507930" y="46228"/>
                      <a:pt x="784663" y="35560"/>
                    </a:cubicBezTo>
                    <a:cubicBezTo>
                      <a:pt x="945318" y="29337"/>
                      <a:pt x="1116768" y="22733"/>
                      <a:pt x="1294441" y="23876"/>
                    </a:cubicBezTo>
                    <a:lnTo>
                      <a:pt x="1294060" y="81026"/>
                    </a:lnTo>
                    <a:lnTo>
                      <a:pt x="1294441" y="23876"/>
                    </a:lnTo>
                    <a:cubicBezTo>
                      <a:pt x="1449127" y="24892"/>
                      <a:pt x="1582096" y="28829"/>
                      <a:pt x="1707064" y="32512"/>
                    </a:cubicBezTo>
                    <a:cubicBezTo>
                      <a:pt x="1819078" y="35814"/>
                      <a:pt x="1924361" y="38989"/>
                      <a:pt x="2033962" y="39624"/>
                    </a:cubicBezTo>
                    <a:cubicBezTo>
                      <a:pt x="2181409" y="40640"/>
                      <a:pt x="2336476" y="37211"/>
                      <a:pt x="2524690" y="23876"/>
                    </a:cubicBezTo>
                    <a:lnTo>
                      <a:pt x="2528754" y="80899"/>
                    </a:lnTo>
                    <a:lnTo>
                      <a:pt x="2524690" y="23876"/>
                    </a:lnTo>
                    <a:cubicBezTo>
                      <a:pt x="3014529" y="-10668"/>
                      <a:pt x="3462839" y="-5207"/>
                      <a:pt x="3701726" y="24130"/>
                    </a:cubicBezTo>
                    <a:lnTo>
                      <a:pt x="3694741" y="80899"/>
                    </a:lnTo>
                    <a:lnTo>
                      <a:pt x="3701726" y="24130"/>
                    </a:lnTo>
                    <a:cubicBezTo>
                      <a:pt x="3792658" y="35306"/>
                      <a:pt x="3944550" y="28702"/>
                      <a:pt x="4138225" y="19939"/>
                    </a:cubicBezTo>
                    <a:cubicBezTo>
                      <a:pt x="4406957" y="7747"/>
                      <a:pt x="4745793" y="-7620"/>
                      <a:pt x="5072056" y="24003"/>
                    </a:cubicBezTo>
                    <a:lnTo>
                      <a:pt x="5066595" y="80899"/>
                    </a:lnTo>
                    <a:lnTo>
                      <a:pt x="5072056" y="24003"/>
                    </a:lnTo>
                    <a:cubicBezTo>
                      <a:pt x="5617775" y="76835"/>
                      <a:pt x="6477692" y="65786"/>
                      <a:pt x="6913048" y="24003"/>
                    </a:cubicBezTo>
                    <a:cubicBezTo>
                      <a:pt x="6928923" y="22479"/>
                      <a:pt x="6944671" y="27686"/>
                      <a:pt x="6956609" y="38227"/>
                    </a:cubicBezTo>
                    <a:cubicBezTo>
                      <a:pt x="6968547" y="48768"/>
                      <a:pt x="6975405" y="63881"/>
                      <a:pt x="6975659" y="79883"/>
                    </a:cubicBezTo>
                    <a:cubicBezTo>
                      <a:pt x="6978453" y="242824"/>
                      <a:pt x="6972357" y="379603"/>
                      <a:pt x="6966261" y="514985"/>
                    </a:cubicBezTo>
                    <a:cubicBezTo>
                      <a:pt x="6960165" y="651002"/>
                      <a:pt x="6954196" y="785495"/>
                      <a:pt x="6956990" y="946150"/>
                    </a:cubicBezTo>
                    <a:cubicBezTo>
                      <a:pt x="6958768" y="1049274"/>
                      <a:pt x="6964102" y="1163320"/>
                      <a:pt x="6975405" y="1295146"/>
                    </a:cubicBezTo>
                    <a:cubicBezTo>
                      <a:pt x="6976675" y="1310640"/>
                      <a:pt x="6971722" y="1326007"/>
                      <a:pt x="6961435" y="1337691"/>
                    </a:cubicBezTo>
                    <a:cubicBezTo>
                      <a:pt x="6951148" y="1349375"/>
                      <a:pt x="6936543" y="1356360"/>
                      <a:pt x="6921049" y="1357122"/>
                    </a:cubicBezTo>
                    <a:cubicBezTo>
                      <a:pt x="6793160" y="1362710"/>
                      <a:pt x="6600374" y="1355090"/>
                      <a:pt x="6392983" y="1346962"/>
                    </a:cubicBezTo>
                    <a:cubicBezTo>
                      <a:pt x="6138729" y="1337056"/>
                      <a:pt x="5860345" y="1326134"/>
                      <a:pt x="5638222" y="1335913"/>
                    </a:cubicBezTo>
                    <a:cubicBezTo>
                      <a:pt x="5554529" y="1339596"/>
                      <a:pt x="5480234" y="1346073"/>
                      <a:pt x="5419020" y="1356360"/>
                    </a:cubicBezTo>
                    <a:lnTo>
                      <a:pt x="5409622" y="1299972"/>
                    </a:lnTo>
                    <a:lnTo>
                      <a:pt x="5419020" y="1356360"/>
                    </a:lnTo>
                    <a:cubicBezTo>
                      <a:pt x="5035480" y="1420622"/>
                      <a:pt x="4820977" y="1408811"/>
                      <a:pt x="4238428" y="1356868"/>
                    </a:cubicBezTo>
                    <a:lnTo>
                      <a:pt x="4243508" y="1299972"/>
                    </a:lnTo>
                    <a:lnTo>
                      <a:pt x="4238428" y="1356868"/>
                    </a:lnTo>
                    <a:cubicBezTo>
                      <a:pt x="3848284" y="1322070"/>
                      <a:pt x="3613461" y="1334643"/>
                      <a:pt x="3395402" y="1346327"/>
                    </a:cubicBezTo>
                    <a:cubicBezTo>
                      <a:pt x="3291262" y="1351915"/>
                      <a:pt x="3189662" y="1357249"/>
                      <a:pt x="3077267" y="1357122"/>
                    </a:cubicBezTo>
                    <a:cubicBezTo>
                      <a:pt x="3003988" y="1356995"/>
                      <a:pt x="2931979" y="1356868"/>
                      <a:pt x="2858319" y="1356614"/>
                    </a:cubicBezTo>
                    <a:cubicBezTo>
                      <a:pt x="2781484" y="1356487"/>
                      <a:pt x="2702998" y="1356233"/>
                      <a:pt x="2619686" y="1356106"/>
                    </a:cubicBezTo>
                    <a:cubicBezTo>
                      <a:pt x="2409628" y="1355725"/>
                      <a:pt x="2168074" y="1355725"/>
                      <a:pt x="1842954" y="1357122"/>
                    </a:cubicBezTo>
                    <a:lnTo>
                      <a:pt x="1842700" y="1299972"/>
                    </a:lnTo>
                    <a:lnTo>
                      <a:pt x="1842954" y="1357122"/>
                    </a:lnTo>
                    <a:cubicBezTo>
                      <a:pt x="1645342" y="1357884"/>
                      <a:pt x="1462970" y="1348994"/>
                      <a:pt x="1280217" y="1340104"/>
                    </a:cubicBezTo>
                    <a:cubicBezTo>
                      <a:pt x="1092638" y="1330960"/>
                      <a:pt x="904424" y="1321816"/>
                      <a:pt x="695636" y="1322578"/>
                    </a:cubicBezTo>
                    <a:cubicBezTo>
                      <a:pt x="506914" y="1323340"/>
                      <a:pt x="301428" y="1332230"/>
                      <a:pt x="65335" y="1356868"/>
                    </a:cubicBezTo>
                    <a:cubicBezTo>
                      <a:pt x="49206" y="1358519"/>
                      <a:pt x="33204" y="1353312"/>
                      <a:pt x="21139" y="1342390"/>
                    </a:cubicBezTo>
                    <a:cubicBezTo>
                      <a:pt x="9074" y="1331468"/>
                      <a:pt x="2216" y="1316355"/>
                      <a:pt x="2216" y="1300099"/>
                    </a:cubicBezTo>
                    <a:cubicBezTo>
                      <a:pt x="2470" y="1136523"/>
                      <a:pt x="1835" y="974979"/>
                      <a:pt x="1073" y="816864"/>
                    </a:cubicBezTo>
                    <a:cubicBezTo>
                      <a:pt x="438" y="666115"/>
                      <a:pt x="-197" y="518414"/>
                      <a:pt x="57" y="375666"/>
                    </a:cubicBezTo>
                    <a:cubicBezTo>
                      <a:pt x="184" y="274701"/>
                      <a:pt x="819" y="176022"/>
                      <a:pt x="2216" y="80137"/>
                    </a:cubicBezTo>
                    <a:cubicBezTo>
                      <a:pt x="2470" y="63627"/>
                      <a:pt x="9836" y="48006"/>
                      <a:pt x="22536" y="37338"/>
                    </a:cubicBezTo>
                    <a:cubicBezTo>
                      <a:pt x="35236" y="26670"/>
                      <a:pt x="51746" y="21971"/>
                      <a:pt x="68129" y="24511"/>
                    </a:cubicBezTo>
                    <a:moveTo>
                      <a:pt x="50603" y="137541"/>
                    </a:moveTo>
                    <a:lnTo>
                      <a:pt x="59366" y="81026"/>
                    </a:lnTo>
                    <a:lnTo>
                      <a:pt x="116516" y="81915"/>
                    </a:lnTo>
                    <a:cubicBezTo>
                      <a:pt x="115119" y="177165"/>
                      <a:pt x="114484" y="275336"/>
                      <a:pt x="114357" y="375920"/>
                    </a:cubicBezTo>
                    <a:cubicBezTo>
                      <a:pt x="114103" y="518287"/>
                      <a:pt x="114738" y="665607"/>
                      <a:pt x="115373" y="816483"/>
                    </a:cubicBezTo>
                    <a:cubicBezTo>
                      <a:pt x="116008" y="974471"/>
                      <a:pt x="116770" y="1136396"/>
                      <a:pt x="116516" y="1300353"/>
                    </a:cubicBezTo>
                    <a:lnTo>
                      <a:pt x="59366" y="1300226"/>
                    </a:lnTo>
                    <a:lnTo>
                      <a:pt x="53397" y="1243330"/>
                    </a:lnTo>
                    <a:cubicBezTo>
                      <a:pt x="293554" y="1218311"/>
                      <a:pt x="502977" y="1209167"/>
                      <a:pt x="695128" y="1208532"/>
                    </a:cubicBezTo>
                    <a:cubicBezTo>
                      <a:pt x="907345" y="1207643"/>
                      <a:pt x="1098480" y="1217041"/>
                      <a:pt x="1285805" y="1226185"/>
                    </a:cubicBezTo>
                    <a:cubicBezTo>
                      <a:pt x="1468939" y="1235075"/>
                      <a:pt x="1648390" y="1243838"/>
                      <a:pt x="1842573" y="1243076"/>
                    </a:cubicBezTo>
                    <a:cubicBezTo>
                      <a:pt x="2167947" y="1241806"/>
                      <a:pt x="2409628" y="1241806"/>
                      <a:pt x="2619940" y="1242060"/>
                    </a:cubicBezTo>
                    <a:cubicBezTo>
                      <a:pt x="2703379" y="1242187"/>
                      <a:pt x="2781992" y="1242314"/>
                      <a:pt x="2858700" y="1242568"/>
                    </a:cubicBezTo>
                    <a:cubicBezTo>
                      <a:pt x="2932233" y="1242695"/>
                      <a:pt x="3004242" y="1242949"/>
                      <a:pt x="3077521" y="1243076"/>
                    </a:cubicBezTo>
                    <a:lnTo>
                      <a:pt x="3077394" y="1300226"/>
                    </a:lnTo>
                    <a:lnTo>
                      <a:pt x="3077521" y="1243076"/>
                    </a:lnTo>
                    <a:cubicBezTo>
                      <a:pt x="3186360" y="1243203"/>
                      <a:pt x="3284785" y="1237996"/>
                      <a:pt x="3389306" y="1232408"/>
                    </a:cubicBezTo>
                    <a:cubicBezTo>
                      <a:pt x="3609270" y="1220724"/>
                      <a:pt x="3850443" y="1207770"/>
                      <a:pt x="4248461" y="1243330"/>
                    </a:cubicBezTo>
                    <a:cubicBezTo>
                      <a:pt x="4829867" y="1295146"/>
                      <a:pt x="5031924" y="1305560"/>
                      <a:pt x="5399970" y="1243838"/>
                    </a:cubicBezTo>
                    <a:cubicBezTo>
                      <a:pt x="5467661" y="1232535"/>
                      <a:pt x="5547036" y="1225677"/>
                      <a:pt x="5633142" y="1221867"/>
                    </a:cubicBezTo>
                    <a:cubicBezTo>
                      <a:pt x="5860980" y="1211961"/>
                      <a:pt x="6144571" y="1223010"/>
                      <a:pt x="6397428" y="1232916"/>
                    </a:cubicBezTo>
                    <a:cubicBezTo>
                      <a:pt x="6606978" y="1241171"/>
                      <a:pt x="6793922" y="1248410"/>
                      <a:pt x="6915969" y="1243076"/>
                    </a:cubicBezTo>
                    <a:lnTo>
                      <a:pt x="6918509" y="1300226"/>
                    </a:lnTo>
                    <a:lnTo>
                      <a:pt x="6861613" y="1305052"/>
                    </a:lnTo>
                    <a:cubicBezTo>
                      <a:pt x="6850056" y="1170559"/>
                      <a:pt x="6844595" y="1053973"/>
                      <a:pt x="6842817" y="948182"/>
                    </a:cubicBezTo>
                    <a:cubicBezTo>
                      <a:pt x="6840023" y="783590"/>
                      <a:pt x="6846119" y="645795"/>
                      <a:pt x="6852215" y="509905"/>
                    </a:cubicBezTo>
                    <a:cubicBezTo>
                      <a:pt x="6858311" y="374396"/>
                      <a:pt x="6864153" y="240792"/>
                      <a:pt x="6861486" y="81915"/>
                    </a:cubicBezTo>
                    <a:lnTo>
                      <a:pt x="6918636" y="80899"/>
                    </a:lnTo>
                    <a:lnTo>
                      <a:pt x="6924097" y="137795"/>
                    </a:lnTo>
                    <a:cubicBezTo>
                      <a:pt x="6482137" y="180213"/>
                      <a:pt x="5614854" y="191389"/>
                      <a:pt x="5061134" y="137795"/>
                    </a:cubicBezTo>
                    <a:cubicBezTo>
                      <a:pt x="4744269" y="107188"/>
                      <a:pt x="4413307" y="121920"/>
                      <a:pt x="4143432" y="134112"/>
                    </a:cubicBezTo>
                    <a:cubicBezTo>
                      <a:pt x="3954964" y="142621"/>
                      <a:pt x="3790880" y="150241"/>
                      <a:pt x="3687883" y="137541"/>
                    </a:cubicBezTo>
                    <a:cubicBezTo>
                      <a:pt x="3459283" y="109474"/>
                      <a:pt x="3019101" y="103505"/>
                      <a:pt x="2532818" y="137795"/>
                    </a:cubicBezTo>
                    <a:cubicBezTo>
                      <a:pt x="2341429" y="151257"/>
                      <a:pt x="2183314" y="154813"/>
                      <a:pt x="2033327" y="153797"/>
                    </a:cubicBezTo>
                    <a:cubicBezTo>
                      <a:pt x="1922202" y="153035"/>
                      <a:pt x="1815522" y="149860"/>
                      <a:pt x="1703762" y="146558"/>
                    </a:cubicBezTo>
                    <a:cubicBezTo>
                      <a:pt x="1578794" y="142875"/>
                      <a:pt x="1446968" y="138938"/>
                      <a:pt x="1293806" y="137922"/>
                    </a:cubicBezTo>
                    <a:cubicBezTo>
                      <a:pt x="1119181" y="136779"/>
                      <a:pt x="950271" y="143256"/>
                      <a:pt x="789235" y="149479"/>
                    </a:cubicBezTo>
                    <a:cubicBezTo>
                      <a:pt x="516058" y="160020"/>
                      <a:pt x="262058" y="170053"/>
                      <a:pt x="50730" y="137160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0" y="-19050"/>
                <a:ext cx="6973436" cy="1352550"/>
              </a:xfrm>
              <a:prstGeom prst="rect">
                <a:avLst/>
              </a:prstGeom>
            </p:spPr>
            <p:txBody>
              <a:bodyPr wrap="none" lIns="50800" tIns="50800" rIns="50800" bIns="50800" rtlCol="0" anchor="ctr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>
                    <a:solidFill>
                      <a:srgbClr val="FFFFFF"/>
                    </a:solidFill>
                    <a:latin typeface="Arimo"/>
                    <a:ea typeface="맑은 고딕"/>
                    <a:cs typeface="Arimo"/>
                    <a:sym typeface="Arimo"/>
                  </a:rPr>
                  <a:t>1P &amp; 엘리스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0" y="2173358"/>
              <a:ext cx="6973436" cy="1333500"/>
              <a:chOff x="0" y="0"/>
              <a:chExt cx="6973436" cy="13335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34187" y="39376"/>
                <a:ext cx="6883772" cy="1274632"/>
              </a:xfrm>
              <a:custGeom>
                <a:avLst/>
                <a:gdLst/>
                <a:ahLst/>
                <a:cxnLst/>
                <a:rect l="l" t="t" r="r" b="b"/>
                <a:pathLst>
                  <a:path w="6883772" h="1274632">
                    <a:moveTo>
                      <a:pt x="22963" y="17774"/>
                    </a:moveTo>
                    <a:cubicBezTo>
                      <a:pt x="487275" y="-19056"/>
                      <a:pt x="798552" y="19806"/>
                      <a:pt x="1326237" y="17774"/>
                    </a:cubicBezTo>
                    <a:cubicBezTo>
                      <a:pt x="1853922" y="15742"/>
                      <a:pt x="2046581" y="-3435"/>
                      <a:pt x="2492351" y="17774"/>
                    </a:cubicBezTo>
                    <a:cubicBezTo>
                      <a:pt x="2938121" y="38983"/>
                      <a:pt x="3624302" y="-31248"/>
                      <a:pt x="3932785" y="17774"/>
                    </a:cubicBezTo>
                    <a:cubicBezTo>
                      <a:pt x="4241268" y="66796"/>
                      <a:pt x="4767556" y="-8388"/>
                      <a:pt x="5236059" y="17774"/>
                    </a:cubicBezTo>
                    <a:cubicBezTo>
                      <a:pt x="5704562" y="43936"/>
                      <a:pt x="6134457" y="32379"/>
                      <a:pt x="6882233" y="17774"/>
                    </a:cubicBezTo>
                    <a:cubicBezTo>
                      <a:pt x="6889980" y="529076"/>
                      <a:pt x="6865088" y="702812"/>
                      <a:pt x="6882233" y="1236974"/>
                    </a:cubicBezTo>
                    <a:cubicBezTo>
                      <a:pt x="6580862" y="1211574"/>
                      <a:pt x="5839182" y="1209669"/>
                      <a:pt x="5441799" y="1236974"/>
                    </a:cubicBezTo>
                    <a:cubicBezTo>
                      <a:pt x="5044416" y="1264279"/>
                      <a:pt x="4496030" y="1305935"/>
                      <a:pt x="4001365" y="1236974"/>
                    </a:cubicBezTo>
                    <a:cubicBezTo>
                      <a:pt x="3506700" y="1168013"/>
                      <a:pt x="3006193" y="1197477"/>
                      <a:pt x="2560931" y="1236974"/>
                    </a:cubicBezTo>
                    <a:cubicBezTo>
                      <a:pt x="2115669" y="1276471"/>
                      <a:pt x="660122" y="1281551"/>
                      <a:pt x="23090" y="1236974"/>
                    </a:cubicBezTo>
                    <a:cubicBezTo>
                      <a:pt x="-28091" y="862578"/>
                      <a:pt x="21566" y="365500"/>
                      <a:pt x="23090" y="17774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7" name="Freeform 57"/>
              <p:cNvSpPr/>
              <p:nvPr/>
            </p:nvSpPr>
            <p:spPr>
              <a:xfrm>
                <a:off x="54884" y="33432"/>
                <a:ext cx="6862214" cy="1286072"/>
              </a:xfrm>
              <a:custGeom>
                <a:avLst/>
                <a:gdLst/>
                <a:ahLst/>
                <a:cxnLst/>
                <a:rect l="l" t="t" r="r" b="b"/>
                <a:pathLst>
                  <a:path w="6862214" h="1286072">
                    <a:moveTo>
                      <a:pt x="2266" y="23718"/>
                    </a:moveTo>
                    <a:cubicBezTo>
                      <a:pt x="326751" y="74264"/>
                      <a:pt x="759440" y="20670"/>
                      <a:pt x="1236960" y="23718"/>
                    </a:cubicBezTo>
                    <a:cubicBezTo>
                      <a:pt x="1714480" y="26766"/>
                      <a:pt x="1983466" y="58135"/>
                      <a:pt x="2471654" y="23718"/>
                    </a:cubicBezTo>
                    <a:cubicBezTo>
                      <a:pt x="2959842" y="-10699"/>
                      <a:pt x="3403961" y="-4984"/>
                      <a:pt x="3637768" y="23718"/>
                    </a:cubicBezTo>
                    <a:cubicBezTo>
                      <a:pt x="3871575" y="52420"/>
                      <a:pt x="4459839" y="-29495"/>
                      <a:pt x="5009622" y="23718"/>
                    </a:cubicBezTo>
                    <a:cubicBezTo>
                      <a:pt x="5559405" y="76931"/>
                      <a:pt x="6422878" y="65755"/>
                      <a:pt x="6861536" y="23718"/>
                    </a:cubicBezTo>
                    <a:cubicBezTo>
                      <a:pt x="6868775" y="449803"/>
                      <a:pt x="6814546" y="695548"/>
                      <a:pt x="6861536" y="1242918"/>
                    </a:cubicBezTo>
                    <a:cubicBezTo>
                      <a:pt x="6527145" y="1257523"/>
                      <a:pt x="5728315" y="1179926"/>
                      <a:pt x="5352522" y="1242918"/>
                    </a:cubicBezTo>
                    <a:cubicBezTo>
                      <a:pt x="4976729" y="1305910"/>
                      <a:pt x="4768449" y="1294734"/>
                      <a:pt x="4186408" y="1242918"/>
                    </a:cubicBezTo>
                    <a:cubicBezTo>
                      <a:pt x="3604367" y="1191102"/>
                      <a:pt x="3362940" y="1243426"/>
                      <a:pt x="3020294" y="1242918"/>
                    </a:cubicBezTo>
                    <a:cubicBezTo>
                      <a:pt x="2677648" y="1242410"/>
                      <a:pt x="2363704" y="1240632"/>
                      <a:pt x="1785600" y="1242918"/>
                    </a:cubicBezTo>
                    <a:cubicBezTo>
                      <a:pt x="1207496" y="1245204"/>
                      <a:pt x="760583" y="1163924"/>
                      <a:pt x="2266" y="1242918"/>
                    </a:cubicBezTo>
                    <a:cubicBezTo>
                      <a:pt x="3028" y="812007"/>
                      <a:pt x="-3195" y="395828"/>
                      <a:pt x="2266" y="2371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8" name="Freeform 58"/>
              <p:cNvSpPr/>
              <p:nvPr/>
            </p:nvSpPr>
            <p:spPr>
              <a:xfrm>
                <a:off x="-23126" y="-17836"/>
                <a:ext cx="6997992" cy="1389039"/>
              </a:xfrm>
              <a:custGeom>
                <a:avLst/>
                <a:gdLst/>
                <a:ahLst/>
                <a:cxnLst/>
                <a:rect l="l" t="t" r="r" b="b"/>
                <a:pathLst>
                  <a:path w="6997992" h="1389039">
                    <a:moveTo>
                      <a:pt x="75704" y="17963"/>
                    </a:moveTo>
                    <a:cubicBezTo>
                      <a:pt x="371360" y="-5532"/>
                      <a:pt x="605802" y="1453"/>
                      <a:pt x="868819" y="9200"/>
                    </a:cubicBezTo>
                    <a:cubicBezTo>
                      <a:pt x="1023759" y="13772"/>
                      <a:pt x="1188732" y="18598"/>
                      <a:pt x="1383296" y="17836"/>
                    </a:cubicBezTo>
                    <a:cubicBezTo>
                      <a:pt x="1563763" y="17201"/>
                      <a:pt x="1704860" y="14407"/>
                      <a:pt x="1830717" y="11994"/>
                    </a:cubicBezTo>
                    <a:cubicBezTo>
                      <a:pt x="1931428" y="10089"/>
                      <a:pt x="2022487" y="8311"/>
                      <a:pt x="2115832" y="7930"/>
                    </a:cubicBezTo>
                    <a:cubicBezTo>
                      <a:pt x="2246261" y="7422"/>
                      <a:pt x="2380754" y="9708"/>
                      <a:pt x="2552331" y="17836"/>
                    </a:cubicBezTo>
                    <a:cubicBezTo>
                      <a:pt x="2745244" y="26980"/>
                      <a:pt x="2984766" y="18852"/>
                      <a:pt x="3221748" y="10724"/>
                    </a:cubicBezTo>
                    <a:cubicBezTo>
                      <a:pt x="3445649" y="2977"/>
                      <a:pt x="3667645" y="-4643"/>
                      <a:pt x="3839349" y="3485"/>
                    </a:cubicBezTo>
                    <a:cubicBezTo>
                      <a:pt x="3898150" y="6279"/>
                      <a:pt x="3952252" y="10978"/>
                      <a:pt x="3999115" y="18471"/>
                    </a:cubicBezTo>
                    <a:cubicBezTo>
                      <a:pt x="4157992" y="43744"/>
                      <a:pt x="4380115" y="34727"/>
                      <a:pt x="4631575" y="24186"/>
                    </a:cubicBezTo>
                    <a:cubicBezTo>
                      <a:pt x="4845062" y="15296"/>
                      <a:pt x="5076837" y="5517"/>
                      <a:pt x="5296674" y="17836"/>
                    </a:cubicBezTo>
                    <a:lnTo>
                      <a:pt x="5293499" y="74859"/>
                    </a:lnTo>
                    <a:lnTo>
                      <a:pt x="5296674" y="17836"/>
                    </a:lnTo>
                    <a:cubicBezTo>
                      <a:pt x="5726188" y="41839"/>
                      <a:pt x="6123190" y="33965"/>
                      <a:pt x="6769874" y="21138"/>
                    </a:cubicBezTo>
                    <a:cubicBezTo>
                      <a:pt x="6823976" y="20122"/>
                      <a:pt x="6880237" y="18979"/>
                      <a:pt x="6938276" y="17836"/>
                    </a:cubicBezTo>
                    <a:cubicBezTo>
                      <a:pt x="6953516" y="17582"/>
                      <a:pt x="6968121" y="23297"/>
                      <a:pt x="6979043" y="33838"/>
                    </a:cubicBezTo>
                    <a:cubicBezTo>
                      <a:pt x="6989965" y="44379"/>
                      <a:pt x="6996315" y="58857"/>
                      <a:pt x="6996442" y="74097"/>
                    </a:cubicBezTo>
                    <a:cubicBezTo>
                      <a:pt x="6999871" y="302316"/>
                      <a:pt x="6996950" y="463733"/>
                      <a:pt x="6994029" y="618927"/>
                    </a:cubicBezTo>
                    <a:cubicBezTo>
                      <a:pt x="6991362" y="763961"/>
                      <a:pt x="6988695" y="903407"/>
                      <a:pt x="6991489" y="1087938"/>
                    </a:cubicBezTo>
                    <a:cubicBezTo>
                      <a:pt x="6992378" y="1150295"/>
                      <a:pt x="6994029" y="1217732"/>
                      <a:pt x="6996442" y="1292281"/>
                    </a:cubicBezTo>
                    <a:cubicBezTo>
                      <a:pt x="6996950" y="1308537"/>
                      <a:pt x="6990473" y="1324285"/>
                      <a:pt x="6978662" y="1335588"/>
                    </a:cubicBezTo>
                    <a:cubicBezTo>
                      <a:pt x="6966851" y="1346891"/>
                      <a:pt x="6950722" y="1352479"/>
                      <a:pt x="6934466" y="1351082"/>
                    </a:cubicBezTo>
                    <a:cubicBezTo>
                      <a:pt x="6636397" y="1326063"/>
                      <a:pt x="5897765" y="1324031"/>
                      <a:pt x="5502795" y="1351209"/>
                    </a:cubicBezTo>
                    <a:cubicBezTo>
                      <a:pt x="5488571" y="1352225"/>
                      <a:pt x="5474093" y="1353241"/>
                      <a:pt x="5459361" y="1354257"/>
                    </a:cubicBezTo>
                    <a:cubicBezTo>
                      <a:pt x="5444248" y="1355273"/>
                      <a:pt x="5429008" y="1356289"/>
                      <a:pt x="5413641" y="1357432"/>
                    </a:cubicBezTo>
                    <a:cubicBezTo>
                      <a:pt x="5026418" y="1383975"/>
                      <a:pt x="4516005" y="1415725"/>
                      <a:pt x="4050550" y="1350828"/>
                    </a:cubicBezTo>
                    <a:lnTo>
                      <a:pt x="4058424" y="1294186"/>
                    </a:lnTo>
                    <a:lnTo>
                      <a:pt x="4050550" y="1350828"/>
                    </a:lnTo>
                    <a:cubicBezTo>
                      <a:pt x="3562743" y="1282883"/>
                      <a:pt x="3067570" y="1311712"/>
                      <a:pt x="2623070" y="1351209"/>
                    </a:cubicBezTo>
                    <a:cubicBezTo>
                      <a:pt x="2174252" y="1390960"/>
                      <a:pt x="715530" y="1396040"/>
                      <a:pt x="76212" y="1351336"/>
                    </a:cubicBezTo>
                    <a:cubicBezTo>
                      <a:pt x="49161" y="1349431"/>
                      <a:pt x="27190" y="1328857"/>
                      <a:pt x="23634" y="1302060"/>
                    </a:cubicBezTo>
                    <a:cubicBezTo>
                      <a:pt x="-12815" y="1035487"/>
                      <a:pt x="774" y="710240"/>
                      <a:pt x="12585" y="424236"/>
                    </a:cubicBezTo>
                    <a:cubicBezTo>
                      <a:pt x="17792" y="297998"/>
                      <a:pt x="22618" y="179380"/>
                      <a:pt x="23126" y="74732"/>
                    </a:cubicBezTo>
                    <a:cubicBezTo>
                      <a:pt x="23253" y="45014"/>
                      <a:pt x="46113" y="20376"/>
                      <a:pt x="75704" y="17963"/>
                    </a:cubicBezTo>
                    <a:moveTo>
                      <a:pt x="84721" y="131882"/>
                    </a:moveTo>
                    <a:lnTo>
                      <a:pt x="80276" y="74986"/>
                    </a:lnTo>
                    <a:lnTo>
                      <a:pt x="137426" y="75240"/>
                    </a:lnTo>
                    <a:cubicBezTo>
                      <a:pt x="136918" y="182428"/>
                      <a:pt x="131965" y="303332"/>
                      <a:pt x="126758" y="428935"/>
                    </a:cubicBezTo>
                    <a:cubicBezTo>
                      <a:pt x="114820" y="717987"/>
                      <a:pt x="102120" y="1032185"/>
                      <a:pt x="136918" y="1286439"/>
                    </a:cubicBezTo>
                    <a:lnTo>
                      <a:pt x="80276" y="1294186"/>
                    </a:lnTo>
                    <a:lnTo>
                      <a:pt x="84213" y="1237163"/>
                    </a:lnTo>
                    <a:cubicBezTo>
                      <a:pt x="718832" y="1281486"/>
                      <a:pt x="2171458" y="1276406"/>
                      <a:pt x="2613037" y="1237290"/>
                    </a:cubicBezTo>
                    <a:lnTo>
                      <a:pt x="2618117" y="1294186"/>
                    </a:lnTo>
                    <a:lnTo>
                      <a:pt x="2613037" y="1237290"/>
                    </a:lnTo>
                    <a:cubicBezTo>
                      <a:pt x="3058934" y="1197793"/>
                      <a:pt x="3564902" y="1167694"/>
                      <a:pt x="4066425" y="1237671"/>
                    </a:cubicBezTo>
                    <a:cubicBezTo>
                      <a:pt x="4518291" y="1300663"/>
                      <a:pt x="5017401" y="1270056"/>
                      <a:pt x="5405894" y="1243386"/>
                    </a:cubicBezTo>
                    <a:cubicBezTo>
                      <a:pt x="5421261" y="1242370"/>
                      <a:pt x="5436501" y="1241227"/>
                      <a:pt x="5451614" y="1240211"/>
                    </a:cubicBezTo>
                    <a:cubicBezTo>
                      <a:pt x="5466346" y="1239195"/>
                      <a:pt x="5480824" y="1238179"/>
                      <a:pt x="5495048" y="1237163"/>
                    </a:cubicBezTo>
                    <a:lnTo>
                      <a:pt x="5498985" y="1294186"/>
                    </a:lnTo>
                    <a:lnTo>
                      <a:pt x="5495048" y="1237163"/>
                    </a:lnTo>
                    <a:cubicBezTo>
                      <a:pt x="5894717" y="1209731"/>
                      <a:pt x="6639318" y="1211636"/>
                      <a:pt x="6944118" y="1237290"/>
                    </a:cubicBezTo>
                    <a:lnTo>
                      <a:pt x="6939292" y="1294186"/>
                    </a:lnTo>
                    <a:lnTo>
                      <a:pt x="6882142" y="1295964"/>
                    </a:lnTo>
                    <a:cubicBezTo>
                      <a:pt x="6879729" y="1220780"/>
                      <a:pt x="6878205" y="1152708"/>
                      <a:pt x="6877189" y="1089716"/>
                    </a:cubicBezTo>
                    <a:cubicBezTo>
                      <a:pt x="6874395" y="903026"/>
                      <a:pt x="6876935" y="761929"/>
                      <a:pt x="6879729" y="616768"/>
                    </a:cubicBezTo>
                    <a:cubicBezTo>
                      <a:pt x="6882650" y="461701"/>
                      <a:pt x="6885571" y="301935"/>
                      <a:pt x="6882142" y="75748"/>
                    </a:cubicBezTo>
                    <a:lnTo>
                      <a:pt x="6939292" y="74859"/>
                    </a:lnTo>
                    <a:lnTo>
                      <a:pt x="6940435" y="132009"/>
                    </a:lnTo>
                    <a:cubicBezTo>
                      <a:pt x="6882396" y="133152"/>
                      <a:pt x="6826135" y="134295"/>
                      <a:pt x="6771779" y="135311"/>
                    </a:cubicBezTo>
                    <a:cubicBezTo>
                      <a:pt x="6126238" y="148138"/>
                      <a:pt x="5724664" y="156139"/>
                      <a:pt x="5289943" y="131882"/>
                    </a:cubicBezTo>
                    <a:cubicBezTo>
                      <a:pt x="5076710" y="119944"/>
                      <a:pt x="4850650" y="129342"/>
                      <a:pt x="4636020" y="138359"/>
                    </a:cubicBezTo>
                    <a:cubicBezTo>
                      <a:pt x="4389386" y="148646"/>
                      <a:pt x="4153801" y="158806"/>
                      <a:pt x="3980954" y="131247"/>
                    </a:cubicBezTo>
                    <a:lnTo>
                      <a:pt x="3989971" y="74859"/>
                    </a:lnTo>
                    <a:lnTo>
                      <a:pt x="3980954" y="131247"/>
                    </a:lnTo>
                    <a:cubicBezTo>
                      <a:pt x="3939679" y="124643"/>
                      <a:pt x="3890149" y="120325"/>
                      <a:pt x="3833761" y="117531"/>
                    </a:cubicBezTo>
                    <a:cubicBezTo>
                      <a:pt x="3667899" y="109657"/>
                      <a:pt x="3451110" y="117023"/>
                      <a:pt x="3225558" y="124770"/>
                    </a:cubicBezTo>
                    <a:cubicBezTo>
                      <a:pt x="2990100" y="132898"/>
                      <a:pt x="2745371" y="141280"/>
                      <a:pt x="2546870" y="131882"/>
                    </a:cubicBezTo>
                    <a:lnTo>
                      <a:pt x="2549537" y="74859"/>
                    </a:lnTo>
                    <a:lnTo>
                      <a:pt x="2546870" y="131882"/>
                    </a:lnTo>
                    <a:cubicBezTo>
                      <a:pt x="2377325" y="123754"/>
                      <a:pt x="2244737" y="121595"/>
                      <a:pt x="2116213" y="122103"/>
                    </a:cubicBezTo>
                    <a:cubicBezTo>
                      <a:pt x="2023884" y="122484"/>
                      <a:pt x="1933714" y="124135"/>
                      <a:pt x="1832876" y="126167"/>
                    </a:cubicBezTo>
                    <a:cubicBezTo>
                      <a:pt x="1707019" y="128580"/>
                      <a:pt x="1565160" y="131247"/>
                      <a:pt x="1383804" y="132009"/>
                    </a:cubicBezTo>
                    <a:lnTo>
                      <a:pt x="1383550" y="74859"/>
                    </a:lnTo>
                    <a:lnTo>
                      <a:pt x="1383804" y="132009"/>
                    </a:lnTo>
                    <a:cubicBezTo>
                      <a:pt x="1187208" y="132771"/>
                      <a:pt x="1020457" y="127818"/>
                      <a:pt x="865517" y="123373"/>
                    </a:cubicBezTo>
                    <a:cubicBezTo>
                      <a:pt x="602373" y="115626"/>
                      <a:pt x="373646" y="109022"/>
                      <a:pt x="84848" y="131882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9" name="Freeform 59"/>
              <p:cNvSpPr/>
              <p:nvPr/>
            </p:nvSpPr>
            <p:spPr>
              <a:xfrm>
                <a:off x="-2216" y="-23876"/>
                <a:ext cx="6976357" cy="1400294"/>
              </a:xfrm>
              <a:custGeom>
                <a:avLst/>
                <a:gdLst/>
                <a:ahLst/>
                <a:cxnLst/>
                <a:rect l="l" t="t" r="r" b="b"/>
                <a:pathLst>
                  <a:path w="6976357" h="1400294">
                    <a:moveTo>
                      <a:pt x="68129" y="24511"/>
                    </a:moveTo>
                    <a:cubicBezTo>
                      <a:pt x="266249" y="55372"/>
                      <a:pt x="507930" y="46228"/>
                      <a:pt x="784663" y="35560"/>
                    </a:cubicBezTo>
                    <a:cubicBezTo>
                      <a:pt x="945318" y="29337"/>
                      <a:pt x="1116768" y="22733"/>
                      <a:pt x="1294441" y="23876"/>
                    </a:cubicBezTo>
                    <a:lnTo>
                      <a:pt x="1294060" y="81026"/>
                    </a:lnTo>
                    <a:lnTo>
                      <a:pt x="1294441" y="23876"/>
                    </a:lnTo>
                    <a:cubicBezTo>
                      <a:pt x="1449127" y="24892"/>
                      <a:pt x="1582096" y="28829"/>
                      <a:pt x="1707064" y="32512"/>
                    </a:cubicBezTo>
                    <a:cubicBezTo>
                      <a:pt x="1819078" y="35814"/>
                      <a:pt x="1924361" y="38989"/>
                      <a:pt x="2033962" y="39624"/>
                    </a:cubicBezTo>
                    <a:cubicBezTo>
                      <a:pt x="2181409" y="40640"/>
                      <a:pt x="2336476" y="37211"/>
                      <a:pt x="2524690" y="23876"/>
                    </a:cubicBezTo>
                    <a:lnTo>
                      <a:pt x="2528754" y="80899"/>
                    </a:lnTo>
                    <a:lnTo>
                      <a:pt x="2524690" y="23876"/>
                    </a:lnTo>
                    <a:cubicBezTo>
                      <a:pt x="3014529" y="-10668"/>
                      <a:pt x="3462839" y="-5207"/>
                      <a:pt x="3701726" y="24130"/>
                    </a:cubicBezTo>
                    <a:lnTo>
                      <a:pt x="3694741" y="80899"/>
                    </a:lnTo>
                    <a:lnTo>
                      <a:pt x="3701726" y="24130"/>
                    </a:lnTo>
                    <a:cubicBezTo>
                      <a:pt x="3792658" y="35306"/>
                      <a:pt x="3944550" y="28702"/>
                      <a:pt x="4138225" y="19939"/>
                    </a:cubicBezTo>
                    <a:cubicBezTo>
                      <a:pt x="4406957" y="7747"/>
                      <a:pt x="4745793" y="-7620"/>
                      <a:pt x="5072056" y="24003"/>
                    </a:cubicBezTo>
                    <a:lnTo>
                      <a:pt x="5066595" y="80899"/>
                    </a:lnTo>
                    <a:lnTo>
                      <a:pt x="5072056" y="24003"/>
                    </a:lnTo>
                    <a:cubicBezTo>
                      <a:pt x="5617775" y="76835"/>
                      <a:pt x="6477692" y="65786"/>
                      <a:pt x="6913048" y="24003"/>
                    </a:cubicBezTo>
                    <a:cubicBezTo>
                      <a:pt x="6928923" y="22479"/>
                      <a:pt x="6944671" y="27686"/>
                      <a:pt x="6956609" y="38227"/>
                    </a:cubicBezTo>
                    <a:cubicBezTo>
                      <a:pt x="6968547" y="48768"/>
                      <a:pt x="6975405" y="63881"/>
                      <a:pt x="6975659" y="79883"/>
                    </a:cubicBezTo>
                    <a:cubicBezTo>
                      <a:pt x="6978453" y="242824"/>
                      <a:pt x="6972357" y="379603"/>
                      <a:pt x="6966261" y="514985"/>
                    </a:cubicBezTo>
                    <a:cubicBezTo>
                      <a:pt x="6960165" y="651002"/>
                      <a:pt x="6954196" y="785495"/>
                      <a:pt x="6956990" y="946150"/>
                    </a:cubicBezTo>
                    <a:cubicBezTo>
                      <a:pt x="6958768" y="1049274"/>
                      <a:pt x="6964102" y="1163320"/>
                      <a:pt x="6975405" y="1295146"/>
                    </a:cubicBezTo>
                    <a:cubicBezTo>
                      <a:pt x="6976675" y="1310640"/>
                      <a:pt x="6971722" y="1326007"/>
                      <a:pt x="6961435" y="1337691"/>
                    </a:cubicBezTo>
                    <a:cubicBezTo>
                      <a:pt x="6951148" y="1349375"/>
                      <a:pt x="6936543" y="1356360"/>
                      <a:pt x="6921049" y="1357122"/>
                    </a:cubicBezTo>
                    <a:cubicBezTo>
                      <a:pt x="6793160" y="1362710"/>
                      <a:pt x="6600374" y="1355090"/>
                      <a:pt x="6392983" y="1346962"/>
                    </a:cubicBezTo>
                    <a:cubicBezTo>
                      <a:pt x="6138729" y="1337056"/>
                      <a:pt x="5860345" y="1326134"/>
                      <a:pt x="5638222" y="1335913"/>
                    </a:cubicBezTo>
                    <a:cubicBezTo>
                      <a:pt x="5554529" y="1339596"/>
                      <a:pt x="5480234" y="1346073"/>
                      <a:pt x="5419020" y="1356360"/>
                    </a:cubicBezTo>
                    <a:lnTo>
                      <a:pt x="5409622" y="1299972"/>
                    </a:lnTo>
                    <a:lnTo>
                      <a:pt x="5419020" y="1356360"/>
                    </a:lnTo>
                    <a:cubicBezTo>
                      <a:pt x="5035480" y="1420622"/>
                      <a:pt x="4820977" y="1408811"/>
                      <a:pt x="4238428" y="1356868"/>
                    </a:cubicBezTo>
                    <a:lnTo>
                      <a:pt x="4243508" y="1299972"/>
                    </a:lnTo>
                    <a:lnTo>
                      <a:pt x="4238428" y="1356868"/>
                    </a:lnTo>
                    <a:cubicBezTo>
                      <a:pt x="3848284" y="1322070"/>
                      <a:pt x="3613461" y="1334643"/>
                      <a:pt x="3395402" y="1346327"/>
                    </a:cubicBezTo>
                    <a:cubicBezTo>
                      <a:pt x="3291262" y="1351915"/>
                      <a:pt x="3189662" y="1357249"/>
                      <a:pt x="3077267" y="1357122"/>
                    </a:cubicBezTo>
                    <a:cubicBezTo>
                      <a:pt x="3003988" y="1356995"/>
                      <a:pt x="2931979" y="1356868"/>
                      <a:pt x="2858319" y="1356614"/>
                    </a:cubicBezTo>
                    <a:cubicBezTo>
                      <a:pt x="2781484" y="1356487"/>
                      <a:pt x="2702998" y="1356233"/>
                      <a:pt x="2619686" y="1356106"/>
                    </a:cubicBezTo>
                    <a:cubicBezTo>
                      <a:pt x="2409628" y="1355725"/>
                      <a:pt x="2168074" y="1355725"/>
                      <a:pt x="1842954" y="1357122"/>
                    </a:cubicBezTo>
                    <a:lnTo>
                      <a:pt x="1842700" y="1299972"/>
                    </a:lnTo>
                    <a:lnTo>
                      <a:pt x="1842954" y="1357122"/>
                    </a:lnTo>
                    <a:cubicBezTo>
                      <a:pt x="1645342" y="1357884"/>
                      <a:pt x="1462970" y="1348994"/>
                      <a:pt x="1280217" y="1340104"/>
                    </a:cubicBezTo>
                    <a:cubicBezTo>
                      <a:pt x="1092638" y="1330960"/>
                      <a:pt x="904424" y="1321816"/>
                      <a:pt x="695636" y="1322578"/>
                    </a:cubicBezTo>
                    <a:cubicBezTo>
                      <a:pt x="506914" y="1323340"/>
                      <a:pt x="301428" y="1332230"/>
                      <a:pt x="65335" y="1356868"/>
                    </a:cubicBezTo>
                    <a:cubicBezTo>
                      <a:pt x="49206" y="1358519"/>
                      <a:pt x="33204" y="1353312"/>
                      <a:pt x="21139" y="1342390"/>
                    </a:cubicBezTo>
                    <a:cubicBezTo>
                      <a:pt x="9074" y="1331468"/>
                      <a:pt x="2216" y="1316355"/>
                      <a:pt x="2216" y="1300099"/>
                    </a:cubicBezTo>
                    <a:cubicBezTo>
                      <a:pt x="2470" y="1136523"/>
                      <a:pt x="1835" y="974979"/>
                      <a:pt x="1073" y="816864"/>
                    </a:cubicBezTo>
                    <a:cubicBezTo>
                      <a:pt x="438" y="666115"/>
                      <a:pt x="-197" y="518414"/>
                      <a:pt x="57" y="375666"/>
                    </a:cubicBezTo>
                    <a:cubicBezTo>
                      <a:pt x="184" y="274701"/>
                      <a:pt x="819" y="176022"/>
                      <a:pt x="2216" y="80137"/>
                    </a:cubicBezTo>
                    <a:cubicBezTo>
                      <a:pt x="2470" y="63627"/>
                      <a:pt x="9836" y="48006"/>
                      <a:pt x="22536" y="37338"/>
                    </a:cubicBezTo>
                    <a:cubicBezTo>
                      <a:pt x="35236" y="26670"/>
                      <a:pt x="51746" y="21971"/>
                      <a:pt x="68129" y="24511"/>
                    </a:cubicBezTo>
                    <a:moveTo>
                      <a:pt x="50603" y="137541"/>
                    </a:moveTo>
                    <a:lnTo>
                      <a:pt x="59366" y="81026"/>
                    </a:lnTo>
                    <a:lnTo>
                      <a:pt x="116516" y="81915"/>
                    </a:lnTo>
                    <a:cubicBezTo>
                      <a:pt x="115119" y="177165"/>
                      <a:pt x="114484" y="275336"/>
                      <a:pt x="114357" y="375920"/>
                    </a:cubicBezTo>
                    <a:cubicBezTo>
                      <a:pt x="114103" y="518287"/>
                      <a:pt x="114738" y="665607"/>
                      <a:pt x="115373" y="816483"/>
                    </a:cubicBezTo>
                    <a:cubicBezTo>
                      <a:pt x="116008" y="974471"/>
                      <a:pt x="116770" y="1136396"/>
                      <a:pt x="116516" y="1300353"/>
                    </a:cubicBezTo>
                    <a:lnTo>
                      <a:pt x="59366" y="1300226"/>
                    </a:lnTo>
                    <a:lnTo>
                      <a:pt x="53397" y="1243330"/>
                    </a:lnTo>
                    <a:cubicBezTo>
                      <a:pt x="293554" y="1218311"/>
                      <a:pt x="502977" y="1209167"/>
                      <a:pt x="695128" y="1208532"/>
                    </a:cubicBezTo>
                    <a:cubicBezTo>
                      <a:pt x="907345" y="1207643"/>
                      <a:pt x="1098480" y="1217041"/>
                      <a:pt x="1285805" y="1226185"/>
                    </a:cubicBezTo>
                    <a:cubicBezTo>
                      <a:pt x="1468939" y="1235075"/>
                      <a:pt x="1648390" y="1243838"/>
                      <a:pt x="1842573" y="1243076"/>
                    </a:cubicBezTo>
                    <a:cubicBezTo>
                      <a:pt x="2167947" y="1241806"/>
                      <a:pt x="2409628" y="1241806"/>
                      <a:pt x="2619940" y="1242060"/>
                    </a:cubicBezTo>
                    <a:cubicBezTo>
                      <a:pt x="2703379" y="1242187"/>
                      <a:pt x="2781992" y="1242314"/>
                      <a:pt x="2858700" y="1242568"/>
                    </a:cubicBezTo>
                    <a:cubicBezTo>
                      <a:pt x="2932233" y="1242695"/>
                      <a:pt x="3004242" y="1242949"/>
                      <a:pt x="3077521" y="1243076"/>
                    </a:cubicBezTo>
                    <a:lnTo>
                      <a:pt x="3077394" y="1300226"/>
                    </a:lnTo>
                    <a:lnTo>
                      <a:pt x="3077521" y="1243076"/>
                    </a:lnTo>
                    <a:cubicBezTo>
                      <a:pt x="3186360" y="1243203"/>
                      <a:pt x="3284785" y="1237996"/>
                      <a:pt x="3389306" y="1232408"/>
                    </a:cubicBezTo>
                    <a:cubicBezTo>
                      <a:pt x="3609270" y="1220724"/>
                      <a:pt x="3850443" y="1207770"/>
                      <a:pt x="4248461" y="1243330"/>
                    </a:cubicBezTo>
                    <a:cubicBezTo>
                      <a:pt x="4829867" y="1295146"/>
                      <a:pt x="5031924" y="1305560"/>
                      <a:pt x="5399970" y="1243838"/>
                    </a:cubicBezTo>
                    <a:cubicBezTo>
                      <a:pt x="5467661" y="1232535"/>
                      <a:pt x="5547036" y="1225677"/>
                      <a:pt x="5633142" y="1221867"/>
                    </a:cubicBezTo>
                    <a:cubicBezTo>
                      <a:pt x="5860980" y="1211961"/>
                      <a:pt x="6144571" y="1223010"/>
                      <a:pt x="6397428" y="1232916"/>
                    </a:cubicBezTo>
                    <a:cubicBezTo>
                      <a:pt x="6606978" y="1241171"/>
                      <a:pt x="6793922" y="1248410"/>
                      <a:pt x="6915969" y="1243076"/>
                    </a:cubicBezTo>
                    <a:lnTo>
                      <a:pt x="6918509" y="1300226"/>
                    </a:lnTo>
                    <a:lnTo>
                      <a:pt x="6861613" y="1305052"/>
                    </a:lnTo>
                    <a:cubicBezTo>
                      <a:pt x="6850056" y="1170559"/>
                      <a:pt x="6844595" y="1053973"/>
                      <a:pt x="6842817" y="948182"/>
                    </a:cubicBezTo>
                    <a:cubicBezTo>
                      <a:pt x="6840023" y="783590"/>
                      <a:pt x="6846119" y="645795"/>
                      <a:pt x="6852215" y="509905"/>
                    </a:cubicBezTo>
                    <a:cubicBezTo>
                      <a:pt x="6858311" y="374396"/>
                      <a:pt x="6864153" y="240792"/>
                      <a:pt x="6861486" y="81915"/>
                    </a:cubicBezTo>
                    <a:lnTo>
                      <a:pt x="6918636" y="80899"/>
                    </a:lnTo>
                    <a:lnTo>
                      <a:pt x="6924097" y="137795"/>
                    </a:lnTo>
                    <a:cubicBezTo>
                      <a:pt x="6482137" y="180213"/>
                      <a:pt x="5614854" y="191389"/>
                      <a:pt x="5061134" y="137795"/>
                    </a:cubicBezTo>
                    <a:cubicBezTo>
                      <a:pt x="4744269" y="107188"/>
                      <a:pt x="4413307" y="121920"/>
                      <a:pt x="4143432" y="134112"/>
                    </a:cubicBezTo>
                    <a:cubicBezTo>
                      <a:pt x="3954964" y="142621"/>
                      <a:pt x="3790880" y="150241"/>
                      <a:pt x="3687883" y="137541"/>
                    </a:cubicBezTo>
                    <a:cubicBezTo>
                      <a:pt x="3459283" y="109474"/>
                      <a:pt x="3019101" y="103505"/>
                      <a:pt x="2532818" y="137795"/>
                    </a:cubicBezTo>
                    <a:cubicBezTo>
                      <a:pt x="2341429" y="151257"/>
                      <a:pt x="2183314" y="154813"/>
                      <a:pt x="2033327" y="153797"/>
                    </a:cubicBezTo>
                    <a:cubicBezTo>
                      <a:pt x="1922202" y="153035"/>
                      <a:pt x="1815522" y="149860"/>
                      <a:pt x="1703762" y="146558"/>
                    </a:cubicBezTo>
                    <a:cubicBezTo>
                      <a:pt x="1578794" y="142875"/>
                      <a:pt x="1446968" y="138938"/>
                      <a:pt x="1293806" y="137922"/>
                    </a:cubicBezTo>
                    <a:cubicBezTo>
                      <a:pt x="1119181" y="136779"/>
                      <a:pt x="950271" y="143256"/>
                      <a:pt x="789235" y="149479"/>
                    </a:cubicBezTo>
                    <a:cubicBezTo>
                      <a:pt x="516058" y="160020"/>
                      <a:pt x="262058" y="170053"/>
                      <a:pt x="50730" y="137160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0" y="-19050"/>
                <a:ext cx="6973436" cy="1352550"/>
              </a:xfrm>
              <a:prstGeom prst="rect">
                <a:avLst/>
              </a:prstGeom>
            </p:spPr>
            <p:txBody>
              <a:bodyPr wrap="none" lIns="50800" tIns="50800" rIns="50800" bIns="50800" rtlCol="0" anchor="ctr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>
                    <a:solidFill>
                      <a:srgbClr val="FFFFFF"/>
                    </a:solidFill>
                    <a:latin typeface="Arimo"/>
                    <a:ea typeface="맑은 고딕"/>
                    <a:cs typeface="Arimo"/>
                    <a:sym typeface="Arimo"/>
                  </a:rPr>
                  <a:t>철자 순서대로 책장에 책 넣기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50610" y="4346716"/>
              <a:ext cx="6973436" cy="1333500"/>
              <a:chOff x="0" y="0"/>
              <a:chExt cx="6973436" cy="133350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34187" y="39376"/>
                <a:ext cx="6883772" cy="1274632"/>
              </a:xfrm>
              <a:custGeom>
                <a:avLst/>
                <a:gdLst/>
                <a:ahLst/>
                <a:cxnLst/>
                <a:rect l="l" t="t" r="r" b="b"/>
                <a:pathLst>
                  <a:path w="6883772" h="1274632">
                    <a:moveTo>
                      <a:pt x="22963" y="17774"/>
                    </a:moveTo>
                    <a:cubicBezTo>
                      <a:pt x="487275" y="-19056"/>
                      <a:pt x="798552" y="19806"/>
                      <a:pt x="1326237" y="17774"/>
                    </a:cubicBezTo>
                    <a:cubicBezTo>
                      <a:pt x="1853922" y="15742"/>
                      <a:pt x="2046581" y="-3435"/>
                      <a:pt x="2492351" y="17774"/>
                    </a:cubicBezTo>
                    <a:cubicBezTo>
                      <a:pt x="2938121" y="38983"/>
                      <a:pt x="3624302" y="-31248"/>
                      <a:pt x="3932785" y="17774"/>
                    </a:cubicBezTo>
                    <a:cubicBezTo>
                      <a:pt x="4241268" y="66796"/>
                      <a:pt x="4767556" y="-8388"/>
                      <a:pt x="5236059" y="17774"/>
                    </a:cubicBezTo>
                    <a:cubicBezTo>
                      <a:pt x="5704562" y="43936"/>
                      <a:pt x="6134457" y="32379"/>
                      <a:pt x="6882233" y="17774"/>
                    </a:cubicBezTo>
                    <a:cubicBezTo>
                      <a:pt x="6889980" y="529076"/>
                      <a:pt x="6865088" y="702812"/>
                      <a:pt x="6882233" y="1236974"/>
                    </a:cubicBezTo>
                    <a:cubicBezTo>
                      <a:pt x="6580862" y="1211574"/>
                      <a:pt x="5839182" y="1209669"/>
                      <a:pt x="5441799" y="1236974"/>
                    </a:cubicBezTo>
                    <a:cubicBezTo>
                      <a:pt x="5044416" y="1264279"/>
                      <a:pt x="4496030" y="1305935"/>
                      <a:pt x="4001365" y="1236974"/>
                    </a:cubicBezTo>
                    <a:cubicBezTo>
                      <a:pt x="3506700" y="1168013"/>
                      <a:pt x="3006193" y="1197477"/>
                      <a:pt x="2560931" y="1236974"/>
                    </a:cubicBezTo>
                    <a:cubicBezTo>
                      <a:pt x="2115669" y="1276471"/>
                      <a:pt x="660122" y="1281551"/>
                      <a:pt x="23090" y="1236974"/>
                    </a:cubicBezTo>
                    <a:cubicBezTo>
                      <a:pt x="-28091" y="862578"/>
                      <a:pt x="21566" y="365500"/>
                      <a:pt x="23090" y="17774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3" name="Freeform 63"/>
              <p:cNvSpPr/>
              <p:nvPr/>
            </p:nvSpPr>
            <p:spPr>
              <a:xfrm>
                <a:off x="54884" y="33432"/>
                <a:ext cx="6862214" cy="1286072"/>
              </a:xfrm>
              <a:custGeom>
                <a:avLst/>
                <a:gdLst/>
                <a:ahLst/>
                <a:cxnLst/>
                <a:rect l="l" t="t" r="r" b="b"/>
                <a:pathLst>
                  <a:path w="6862214" h="1286072">
                    <a:moveTo>
                      <a:pt x="2266" y="23718"/>
                    </a:moveTo>
                    <a:cubicBezTo>
                      <a:pt x="326751" y="74264"/>
                      <a:pt x="759440" y="20670"/>
                      <a:pt x="1236960" y="23718"/>
                    </a:cubicBezTo>
                    <a:cubicBezTo>
                      <a:pt x="1714480" y="26766"/>
                      <a:pt x="1983466" y="58135"/>
                      <a:pt x="2471654" y="23718"/>
                    </a:cubicBezTo>
                    <a:cubicBezTo>
                      <a:pt x="2959842" y="-10699"/>
                      <a:pt x="3403961" y="-4984"/>
                      <a:pt x="3637768" y="23718"/>
                    </a:cubicBezTo>
                    <a:cubicBezTo>
                      <a:pt x="3871575" y="52420"/>
                      <a:pt x="4459839" y="-29495"/>
                      <a:pt x="5009622" y="23718"/>
                    </a:cubicBezTo>
                    <a:cubicBezTo>
                      <a:pt x="5559405" y="76931"/>
                      <a:pt x="6422878" y="65755"/>
                      <a:pt x="6861536" y="23718"/>
                    </a:cubicBezTo>
                    <a:cubicBezTo>
                      <a:pt x="6868775" y="449803"/>
                      <a:pt x="6814546" y="695548"/>
                      <a:pt x="6861536" y="1242918"/>
                    </a:cubicBezTo>
                    <a:cubicBezTo>
                      <a:pt x="6527145" y="1257523"/>
                      <a:pt x="5728315" y="1179926"/>
                      <a:pt x="5352522" y="1242918"/>
                    </a:cubicBezTo>
                    <a:cubicBezTo>
                      <a:pt x="4976729" y="1305910"/>
                      <a:pt x="4768449" y="1294734"/>
                      <a:pt x="4186408" y="1242918"/>
                    </a:cubicBezTo>
                    <a:cubicBezTo>
                      <a:pt x="3604367" y="1191102"/>
                      <a:pt x="3362940" y="1243426"/>
                      <a:pt x="3020294" y="1242918"/>
                    </a:cubicBezTo>
                    <a:cubicBezTo>
                      <a:pt x="2677648" y="1242410"/>
                      <a:pt x="2363704" y="1240632"/>
                      <a:pt x="1785600" y="1242918"/>
                    </a:cubicBezTo>
                    <a:cubicBezTo>
                      <a:pt x="1207496" y="1245204"/>
                      <a:pt x="760583" y="1163924"/>
                      <a:pt x="2266" y="1242918"/>
                    </a:cubicBezTo>
                    <a:cubicBezTo>
                      <a:pt x="3028" y="812007"/>
                      <a:pt x="-3195" y="395828"/>
                      <a:pt x="2266" y="2371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4" name="Freeform 64"/>
              <p:cNvSpPr/>
              <p:nvPr/>
            </p:nvSpPr>
            <p:spPr>
              <a:xfrm>
                <a:off x="-23126" y="-17836"/>
                <a:ext cx="6997992" cy="1389039"/>
              </a:xfrm>
              <a:custGeom>
                <a:avLst/>
                <a:gdLst/>
                <a:ahLst/>
                <a:cxnLst/>
                <a:rect l="l" t="t" r="r" b="b"/>
                <a:pathLst>
                  <a:path w="6997992" h="1389039">
                    <a:moveTo>
                      <a:pt x="75704" y="17963"/>
                    </a:moveTo>
                    <a:cubicBezTo>
                      <a:pt x="371360" y="-5532"/>
                      <a:pt x="605802" y="1453"/>
                      <a:pt x="868819" y="9200"/>
                    </a:cubicBezTo>
                    <a:cubicBezTo>
                      <a:pt x="1023759" y="13772"/>
                      <a:pt x="1188732" y="18598"/>
                      <a:pt x="1383296" y="17836"/>
                    </a:cubicBezTo>
                    <a:cubicBezTo>
                      <a:pt x="1563763" y="17201"/>
                      <a:pt x="1704860" y="14407"/>
                      <a:pt x="1830717" y="11994"/>
                    </a:cubicBezTo>
                    <a:cubicBezTo>
                      <a:pt x="1931428" y="10089"/>
                      <a:pt x="2022487" y="8311"/>
                      <a:pt x="2115832" y="7930"/>
                    </a:cubicBezTo>
                    <a:cubicBezTo>
                      <a:pt x="2246261" y="7422"/>
                      <a:pt x="2380754" y="9708"/>
                      <a:pt x="2552331" y="17836"/>
                    </a:cubicBezTo>
                    <a:cubicBezTo>
                      <a:pt x="2745244" y="26980"/>
                      <a:pt x="2984766" y="18852"/>
                      <a:pt x="3221748" y="10724"/>
                    </a:cubicBezTo>
                    <a:cubicBezTo>
                      <a:pt x="3445649" y="2977"/>
                      <a:pt x="3667645" y="-4643"/>
                      <a:pt x="3839349" y="3485"/>
                    </a:cubicBezTo>
                    <a:cubicBezTo>
                      <a:pt x="3898150" y="6279"/>
                      <a:pt x="3952252" y="10978"/>
                      <a:pt x="3999115" y="18471"/>
                    </a:cubicBezTo>
                    <a:cubicBezTo>
                      <a:pt x="4157992" y="43744"/>
                      <a:pt x="4380115" y="34727"/>
                      <a:pt x="4631575" y="24186"/>
                    </a:cubicBezTo>
                    <a:cubicBezTo>
                      <a:pt x="4845062" y="15296"/>
                      <a:pt x="5076837" y="5517"/>
                      <a:pt x="5296674" y="17836"/>
                    </a:cubicBezTo>
                    <a:lnTo>
                      <a:pt x="5293499" y="74859"/>
                    </a:lnTo>
                    <a:lnTo>
                      <a:pt x="5296674" y="17836"/>
                    </a:lnTo>
                    <a:cubicBezTo>
                      <a:pt x="5726188" y="41839"/>
                      <a:pt x="6123190" y="33965"/>
                      <a:pt x="6769874" y="21138"/>
                    </a:cubicBezTo>
                    <a:cubicBezTo>
                      <a:pt x="6823976" y="20122"/>
                      <a:pt x="6880237" y="18979"/>
                      <a:pt x="6938276" y="17836"/>
                    </a:cubicBezTo>
                    <a:cubicBezTo>
                      <a:pt x="6953516" y="17582"/>
                      <a:pt x="6968121" y="23297"/>
                      <a:pt x="6979043" y="33838"/>
                    </a:cubicBezTo>
                    <a:cubicBezTo>
                      <a:pt x="6989965" y="44379"/>
                      <a:pt x="6996315" y="58857"/>
                      <a:pt x="6996442" y="74097"/>
                    </a:cubicBezTo>
                    <a:cubicBezTo>
                      <a:pt x="6999871" y="302316"/>
                      <a:pt x="6996950" y="463733"/>
                      <a:pt x="6994029" y="618927"/>
                    </a:cubicBezTo>
                    <a:cubicBezTo>
                      <a:pt x="6991362" y="763961"/>
                      <a:pt x="6988695" y="903407"/>
                      <a:pt x="6991489" y="1087938"/>
                    </a:cubicBezTo>
                    <a:cubicBezTo>
                      <a:pt x="6992378" y="1150295"/>
                      <a:pt x="6994029" y="1217732"/>
                      <a:pt x="6996442" y="1292281"/>
                    </a:cubicBezTo>
                    <a:cubicBezTo>
                      <a:pt x="6996950" y="1308537"/>
                      <a:pt x="6990473" y="1324285"/>
                      <a:pt x="6978662" y="1335588"/>
                    </a:cubicBezTo>
                    <a:cubicBezTo>
                      <a:pt x="6966851" y="1346891"/>
                      <a:pt x="6950722" y="1352479"/>
                      <a:pt x="6934466" y="1351082"/>
                    </a:cubicBezTo>
                    <a:cubicBezTo>
                      <a:pt x="6636397" y="1326063"/>
                      <a:pt x="5897765" y="1324031"/>
                      <a:pt x="5502795" y="1351209"/>
                    </a:cubicBezTo>
                    <a:cubicBezTo>
                      <a:pt x="5488571" y="1352225"/>
                      <a:pt x="5474093" y="1353241"/>
                      <a:pt x="5459361" y="1354257"/>
                    </a:cubicBezTo>
                    <a:cubicBezTo>
                      <a:pt x="5444248" y="1355273"/>
                      <a:pt x="5429008" y="1356289"/>
                      <a:pt x="5413641" y="1357432"/>
                    </a:cubicBezTo>
                    <a:cubicBezTo>
                      <a:pt x="5026418" y="1383975"/>
                      <a:pt x="4516005" y="1415725"/>
                      <a:pt x="4050550" y="1350828"/>
                    </a:cubicBezTo>
                    <a:lnTo>
                      <a:pt x="4058424" y="1294186"/>
                    </a:lnTo>
                    <a:lnTo>
                      <a:pt x="4050550" y="1350828"/>
                    </a:lnTo>
                    <a:cubicBezTo>
                      <a:pt x="3562743" y="1282883"/>
                      <a:pt x="3067570" y="1311712"/>
                      <a:pt x="2623070" y="1351209"/>
                    </a:cubicBezTo>
                    <a:cubicBezTo>
                      <a:pt x="2174252" y="1390960"/>
                      <a:pt x="715530" y="1396040"/>
                      <a:pt x="76212" y="1351336"/>
                    </a:cubicBezTo>
                    <a:cubicBezTo>
                      <a:pt x="49161" y="1349431"/>
                      <a:pt x="27190" y="1328857"/>
                      <a:pt x="23634" y="1302060"/>
                    </a:cubicBezTo>
                    <a:cubicBezTo>
                      <a:pt x="-12815" y="1035487"/>
                      <a:pt x="774" y="710240"/>
                      <a:pt x="12585" y="424236"/>
                    </a:cubicBezTo>
                    <a:cubicBezTo>
                      <a:pt x="17792" y="297998"/>
                      <a:pt x="22618" y="179380"/>
                      <a:pt x="23126" y="74732"/>
                    </a:cubicBezTo>
                    <a:cubicBezTo>
                      <a:pt x="23253" y="45014"/>
                      <a:pt x="46113" y="20376"/>
                      <a:pt x="75704" y="17963"/>
                    </a:cubicBezTo>
                    <a:moveTo>
                      <a:pt x="84721" y="131882"/>
                    </a:moveTo>
                    <a:lnTo>
                      <a:pt x="80276" y="74986"/>
                    </a:lnTo>
                    <a:lnTo>
                      <a:pt x="137426" y="75240"/>
                    </a:lnTo>
                    <a:cubicBezTo>
                      <a:pt x="136918" y="182428"/>
                      <a:pt x="131965" y="303332"/>
                      <a:pt x="126758" y="428935"/>
                    </a:cubicBezTo>
                    <a:cubicBezTo>
                      <a:pt x="114820" y="717987"/>
                      <a:pt x="102120" y="1032185"/>
                      <a:pt x="136918" y="1286439"/>
                    </a:cubicBezTo>
                    <a:lnTo>
                      <a:pt x="80276" y="1294186"/>
                    </a:lnTo>
                    <a:lnTo>
                      <a:pt x="84213" y="1237163"/>
                    </a:lnTo>
                    <a:cubicBezTo>
                      <a:pt x="718832" y="1281486"/>
                      <a:pt x="2171458" y="1276406"/>
                      <a:pt x="2613037" y="1237290"/>
                    </a:cubicBezTo>
                    <a:lnTo>
                      <a:pt x="2618117" y="1294186"/>
                    </a:lnTo>
                    <a:lnTo>
                      <a:pt x="2613037" y="1237290"/>
                    </a:lnTo>
                    <a:cubicBezTo>
                      <a:pt x="3058934" y="1197793"/>
                      <a:pt x="3564902" y="1167694"/>
                      <a:pt x="4066425" y="1237671"/>
                    </a:cubicBezTo>
                    <a:cubicBezTo>
                      <a:pt x="4518291" y="1300663"/>
                      <a:pt x="5017401" y="1270056"/>
                      <a:pt x="5405894" y="1243386"/>
                    </a:cubicBezTo>
                    <a:cubicBezTo>
                      <a:pt x="5421261" y="1242370"/>
                      <a:pt x="5436501" y="1241227"/>
                      <a:pt x="5451614" y="1240211"/>
                    </a:cubicBezTo>
                    <a:cubicBezTo>
                      <a:pt x="5466346" y="1239195"/>
                      <a:pt x="5480824" y="1238179"/>
                      <a:pt x="5495048" y="1237163"/>
                    </a:cubicBezTo>
                    <a:lnTo>
                      <a:pt x="5498985" y="1294186"/>
                    </a:lnTo>
                    <a:lnTo>
                      <a:pt x="5495048" y="1237163"/>
                    </a:lnTo>
                    <a:cubicBezTo>
                      <a:pt x="5894717" y="1209731"/>
                      <a:pt x="6639318" y="1211636"/>
                      <a:pt x="6944118" y="1237290"/>
                    </a:cubicBezTo>
                    <a:lnTo>
                      <a:pt x="6939292" y="1294186"/>
                    </a:lnTo>
                    <a:lnTo>
                      <a:pt x="6882142" y="1295964"/>
                    </a:lnTo>
                    <a:cubicBezTo>
                      <a:pt x="6879729" y="1220780"/>
                      <a:pt x="6878205" y="1152708"/>
                      <a:pt x="6877189" y="1089716"/>
                    </a:cubicBezTo>
                    <a:cubicBezTo>
                      <a:pt x="6874395" y="903026"/>
                      <a:pt x="6876935" y="761929"/>
                      <a:pt x="6879729" y="616768"/>
                    </a:cubicBezTo>
                    <a:cubicBezTo>
                      <a:pt x="6882650" y="461701"/>
                      <a:pt x="6885571" y="301935"/>
                      <a:pt x="6882142" y="75748"/>
                    </a:cubicBezTo>
                    <a:lnTo>
                      <a:pt x="6939292" y="74859"/>
                    </a:lnTo>
                    <a:lnTo>
                      <a:pt x="6940435" y="132009"/>
                    </a:lnTo>
                    <a:cubicBezTo>
                      <a:pt x="6882396" y="133152"/>
                      <a:pt x="6826135" y="134295"/>
                      <a:pt x="6771779" y="135311"/>
                    </a:cubicBezTo>
                    <a:cubicBezTo>
                      <a:pt x="6126238" y="148138"/>
                      <a:pt x="5724664" y="156139"/>
                      <a:pt x="5289943" y="131882"/>
                    </a:cubicBezTo>
                    <a:cubicBezTo>
                      <a:pt x="5076710" y="119944"/>
                      <a:pt x="4850650" y="129342"/>
                      <a:pt x="4636020" y="138359"/>
                    </a:cubicBezTo>
                    <a:cubicBezTo>
                      <a:pt x="4389386" y="148646"/>
                      <a:pt x="4153801" y="158806"/>
                      <a:pt x="3980954" y="131247"/>
                    </a:cubicBezTo>
                    <a:lnTo>
                      <a:pt x="3989971" y="74859"/>
                    </a:lnTo>
                    <a:lnTo>
                      <a:pt x="3980954" y="131247"/>
                    </a:lnTo>
                    <a:cubicBezTo>
                      <a:pt x="3939679" y="124643"/>
                      <a:pt x="3890149" y="120325"/>
                      <a:pt x="3833761" y="117531"/>
                    </a:cubicBezTo>
                    <a:cubicBezTo>
                      <a:pt x="3667899" y="109657"/>
                      <a:pt x="3451110" y="117023"/>
                      <a:pt x="3225558" y="124770"/>
                    </a:cubicBezTo>
                    <a:cubicBezTo>
                      <a:pt x="2990100" y="132898"/>
                      <a:pt x="2745371" y="141280"/>
                      <a:pt x="2546870" y="131882"/>
                    </a:cubicBezTo>
                    <a:lnTo>
                      <a:pt x="2549537" y="74859"/>
                    </a:lnTo>
                    <a:lnTo>
                      <a:pt x="2546870" y="131882"/>
                    </a:lnTo>
                    <a:cubicBezTo>
                      <a:pt x="2377325" y="123754"/>
                      <a:pt x="2244737" y="121595"/>
                      <a:pt x="2116213" y="122103"/>
                    </a:cubicBezTo>
                    <a:cubicBezTo>
                      <a:pt x="2023884" y="122484"/>
                      <a:pt x="1933714" y="124135"/>
                      <a:pt x="1832876" y="126167"/>
                    </a:cubicBezTo>
                    <a:cubicBezTo>
                      <a:pt x="1707019" y="128580"/>
                      <a:pt x="1565160" y="131247"/>
                      <a:pt x="1383804" y="132009"/>
                    </a:cubicBezTo>
                    <a:lnTo>
                      <a:pt x="1383550" y="74859"/>
                    </a:lnTo>
                    <a:lnTo>
                      <a:pt x="1383804" y="132009"/>
                    </a:lnTo>
                    <a:cubicBezTo>
                      <a:pt x="1187208" y="132771"/>
                      <a:pt x="1020457" y="127818"/>
                      <a:pt x="865517" y="123373"/>
                    </a:cubicBezTo>
                    <a:cubicBezTo>
                      <a:pt x="602373" y="115626"/>
                      <a:pt x="373646" y="109022"/>
                      <a:pt x="84848" y="131882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5" name="Freeform 65"/>
              <p:cNvSpPr/>
              <p:nvPr/>
            </p:nvSpPr>
            <p:spPr>
              <a:xfrm>
                <a:off x="-2216" y="-23876"/>
                <a:ext cx="6976357" cy="1400294"/>
              </a:xfrm>
              <a:custGeom>
                <a:avLst/>
                <a:gdLst/>
                <a:ahLst/>
                <a:cxnLst/>
                <a:rect l="l" t="t" r="r" b="b"/>
                <a:pathLst>
                  <a:path w="6976357" h="1400294">
                    <a:moveTo>
                      <a:pt x="68129" y="24511"/>
                    </a:moveTo>
                    <a:cubicBezTo>
                      <a:pt x="266249" y="55372"/>
                      <a:pt x="507930" y="46228"/>
                      <a:pt x="784663" y="35560"/>
                    </a:cubicBezTo>
                    <a:cubicBezTo>
                      <a:pt x="945318" y="29337"/>
                      <a:pt x="1116768" y="22733"/>
                      <a:pt x="1294441" y="23876"/>
                    </a:cubicBezTo>
                    <a:lnTo>
                      <a:pt x="1294060" y="81026"/>
                    </a:lnTo>
                    <a:lnTo>
                      <a:pt x="1294441" y="23876"/>
                    </a:lnTo>
                    <a:cubicBezTo>
                      <a:pt x="1449127" y="24892"/>
                      <a:pt x="1582096" y="28829"/>
                      <a:pt x="1707064" y="32512"/>
                    </a:cubicBezTo>
                    <a:cubicBezTo>
                      <a:pt x="1819078" y="35814"/>
                      <a:pt x="1924361" y="38989"/>
                      <a:pt x="2033962" y="39624"/>
                    </a:cubicBezTo>
                    <a:cubicBezTo>
                      <a:pt x="2181409" y="40640"/>
                      <a:pt x="2336476" y="37211"/>
                      <a:pt x="2524690" y="23876"/>
                    </a:cubicBezTo>
                    <a:lnTo>
                      <a:pt x="2528754" y="80899"/>
                    </a:lnTo>
                    <a:lnTo>
                      <a:pt x="2524690" y="23876"/>
                    </a:lnTo>
                    <a:cubicBezTo>
                      <a:pt x="3014529" y="-10668"/>
                      <a:pt x="3462839" y="-5207"/>
                      <a:pt x="3701726" y="24130"/>
                    </a:cubicBezTo>
                    <a:lnTo>
                      <a:pt x="3694741" y="80899"/>
                    </a:lnTo>
                    <a:lnTo>
                      <a:pt x="3701726" y="24130"/>
                    </a:lnTo>
                    <a:cubicBezTo>
                      <a:pt x="3792658" y="35306"/>
                      <a:pt x="3944550" y="28702"/>
                      <a:pt x="4138225" y="19939"/>
                    </a:cubicBezTo>
                    <a:cubicBezTo>
                      <a:pt x="4406957" y="7747"/>
                      <a:pt x="4745793" y="-7620"/>
                      <a:pt x="5072056" y="24003"/>
                    </a:cubicBezTo>
                    <a:lnTo>
                      <a:pt x="5066595" y="80899"/>
                    </a:lnTo>
                    <a:lnTo>
                      <a:pt x="5072056" y="24003"/>
                    </a:lnTo>
                    <a:cubicBezTo>
                      <a:pt x="5617775" y="76835"/>
                      <a:pt x="6477692" y="65786"/>
                      <a:pt x="6913048" y="24003"/>
                    </a:cubicBezTo>
                    <a:cubicBezTo>
                      <a:pt x="6928923" y="22479"/>
                      <a:pt x="6944671" y="27686"/>
                      <a:pt x="6956609" y="38227"/>
                    </a:cubicBezTo>
                    <a:cubicBezTo>
                      <a:pt x="6968547" y="48768"/>
                      <a:pt x="6975405" y="63881"/>
                      <a:pt x="6975659" y="79883"/>
                    </a:cubicBezTo>
                    <a:cubicBezTo>
                      <a:pt x="6978453" y="242824"/>
                      <a:pt x="6972357" y="379603"/>
                      <a:pt x="6966261" y="514985"/>
                    </a:cubicBezTo>
                    <a:cubicBezTo>
                      <a:pt x="6960165" y="651002"/>
                      <a:pt x="6954196" y="785495"/>
                      <a:pt x="6956990" y="946150"/>
                    </a:cubicBezTo>
                    <a:cubicBezTo>
                      <a:pt x="6958768" y="1049274"/>
                      <a:pt x="6964102" y="1163320"/>
                      <a:pt x="6975405" y="1295146"/>
                    </a:cubicBezTo>
                    <a:cubicBezTo>
                      <a:pt x="6976675" y="1310640"/>
                      <a:pt x="6971722" y="1326007"/>
                      <a:pt x="6961435" y="1337691"/>
                    </a:cubicBezTo>
                    <a:cubicBezTo>
                      <a:pt x="6951148" y="1349375"/>
                      <a:pt x="6936543" y="1356360"/>
                      <a:pt x="6921049" y="1357122"/>
                    </a:cubicBezTo>
                    <a:cubicBezTo>
                      <a:pt x="6793160" y="1362710"/>
                      <a:pt x="6600374" y="1355090"/>
                      <a:pt x="6392983" y="1346962"/>
                    </a:cubicBezTo>
                    <a:cubicBezTo>
                      <a:pt x="6138729" y="1337056"/>
                      <a:pt x="5860345" y="1326134"/>
                      <a:pt x="5638222" y="1335913"/>
                    </a:cubicBezTo>
                    <a:cubicBezTo>
                      <a:pt x="5554529" y="1339596"/>
                      <a:pt x="5480234" y="1346073"/>
                      <a:pt x="5419020" y="1356360"/>
                    </a:cubicBezTo>
                    <a:lnTo>
                      <a:pt x="5409622" y="1299972"/>
                    </a:lnTo>
                    <a:lnTo>
                      <a:pt x="5419020" y="1356360"/>
                    </a:lnTo>
                    <a:cubicBezTo>
                      <a:pt x="5035480" y="1420622"/>
                      <a:pt x="4820977" y="1408811"/>
                      <a:pt x="4238428" y="1356868"/>
                    </a:cubicBezTo>
                    <a:lnTo>
                      <a:pt x="4243508" y="1299972"/>
                    </a:lnTo>
                    <a:lnTo>
                      <a:pt x="4238428" y="1356868"/>
                    </a:lnTo>
                    <a:cubicBezTo>
                      <a:pt x="3848284" y="1322070"/>
                      <a:pt x="3613461" y="1334643"/>
                      <a:pt x="3395402" y="1346327"/>
                    </a:cubicBezTo>
                    <a:cubicBezTo>
                      <a:pt x="3291262" y="1351915"/>
                      <a:pt x="3189662" y="1357249"/>
                      <a:pt x="3077267" y="1357122"/>
                    </a:cubicBezTo>
                    <a:cubicBezTo>
                      <a:pt x="3003988" y="1356995"/>
                      <a:pt x="2931979" y="1356868"/>
                      <a:pt x="2858319" y="1356614"/>
                    </a:cubicBezTo>
                    <a:cubicBezTo>
                      <a:pt x="2781484" y="1356487"/>
                      <a:pt x="2702998" y="1356233"/>
                      <a:pt x="2619686" y="1356106"/>
                    </a:cubicBezTo>
                    <a:cubicBezTo>
                      <a:pt x="2409628" y="1355725"/>
                      <a:pt x="2168074" y="1355725"/>
                      <a:pt x="1842954" y="1357122"/>
                    </a:cubicBezTo>
                    <a:lnTo>
                      <a:pt x="1842700" y="1299972"/>
                    </a:lnTo>
                    <a:lnTo>
                      <a:pt x="1842954" y="1357122"/>
                    </a:lnTo>
                    <a:cubicBezTo>
                      <a:pt x="1645342" y="1357884"/>
                      <a:pt x="1462970" y="1348994"/>
                      <a:pt x="1280217" y="1340104"/>
                    </a:cubicBezTo>
                    <a:cubicBezTo>
                      <a:pt x="1092638" y="1330960"/>
                      <a:pt x="904424" y="1321816"/>
                      <a:pt x="695636" y="1322578"/>
                    </a:cubicBezTo>
                    <a:cubicBezTo>
                      <a:pt x="506914" y="1323340"/>
                      <a:pt x="301428" y="1332230"/>
                      <a:pt x="65335" y="1356868"/>
                    </a:cubicBezTo>
                    <a:cubicBezTo>
                      <a:pt x="49206" y="1358519"/>
                      <a:pt x="33204" y="1353312"/>
                      <a:pt x="21139" y="1342390"/>
                    </a:cubicBezTo>
                    <a:cubicBezTo>
                      <a:pt x="9074" y="1331468"/>
                      <a:pt x="2216" y="1316355"/>
                      <a:pt x="2216" y="1300099"/>
                    </a:cubicBezTo>
                    <a:cubicBezTo>
                      <a:pt x="2470" y="1136523"/>
                      <a:pt x="1835" y="974979"/>
                      <a:pt x="1073" y="816864"/>
                    </a:cubicBezTo>
                    <a:cubicBezTo>
                      <a:pt x="438" y="666115"/>
                      <a:pt x="-197" y="518414"/>
                      <a:pt x="57" y="375666"/>
                    </a:cubicBezTo>
                    <a:cubicBezTo>
                      <a:pt x="184" y="274701"/>
                      <a:pt x="819" y="176022"/>
                      <a:pt x="2216" y="80137"/>
                    </a:cubicBezTo>
                    <a:cubicBezTo>
                      <a:pt x="2470" y="63627"/>
                      <a:pt x="9836" y="48006"/>
                      <a:pt x="22536" y="37338"/>
                    </a:cubicBezTo>
                    <a:cubicBezTo>
                      <a:pt x="35236" y="26670"/>
                      <a:pt x="51746" y="21971"/>
                      <a:pt x="68129" y="24511"/>
                    </a:cubicBezTo>
                    <a:moveTo>
                      <a:pt x="50603" y="137541"/>
                    </a:moveTo>
                    <a:lnTo>
                      <a:pt x="59366" y="81026"/>
                    </a:lnTo>
                    <a:lnTo>
                      <a:pt x="116516" y="81915"/>
                    </a:lnTo>
                    <a:cubicBezTo>
                      <a:pt x="115119" y="177165"/>
                      <a:pt x="114484" y="275336"/>
                      <a:pt x="114357" y="375920"/>
                    </a:cubicBezTo>
                    <a:cubicBezTo>
                      <a:pt x="114103" y="518287"/>
                      <a:pt x="114738" y="665607"/>
                      <a:pt x="115373" y="816483"/>
                    </a:cubicBezTo>
                    <a:cubicBezTo>
                      <a:pt x="116008" y="974471"/>
                      <a:pt x="116770" y="1136396"/>
                      <a:pt x="116516" y="1300353"/>
                    </a:cubicBezTo>
                    <a:lnTo>
                      <a:pt x="59366" y="1300226"/>
                    </a:lnTo>
                    <a:lnTo>
                      <a:pt x="53397" y="1243330"/>
                    </a:lnTo>
                    <a:cubicBezTo>
                      <a:pt x="293554" y="1218311"/>
                      <a:pt x="502977" y="1209167"/>
                      <a:pt x="695128" y="1208532"/>
                    </a:cubicBezTo>
                    <a:cubicBezTo>
                      <a:pt x="907345" y="1207643"/>
                      <a:pt x="1098480" y="1217041"/>
                      <a:pt x="1285805" y="1226185"/>
                    </a:cubicBezTo>
                    <a:cubicBezTo>
                      <a:pt x="1468939" y="1235075"/>
                      <a:pt x="1648390" y="1243838"/>
                      <a:pt x="1842573" y="1243076"/>
                    </a:cubicBezTo>
                    <a:cubicBezTo>
                      <a:pt x="2167947" y="1241806"/>
                      <a:pt x="2409628" y="1241806"/>
                      <a:pt x="2619940" y="1242060"/>
                    </a:cubicBezTo>
                    <a:cubicBezTo>
                      <a:pt x="2703379" y="1242187"/>
                      <a:pt x="2781992" y="1242314"/>
                      <a:pt x="2858700" y="1242568"/>
                    </a:cubicBezTo>
                    <a:cubicBezTo>
                      <a:pt x="2932233" y="1242695"/>
                      <a:pt x="3004242" y="1242949"/>
                      <a:pt x="3077521" y="1243076"/>
                    </a:cubicBezTo>
                    <a:lnTo>
                      <a:pt x="3077394" y="1300226"/>
                    </a:lnTo>
                    <a:lnTo>
                      <a:pt x="3077521" y="1243076"/>
                    </a:lnTo>
                    <a:cubicBezTo>
                      <a:pt x="3186360" y="1243203"/>
                      <a:pt x="3284785" y="1237996"/>
                      <a:pt x="3389306" y="1232408"/>
                    </a:cubicBezTo>
                    <a:cubicBezTo>
                      <a:pt x="3609270" y="1220724"/>
                      <a:pt x="3850443" y="1207770"/>
                      <a:pt x="4248461" y="1243330"/>
                    </a:cubicBezTo>
                    <a:cubicBezTo>
                      <a:pt x="4829867" y="1295146"/>
                      <a:pt x="5031924" y="1305560"/>
                      <a:pt x="5399970" y="1243838"/>
                    </a:cubicBezTo>
                    <a:cubicBezTo>
                      <a:pt x="5467661" y="1232535"/>
                      <a:pt x="5547036" y="1225677"/>
                      <a:pt x="5633142" y="1221867"/>
                    </a:cubicBezTo>
                    <a:cubicBezTo>
                      <a:pt x="5860980" y="1211961"/>
                      <a:pt x="6144571" y="1223010"/>
                      <a:pt x="6397428" y="1232916"/>
                    </a:cubicBezTo>
                    <a:cubicBezTo>
                      <a:pt x="6606978" y="1241171"/>
                      <a:pt x="6793922" y="1248410"/>
                      <a:pt x="6915969" y="1243076"/>
                    </a:cubicBezTo>
                    <a:lnTo>
                      <a:pt x="6918509" y="1300226"/>
                    </a:lnTo>
                    <a:lnTo>
                      <a:pt x="6861613" y="1305052"/>
                    </a:lnTo>
                    <a:cubicBezTo>
                      <a:pt x="6850056" y="1170559"/>
                      <a:pt x="6844595" y="1053973"/>
                      <a:pt x="6842817" y="948182"/>
                    </a:cubicBezTo>
                    <a:cubicBezTo>
                      <a:pt x="6840023" y="783590"/>
                      <a:pt x="6846119" y="645795"/>
                      <a:pt x="6852215" y="509905"/>
                    </a:cubicBezTo>
                    <a:cubicBezTo>
                      <a:pt x="6858311" y="374396"/>
                      <a:pt x="6864153" y="240792"/>
                      <a:pt x="6861486" y="81915"/>
                    </a:cubicBezTo>
                    <a:lnTo>
                      <a:pt x="6918636" y="80899"/>
                    </a:lnTo>
                    <a:lnTo>
                      <a:pt x="6924097" y="137795"/>
                    </a:lnTo>
                    <a:cubicBezTo>
                      <a:pt x="6482137" y="180213"/>
                      <a:pt x="5614854" y="191389"/>
                      <a:pt x="5061134" y="137795"/>
                    </a:cubicBezTo>
                    <a:cubicBezTo>
                      <a:pt x="4744269" y="107188"/>
                      <a:pt x="4413307" y="121920"/>
                      <a:pt x="4143432" y="134112"/>
                    </a:cubicBezTo>
                    <a:cubicBezTo>
                      <a:pt x="3954964" y="142621"/>
                      <a:pt x="3790880" y="150241"/>
                      <a:pt x="3687883" y="137541"/>
                    </a:cubicBezTo>
                    <a:cubicBezTo>
                      <a:pt x="3459283" y="109474"/>
                      <a:pt x="3019101" y="103505"/>
                      <a:pt x="2532818" y="137795"/>
                    </a:cubicBezTo>
                    <a:cubicBezTo>
                      <a:pt x="2341429" y="151257"/>
                      <a:pt x="2183314" y="154813"/>
                      <a:pt x="2033327" y="153797"/>
                    </a:cubicBezTo>
                    <a:cubicBezTo>
                      <a:pt x="1922202" y="153035"/>
                      <a:pt x="1815522" y="149860"/>
                      <a:pt x="1703762" y="146558"/>
                    </a:cubicBezTo>
                    <a:cubicBezTo>
                      <a:pt x="1578794" y="142875"/>
                      <a:pt x="1446968" y="138938"/>
                      <a:pt x="1293806" y="137922"/>
                    </a:cubicBezTo>
                    <a:cubicBezTo>
                      <a:pt x="1119181" y="136779"/>
                      <a:pt x="950271" y="143256"/>
                      <a:pt x="789235" y="149479"/>
                    </a:cubicBezTo>
                    <a:cubicBezTo>
                      <a:pt x="516058" y="160020"/>
                      <a:pt x="262058" y="170053"/>
                      <a:pt x="50730" y="137160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0" y="-19050"/>
                <a:ext cx="6973436" cy="1352550"/>
              </a:xfrm>
              <a:prstGeom prst="rect">
                <a:avLst/>
              </a:prstGeom>
            </p:spPr>
            <p:txBody>
              <a:bodyPr wrap="none" lIns="50800" tIns="50800" rIns="50800" bIns="50800" rtlCol="0" anchor="ctr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>
                    <a:solidFill>
                      <a:srgbClr val="FFFFFF"/>
                    </a:solidFill>
                    <a:latin typeface="Arimo"/>
                    <a:ea typeface="맑은 고딕"/>
                    <a:cs typeface="Arimo"/>
                    <a:sym typeface="Arimo"/>
                  </a:rPr>
                  <a:t>낡은 라디오 발견</a:t>
                </a: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50610" y="6520074"/>
              <a:ext cx="6973436" cy="1333500"/>
              <a:chOff x="0" y="0"/>
              <a:chExt cx="6973436" cy="1333500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34187" y="39376"/>
                <a:ext cx="6883772" cy="1274632"/>
              </a:xfrm>
              <a:custGeom>
                <a:avLst/>
                <a:gdLst/>
                <a:ahLst/>
                <a:cxnLst/>
                <a:rect l="l" t="t" r="r" b="b"/>
                <a:pathLst>
                  <a:path w="6883772" h="1274632">
                    <a:moveTo>
                      <a:pt x="22963" y="17774"/>
                    </a:moveTo>
                    <a:cubicBezTo>
                      <a:pt x="487275" y="-19056"/>
                      <a:pt x="798552" y="19806"/>
                      <a:pt x="1326237" y="17774"/>
                    </a:cubicBezTo>
                    <a:cubicBezTo>
                      <a:pt x="1853922" y="15742"/>
                      <a:pt x="2046581" y="-3435"/>
                      <a:pt x="2492351" y="17774"/>
                    </a:cubicBezTo>
                    <a:cubicBezTo>
                      <a:pt x="2938121" y="38983"/>
                      <a:pt x="3624302" y="-31248"/>
                      <a:pt x="3932785" y="17774"/>
                    </a:cubicBezTo>
                    <a:cubicBezTo>
                      <a:pt x="4241268" y="66796"/>
                      <a:pt x="4767556" y="-8388"/>
                      <a:pt x="5236059" y="17774"/>
                    </a:cubicBezTo>
                    <a:cubicBezTo>
                      <a:pt x="5704562" y="43936"/>
                      <a:pt x="6134457" y="32379"/>
                      <a:pt x="6882233" y="17774"/>
                    </a:cubicBezTo>
                    <a:cubicBezTo>
                      <a:pt x="6889980" y="529076"/>
                      <a:pt x="6865088" y="702812"/>
                      <a:pt x="6882233" y="1236974"/>
                    </a:cubicBezTo>
                    <a:cubicBezTo>
                      <a:pt x="6580862" y="1211574"/>
                      <a:pt x="5839182" y="1209669"/>
                      <a:pt x="5441799" y="1236974"/>
                    </a:cubicBezTo>
                    <a:cubicBezTo>
                      <a:pt x="5044416" y="1264279"/>
                      <a:pt x="4496030" y="1305935"/>
                      <a:pt x="4001365" y="1236974"/>
                    </a:cubicBezTo>
                    <a:cubicBezTo>
                      <a:pt x="3506700" y="1168013"/>
                      <a:pt x="3006193" y="1197477"/>
                      <a:pt x="2560931" y="1236974"/>
                    </a:cubicBezTo>
                    <a:cubicBezTo>
                      <a:pt x="2115669" y="1276471"/>
                      <a:pt x="660122" y="1281551"/>
                      <a:pt x="23090" y="1236974"/>
                    </a:cubicBezTo>
                    <a:cubicBezTo>
                      <a:pt x="-28091" y="862578"/>
                      <a:pt x="21566" y="365500"/>
                      <a:pt x="23090" y="17774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9" name="Freeform 69"/>
              <p:cNvSpPr/>
              <p:nvPr/>
            </p:nvSpPr>
            <p:spPr>
              <a:xfrm>
                <a:off x="54884" y="33432"/>
                <a:ext cx="6862214" cy="1286072"/>
              </a:xfrm>
              <a:custGeom>
                <a:avLst/>
                <a:gdLst/>
                <a:ahLst/>
                <a:cxnLst/>
                <a:rect l="l" t="t" r="r" b="b"/>
                <a:pathLst>
                  <a:path w="6862214" h="1286072">
                    <a:moveTo>
                      <a:pt x="2266" y="23718"/>
                    </a:moveTo>
                    <a:cubicBezTo>
                      <a:pt x="326751" y="74264"/>
                      <a:pt x="759440" y="20670"/>
                      <a:pt x="1236960" y="23718"/>
                    </a:cubicBezTo>
                    <a:cubicBezTo>
                      <a:pt x="1714480" y="26766"/>
                      <a:pt x="1983466" y="58135"/>
                      <a:pt x="2471654" y="23718"/>
                    </a:cubicBezTo>
                    <a:cubicBezTo>
                      <a:pt x="2959842" y="-10699"/>
                      <a:pt x="3403961" y="-4984"/>
                      <a:pt x="3637768" y="23718"/>
                    </a:cubicBezTo>
                    <a:cubicBezTo>
                      <a:pt x="3871575" y="52420"/>
                      <a:pt x="4459839" y="-29495"/>
                      <a:pt x="5009622" y="23718"/>
                    </a:cubicBezTo>
                    <a:cubicBezTo>
                      <a:pt x="5559405" y="76931"/>
                      <a:pt x="6422878" y="65755"/>
                      <a:pt x="6861536" y="23718"/>
                    </a:cubicBezTo>
                    <a:cubicBezTo>
                      <a:pt x="6868775" y="449803"/>
                      <a:pt x="6814546" y="695548"/>
                      <a:pt x="6861536" y="1242918"/>
                    </a:cubicBezTo>
                    <a:cubicBezTo>
                      <a:pt x="6527145" y="1257523"/>
                      <a:pt x="5728315" y="1179926"/>
                      <a:pt x="5352522" y="1242918"/>
                    </a:cubicBezTo>
                    <a:cubicBezTo>
                      <a:pt x="4976729" y="1305910"/>
                      <a:pt x="4768449" y="1294734"/>
                      <a:pt x="4186408" y="1242918"/>
                    </a:cubicBezTo>
                    <a:cubicBezTo>
                      <a:pt x="3604367" y="1191102"/>
                      <a:pt x="3362940" y="1243426"/>
                      <a:pt x="3020294" y="1242918"/>
                    </a:cubicBezTo>
                    <a:cubicBezTo>
                      <a:pt x="2677648" y="1242410"/>
                      <a:pt x="2363704" y="1240632"/>
                      <a:pt x="1785600" y="1242918"/>
                    </a:cubicBezTo>
                    <a:cubicBezTo>
                      <a:pt x="1207496" y="1245204"/>
                      <a:pt x="760583" y="1163924"/>
                      <a:pt x="2266" y="1242918"/>
                    </a:cubicBezTo>
                    <a:cubicBezTo>
                      <a:pt x="3028" y="812007"/>
                      <a:pt x="-3195" y="395828"/>
                      <a:pt x="2266" y="2371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0" name="Freeform 70"/>
              <p:cNvSpPr/>
              <p:nvPr/>
            </p:nvSpPr>
            <p:spPr>
              <a:xfrm>
                <a:off x="-23126" y="-17836"/>
                <a:ext cx="6997992" cy="1389039"/>
              </a:xfrm>
              <a:custGeom>
                <a:avLst/>
                <a:gdLst/>
                <a:ahLst/>
                <a:cxnLst/>
                <a:rect l="l" t="t" r="r" b="b"/>
                <a:pathLst>
                  <a:path w="6997992" h="1389039">
                    <a:moveTo>
                      <a:pt x="75704" y="17963"/>
                    </a:moveTo>
                    <a:cubicBezTo>
                      <a:pt x="371360" y="-5532"/>
                      <a:pt x="605802" y="1453"/>
                      <a:pt x="868819" y="9200"/>
                    </a:cubicBezTo>
                    <a:cubicBezTo>
                      <a:pt x="1023759" y="13772"/>
                      <a:pt x="1188732" y="18598"/>
                      <a:pt x="1383296" y="17836"/>
                    </a:cubicBezTo>
                    <a:cubicBezTo>
                      <a:pt x="1563763" y="17201"/>
                      <a:pt x="1704860" y="14407"/>
                      <a:pt x="1830717" y="11994"/>
                    </a:cubicBezTo>
                    <a:cubicBezTo>
                      <a:pt x="1931428" y="10089"/>
                      <a:pt x="2022487" y="8311"/>
                      <a:pt x="2115832" y="7930"/>
                    </a:cubicBezTo>
                    <a:cubicBezTo>
                      <a:pt x="2246261" y="7422"/>
                      <a:pt x="2380754" y="9708"/>
                      <a:pt x="2552331" y="17836"/>
                    </a:cubicBezTo>
                    <a:cubicBezTo>
                      <a:pt x="2745244" y="26980"/>
                      <a:pt x="2984766" y="18852"/>
                      <a:pt x="3221748" y="10724"/>
                    </a:cubicBezTo>
                    <a:cubicBezTo>
                      <a:pt x="3445649" y="2977"/>
                      <a:pt x="3667645" y="-4643"/>
                      <a:pt x="3839349" y="3485"/>
                    </a:cubicBezTo>
                    <a:cubicBezTo>
                      <a:pt x="3898150" y="6279"/>
                      <a:pt x="3952252" y="10978"/>
                      <a:pt x="3999115" y="18471"/>
                    </a:cubicBezTo>
                    <a:cubicBezTo>
                      <a:pt x="4157992" y="43744"/>
                      <a:pt x="4380115" y="34727"/>
                      <a:pt x="4631575" y="24186"/>
                    </a:cubicBezTo>
                    <a:cubicBezTo>
                      <a:pt x="4845062" y="15296"/>
                      <a:pt x="5076837" y="5517"/>
                      <a:pt x="5296674" y="17836"/>
                    </a:cubicBezTo>
                    <a:lnTo>
                      <a:pt x="5293499" y="74859"/>
                    </a:lnTo>
                    <a:lnTo>
                      <a:pt x="5296674" y="17836"/>
                    </a:lnTo>
                    <a:cubicBezTo>
                      <a:pt x="5726188" y="41839"/>
                      <a:pt x="6123190" y="33965"/>
                      <a:pt x="6769874" y="21138"/>
                    </a:cubicBezTo>
                    <a:cubicBezTo>
                      <a:pt x="6823976" y="20122"/>
                      <a:pt x="6880237" y="18979"/>
                      <a:pt x="6938276" y="17836"/>
                    </a:cubicBezTo>
                    <a:cubicBezTo>
                      <a:pt x="6953516" y="17582"/>
                      <a:pt x="6968121" y="23297"/>
                      <a:pt x="6979043" y="33838"/>
                    </a:cubicBezTo>
                    <a:cubicBezTo>
                      <a:pt x="6989965" y="44379"/>
                      <a:pt x="6996315" y="58857"/>
                      <a:pt x="6996442" y="74097"/>
                    </a:cubicBezTo>
                    <a:cubicBezTo>
                      <a:pt x="6999871" y="302316"/>
                      <a:pt x="6996950" y="463733"/>
                      <a:pt x="6994029" y="618927"/>
                    </a:cubicBezTo>
                    <a:cubicBezTo>
                      <a:pt x="6991362" y="763961"/>
                      <a:pt x="6988695" y="903407"/>
                      <a:pt x="6991489" y="1087938"/>
                    </a:cubicBezTo>
                    <a:cubicBezTo>
                      <a:pt x="6992378" y="1150295"/>
                      <a:pt x="6994029" y="1217732"/>
                      <a:pt x="6996442" y="1292281"/>
                    </a:cubicBezTo>
                    <a:cubicBezTo>
                      <a:pt x="6996950" y="1308537"/>
                      <a:pt x="6990473" y="1324285"/>
                      <a:pt x="6978662" y="1335588"/>
                    </a:cubicBezTo>
                    <a:cubicBezTo>
                      <a:pt x="6966851" y="1346891"/>
                      <a:pt x="6950722" y="1352479"/>
                      <a:pt x="6934466" y="1351082"/>
                    </a:cubicBezTo>
                    <a:cubicBezTo>
                      <a:pt x="6636397" y="1326063"/>
                      <a:pt x="5897765" y="1324031"/>
                      <a:pt x="5502795" y="1351209"/>
                    </a:cubicBezTo>
                    <a:cubicBezTo>
                      <a:pt x="5488571" y="1352225"/>
                      <a:pt x="5474093" y="1353241"/>
                      <a:pt x="5459361" y="1354257"/>
                    </a:cubicBezTo>
                    <a:cubicBezTo>
                      <a:pt x="5444248" y="1355273"/>
                      <a:pt x="5429008" y="1356289"/>
                      <a:pt x="5413641" y="1357432"/>
                    </a:cubicBezTo>
                    <a:cubicBezTo>
                      <a:pt x="5026418" y="1383975"/>
                      <a:pt x="4516005" y="1415725"/>
                      <a:pt x="4050550" y="1350828"/>
                    </a:cubicBezTo>
                    <a:lnTo>
                      <a:pt x="4058424" y="1294186"/>
                    </a:lnTo>
                    <a:lnTo>
                      <a:pt x="4050550" y="1350828"/>
                    </a:lnTo>
                    <a:cubicBezTo>
                      <a:pt x="3562743" y="1282883"/>
                      <a:pt x="3067570" y="1311712"/>
                      <a:pt x="2623070" y="1351209"/>
                    </a:cubicBezTo>
                    <a:cubicBezTo>
                      <a:pt x="2174252" y="1390960"/>
                      <a:pt x="715530" y="1396040"/>
                      <a:pt x="76212" y="1351336"/>
                    </a:cubicBezTo>
                    <a:cubicBezTo>
                      <a:pt x="49161" y="1349431"/>
                      <a:pt x="27190" y="1328857"/>
                      <a:pt x="23634" y="1302060"/>
                    </a:cubicBezTo>
                    <a:cubicBezTo>
                      <a:pt x="-12815" y="1035487"/>
                      <a:pt x="774" y="710240"/>
                      <a:pt x="12585" y="424236"/>
                    </a:cubicBezTo>
                    <a:cubicBezTo>
                      <a:pt x="17792" y="297998"/>
                      <a:pt x="22618" y="179380"/>
                      <a:pt x="23126" y="74732"/>
                    </a:cubicBezTo>
                    <a:cubicBezTo>
                      <a:pt x="23253" y="45014"/>
                      <a:pt x="46113" y="20376"/>
                      <a:pt x="75704" y="17963"/>
                    </a:cubicBezTo>
                    <a:moveTo>
                      <a:pt x="84721" y="131882"/>
                    </a:moveTo>
                    <a:lnTo>
                      <a:pt x="80276" y="74986"/>
                    </a:lnTo>
                    <a:lnTo>
                      <a:pt x="137426" y="75240"/>
                    </a:lnTo>
                    <a:cubicBezTo>
                      <a:pt x="136918" y="182428"/>
                      <a:pt x="131965" y="303332"/>
                      <a:pt x="126758" y="428935"/>
                    </a:cubicBezTo>
                    <a:cubicBezTo>
                      <a:pt x="114820" y="717987"/>
                      <a:pt x="102120" y="1032185"/>
                      <a:pt x="136918" y="1286439"/>
                    </a:cubicBezTo>
                    <a:lnTo>
                      <a:pt x="80276" y="1294186"/>
                    </a:lnTo>
                    <a:lnTo>
                      <a:pt x="84213" y="1237163"/>
                    </a:lnTo>
                    <a:cubicBezTo>
                      <a:pt x="718832" y="1281486"/>
                      <a:pt x="2171458" y="1276406"/>
                      <a:pt x="2613037" y="1237290"/>
                    </a:cubicBezTo>
                    <a:lnTo>
                      <a:pt x="2618117" y="1294186"/>
                    </a:lnTo>
                    <a:lnTo>
                      <a:pt x="2613037" y="1237290"/>
                    </a:lnTo>
                    <a:cubicBezTo>
                      <a:pt x="3058934" y="1197793"/>
                      <a:pt x="3564902" y="1167694"/>
                      <a:pt x="4066425" y="1237671"/>
                    </a:cubicBezTo>
                    <a:cubicBezTo>
                      <a:pt x="4518291" y="1300663"/>
                      <a:pt x="5017401" y="1270056"/>
                      <a:pt x="5405894" y="1243386"/>
                    </a:cubicBezTo>
                    <a:cubicBezTo>
                      <a:pt x="5421261" y="1242370"/>
                      <a:pt x="5436501" y="1241227"/>
                      <a:pt x="5451614" y="1240211"/>
                    </a:cubicBezTo>
                    <a:cubicBezTo>
                      <a:pt x="5466346" y="1239195"/>
                      <a:pt x="5480824" y="1238179"/>
                      <a:pt x="5495048" y="1237163"/>
                    </a:cubicBezTo>
                    <a:lnTo>
                      <a:pt x="5498985" y="1294186"/>
                    </a:lnTo>
                    <a:lnTo>
                      <a:pt x="5495048" y="1237163"/>
                    </a:lnTo>
                    <a:cubicBezTo>
                      <a:pt x="5894717" y="1209731"/>
                      <a:pt x="6639318" y="1211636"/>
                      <a:pt x="6944118" y="1237290"/>
                    </a:cubicBezTo>
                    <a:lnTo>
                      <a:pt x="6939292" y="1294186"/>
                    </a:lnTo>
                    <a:lnTo>
                      <a:pt x="6882142" y="1295964"/>
                    </a:lnTo>
                    <a:cubicBezTo>
                      <a:pt x="6879729" y="1220780"/>
                      <a:pt x="6878205" y="1152708"/>
                      <a:pt x="6877189" y="1089716"/>
                    </a:cubicBezTo>
                    <a:cubicBezTo>
                      <a:pt x="6874395" y="903026"/>
                      <a:pt x="6876935" y="761929"/>
                      <a:pt x="6879729" y="616768"/>
                    </a:cubicBezTo>
                    <a:cubicBezTo>
                      <a:pt x="6882650" y="461701"/>
                      <a:pt x="6885571" y="301935"/>
                      <a:pt x="6882142" y="75748"/>
                    </a:cubicBezTo>
                    <a:lnTo>
                      <a:pt x="6939292" y="74859"/>
                    </a:lnTo>
                    <a:lnTo>
                      <a:pt x="6940435" y="132009"/>
                    </a:lnTo>
                    <a:cubicBezTo>
                      <a:pt x="6882396" y="133152"/>
                      <a:pt x="6826135" y="134295"/>
                      <a:pt x="6771779" y="135311"/>
                    </a:cubicBezTo>
                    <a:cubicBezTo>
                      <a:pt x="6126238" y="148138"/>
                      <a:pt x="5724664" y="156139"/>
                      <a:pt x="5289943" y="131882"/>
                    </a:cubicBezTo>
                    <a:cubicBezTo>
                      <a:pt x="5076710" y="119944"/>
                      <a:pt x="4850650" y="129342"/>
                      <a:pt x="4636020" y="138359"/>
                    </a:cubicBezTo>
                    <a:cubicBezTo>
                      <a:pt x="4389386" y="148646"/>
                      <a:pt x="4153801" y="158806"/>
                      <a:pt x="3980954" y="131247"/>
                    </a:cubicBezTo>
                    <a:lnTo>
                      <a:pt x="3989971" y="74859"/>
                    </a:lnTo>
                    <a:lnTo>
                      <a:pt x="3980954" y="131247"/>
                    </a:lnTo>
                    <a:cubicBezTo>
                      <a:pt x="3939679" y="124643"/>
                      <a:pt x="3890149" y="120325"/>
                      <a:pt x="3833761" y="117531"/>
                    </a:cubicBezTo>
                    <a:cubicBezTo>
                      <a:pt x="3667899" y="109657"/>
                      <a:pt x="3451110" y="117023"/>
                      <a:pt x="3225558" y="124770"/>
                    </a:cubicBezTo>
                    <a:cubicBezTo>
                      <a:pt x="2990100" y="132898"/>
                      <a:pt x="2745371" y="141280"/>
                      <a:pt x="2546870" y="131882"/>
                    </a:cubicBezTo>
                    <a:lnTo>
                      <a:pt x="2549537" y="74859"/>
                    </a:lnTo>
                    <a:lnTo>
                      <a:pt x="2546870" y="131882"/>
                    </a:lnTo>
                    <a:cubicBezTo>
                      <a:pt x="2377325" y="123754"/>
                      <a:pt x="2244737" y="121595"/>
                      <a:pt x="2116213" y="122103"/>
                    </a:cubicBezTo>
                    <a:cubicBezTo>
                      <a:pt x="2023884" y="122484"/>
                      <a:pt x="1933714" y="124135"/>
                      <a:pt x="1832876" y="126167"/>
                    </a:cubicBezTo>
                    <a:cubicBezTo>
                      <a:pt x="1707019" y="128580"/>
                      <a:pt x="1565160" y="131247"/>
                      <a:pt x="1383804" y="132009"/>
                    </a:cubicBezTo>
                    <a:lnTo>
                      <a:pt x="1383550" y="74859"/>
                    </a:lnTo>
                    <a:lnTo>
                      <a:pt x="1383804" y="132009"/>
                    </a:lnTo>
                    <a:cubicBezTo>
                      <a:pt x="1187208" y="132771"/>
                      <a:pt x="1020457" y="127818"/>
                      <a:pt x="865517" y="123373"/>
                    </a:cubicBezTo>
                    <a:cubicBezTo>
                      <a:pt x="602373" y="115626"/>
                      <a:pt x="373646" y="109022"/>
                      <a:pt x="84848" y="131882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1" name="Freeform 71"/>
              <p:cNvSpPr/>
              <p:nvPr/>
            </p:nvSpPr>
            <p:spPr>
              <a:xfrm>
                <a:off x="-2216" y="-23876"/>
                <a:ext cx="6976357" cy="1400294"/>
              </a:xfrm>
              <a:custGeom>
                <a:avLst/>
                <a:gdLst/>
                <a:ahLst/>
                <a:cxnLst/>
                <a:rect l="l" t="t" r="r" b="b"/>
                <a:pathLst>
                  <a:path w="6976357" h="1400294">
                    <a:moveTo>
                      <a:pt x="68129" y="24511"/>
                    </a:moveTo>
                    <a:cubicBezTo>
                      <a:pt x="266249" y="55372"/>
                      <a:pt x="507930" y="46228"/>
                      <a:pt x="784663" y="35560"/>
                    </a:cubicBezTo>
                    <a:cubicBezTo>
                      <a:pt x="945318" y="29337"/>
                      <a:pt x="1116768" y="22733"/>
                      <a:pt x="1294441" y="23876"/>
                    </a:cubicBezTo>
                    <a:lnTo>
                      <a:pt x="1294060" y="81026"/>
                    </a:lnTo>
                    <a:lnTo>
                      <a:pt x="1294441" y="23876"/>
                    </a:lnTo>
                    <a:cubicBezTo>
                      <a:pt x="1449127" y="24892"/>
                      <a:pt x="1582096" y="28829"/>
                      <a:pt x="1707064" y="32512"/>
                    </a:cubicBezTo>
                    <a:cubicBezTo>
                      <a:pt x="1819078" y="35814"/>
                      <a:pt x="1924361" y="38989"/>
                      <a:pt x="2033962" y="39624"/>
                    </a:cubicBezTo>
                    <a:cubicBezTo>
                      <a:pt x="2181409" y="40640"/>
                      <a:pt x="2336476" y="37211"/>
                      <a:pt x="2524690" y="23876"/>
                    </a:cubicBezTo>
                    <a:lnTo>
                      <a:pt x="2528754" y="80899"/>
                    </a:lnTo>
                    <a:lnTo>
                      <a:pt x="2524690" y="23876"/>
                    </a:lnTo>
                    <a:cubicBezTo>
                      <a:pt x="3014529" y="-10668"/>
                      <a:pt x="3462839" y="-5207"/>
                      <a:pt x="3701726" y="24130"/>
                    </a:cubicBezTo>
                    <a:lnTo>
                      <a:pt x="3694741" y="80899"/>
                    </a:lnTo>
                    <a:lnTo>
                      <a:pt x="3701726" y="24130"/>
                    </a:lnTo>
                    <a:cubicBezTo>
                      <a:pt x="3792658" y="35306"/>
                      <a:pt x="3944550" y="28702"/>
                      <a:pt x="4138225" y="19939"/>
                    </a:cubicBezTo>
                    <a:cubicBezTo>
                      <a:pt x="4406957" y="7747"/>
                      <a:pt x="4745793" y="-7620"/>
                      <a:pt x="5072056" y="24003"/>
                    </a:cubicBezTo>
                    <a:lnTo>
                      <a:pt x="5066595" y="80899"/>
                    </a:lnTo>
                    <a:lnTo>
                      <a:pt x="5072056" y="24003"/>
                    </a:lnTo>
                    <a:cubicBezTo>
                      <a:pt x="5617775" y="76835"/>
                      <a:pt x="6477692" y="65786"/>
                      <a:pt x="6913048" y="24003"/>
                    </a:cubicBezTo>
                    <a:cubicBezTo>
                      <a:pt x="6928923" y="22479"/>
                      <a:pt x="6944671" y="27686"/>
                      <a:pt x="6956609" y="38227"/>
                    </a:cubicBezTo>
                    <a:cubicBezTo>
                      <a:pt x="6968547" y="48768"/>
                      <a:pt x="6975405" y="63881"/>
                      <a:pt x="6975659" y="79883"/>
                    </a:cubicBezTo>
                    <a:cubicBezTo>
                      <a:pt x="6978453" y="242824"/>
                      <a:pt x="6972357" y="379603"/>
                      <a:pt x="6966261" y="514985"/>
                    </a:cubicBezTo>
                    <a:cubicBezTo>
                      <a:pt x="6960165" y="651002"/>
                      <a:pt x="6954196" y="785495"/>
                      <a:pt x="6956990" y="946150"/>
                    </a:cubicBezTo>
                    <a:cubicBezTo>
                      <a:pt x="6958768" y="1049274"/>
                      <a:pt x="6964102" y="1163320"/>
                      <a:pt x="6975405" y="1295146"/>
                    </a:cubicBezTo>
                    <a:cubicBezTo>
                      <a:pt x="6976675" y="1310640"/>
                      <a:pt x="6971722" y="1326007"/>
                      <a:pt x="6961435" y="1337691"/>
                    </a:cubicBezTo>
                    <a:cubicBezTo>
                      <a:pt x="6951148" y="1349375"/>
                      <a:pt x="6936543" y="1356360"/>
                      <a:pt x="6921049" y="1357122"/>
                    </a:cubicBezTo>
                    <a:cubicBezTo>
                      <a:pt x="6793160" y="1362710"/>
                      <a:pt x="6600374" y="1355090"/>
                      <a:pt x="6392983" y="1346962"/>
                    </a:cubicBezTo>
                    <a:cubicBezTo>
                      <a:pt x="6138729" y="1337056"/>
                      <a:pt x="5860345" y="1326134"/>
                      <a:pt x="5638222" y="1335913"/>
                    </a:cubicBezTo>
                    <a:cubicBezTo>
                      <a:pt x="5554529" y="1339596"/>
                      <a:pt x="5480234" y="1346073"/>
                      <a:pt x="5419020" y="1356360"/>
                    </a:cubicBezTo>
                    <a:lnTo>
                      <a:pt x="5409622" y="1299972"/>
                    </a:lnTo>
                    <a:lnTo>
                      <a:pt x="5419020" y="1356360"/>
                    </a:lnTo>
                    <a:cubicBezTo>
                      <a:pt x="5035480" y="1420622"/>
                      <a:pt x="4820977" y="1408811"/>
                      <a:pt x="4238428" y="1356868"/>
                    </a:cubicBezTo>
                    <a:lnTo>
                      <a:pt x="4243508" y="1299972"/>
                    </a:lnTo>
                    <a:lnTo>
                      <a:pt x="4238428" y="1356868"/>
                    </a:lnTo>
                    <a:cubicBezTo>
                      <a:pt x="3848284" y="1322070"/>
                      <a:pt x="3613461" y="1334643"/>
                      <a:pt x="3395402" y="1346327"/>
                    </a:cubicBezTo>
                    <a:cubicBezTo>
                      <a:pt x="3291262" y="1351915"/>
                      <a:pt x="3189662" y="1357249"/>
                      <a:pt x="3077267" y="1357122"/>
                    </a:cubicBezTo>
                    <a:cubicBezTo>
                      <a:pt x="3003988" y="1356995"/>
                      <a:pt x="2931979" y="1356868"/>
                      <a:pt x="2858319" y="1356614"/>
                    </a:cubicBezTo>
                    <a:cubicBezTo>
                      <a:pt x="2781484" y="1356487"/>
                      <a:pt x="2702998" y="1356233"/>
                      <a:pt x="2619686" y="1356106"/>
                    </a:cubicBezTo>
                    <a:cubicBezTo>
                      <a:pt x="2409628" y="1355725"/>
                      <a:pt x="2168074" y="1355725"/>
                      <a:pt x="1842954" y="1357122"/>
                    </a:cubicBezTo>
                    <a:lnTo>
                      <a:pt x="1842700" y="1299972"/>
                    </a:lnTo>
                    <a:lnTo>
                      <a:pt x="1842954" y="1357122"/>
                    </a:lnTo>
                    <a:cubicBezTo>
                      <a:pt x="1645342" y="1357884"/>
                      <a:pt x="1462970" y="1348994"/>
                      <a:pt x="1280217" y="1340104"/>
                    </a:cubicBezTo>
                    <a:cubicBezTo>
                      <a:pt x="1092638" y="1330960"/>
                      <a:pt x="904424" y="1321816"/>
                      <a:pt x="695636" y="1322578"/>
                    </a:cubicBezTo>
                    <a:cubicBezTo>
                      <a:pt x="506914" y="1323340"/>
                      <a:pt x="301428" y="1332230"/>
                      <a:pt x="65335" y="1356868"/>
                    </a:cubicBezTo>
                    <a:cubicBezTo>
                      <a:pt x="49206" y="1358519"/>
                      <a:pt x="33204" y="1353312"/>
                      <a:pt x="21139" y="1342390"/>
                    </a:cubicBezTo>
                    <a:cubicBezTo>
                      <a:pt x="9074" y="1331468"/>
                      <a:pt x="2216" y="1316355"/>
                      <a:pt x="2216" y="1300099"/>
                    </a:cubicBezTo>
                    <a:cubicBezTo>
                      <a:pt x="2470" y="1136523"/>
                      <a:pt x="1835" y="974979"/>
                      <a:pt x="1073" y="816864"/>
                    </a:cubicBezTo>
                    <a:cubicBezTo>
                      <a:pt x="438" y="666115"/>
                      <a:pt x="-197" y="518414"/>
                      <a:pt x="57" y="375666"/>
                    </a:cubicBezTo>
                    <a:cubicBezTo>
                      <a:pt x="184" y="274701"/>
                      <a:pt x="819" y="176022"/>
                      <a:pt x="2216" y="80137"/>
                    </a:cubicBezTo>
                    <a:cubicBezTo>
                      <a:pt x="2470" y="63627"/>
                      <a:pt x="9836" y="48006"/>
                      <a:pt x="22536" y="37338"/>
                    </a:cubicBezTo>
                    <a:cubicBezTo>
                      <a:pt x="35236" y="26670"/>
                      <a:pt x="51746" y="21971"/>
                      <a:pt x="68129" y="24511"/>
                    </a:cubicBezTo>
                    <a:moveTo>
                      <a:pt x="50603" y="137541"/>
                    </a:moveTo>
                    <a:lnTo>
                      <a:pt x="59366" y="81026"/>
                    </a:lnTo>
                    <a:lnTo>
                      <a:pt x="116516" y="81915"/>
                    </a:lnTo>
                    <a:cubicBezTo>
                      <a:pt x="115119" y="177165"/>
                      <a:pt x="114484" y="275336"/>
                      <a:pt x="114357" y="375920"/>
                    </a:cubicBezTo>
                    <a:cubicBezTo>
                      <a:pt x="114103" y="518287"/>
                      <a:pt x="114738" y="665607"/>
                      <a:pt x="115373" y="816483"/>
                    </a:cubicBezTo>
                    <a:cubicBezTo>
                      <a:pt x="116008" y="974471"/>
                      <a:pt x="116770" y="1136396"/>
                      <a:pt x="116516" y="1300353"/>
                    </a:cubicBezTo>
                    <a:lnTo>
                      <a:pt x="59366" y="1300226"/>
                    </a:lnTo>
                    <a:lnTo>
                      <a:pt x="53397" y="1243330"/>
                    </a:lnTo>
                    <a:cubicBezTo>
                      <a:pt x="293554" y="1218311"/>
                      <a:pt x="502977" y="1209167"/>
                      <a:pt x="695128" y="1208532"/>
                    </a:cubicBezTo>
                    <a:cubicBezTo>
                      <a:pt x="907345" y="1207643"/>
                      <a:pt x="1098480" y="1217041"/>
                      <a:pt x="1285805" y="1226185"/>
                    </a:cubicBezTo>
                    <a:cubicBezTo>
                      <a:pt x="1468939" y="1235075"/>
                      <a:pt x="1648390" y="1243838"/>
                      <a:pt x="1842573" y="1243076"/>
                    </a:cubicBezTo>
                    <a:cubicBezTo>
                      <a:pt x="2167947" y="1241806"/>
                      <a:pt x="2409628" y="1241806"/>
                      <a:pt x="2619940" y="1242060"/>
                    </a:cubicBezTo>
                    <a:cubicBezTo>
                      <a:pt x="2703379" y="1242187"/>
                      <a:pt x="2781992" y="1242314"/>
                      <a:pt x="2858700" y="1242568"/>
                    </a:cubicBezTo>
                    <a:cubicBezTo>
                      <a:pt x="2932233" y="1242695"/>
                      <a:pt x="3004242" y="1242949"/>
                      <a:pt x="3077521" y="1243076"/>
                    </a:cubicBezTo>
                    <a:lnTo>
                      <a:pt x="3077394" y="1300226"/>
                    </a:lnTo>
                    <a:lnTo>
                      <a:pt x="3077521" y="1243076"/>
                    </a:lnTo>
                    <a:cubicBezTo>
                      <a:pt x="3186360" y="1243203"/>
                      <a:pt x="3284785" y="1237996"/>
                      <a:pt x="3389306" y="1232408"/>
                    </a:cubicBezTo>
                    <a:cubicBezTo>
                      <a:pt x="3609270" y="1220724"/>
                      <a:pt x="3850443" y="1207770"/>
                      <a:pt x="4248461" y="1243330"/>
                    </a:cubicBezTo>
                    <a:cubicBezTo>
                      <a:pt x="4829867" y="1295146"/>
                      <a:pt x="5031924" y="1305560"/>
                      <a:pt x="5399970" y="1243838"/>
                    </a:cubicBezTo>
                    <a:cubicBezTo>
                      <a:pt x="5467661" y="1232535"/>
                      <a:pt x="5547036" y="1225677"/>
                      <a:pt x="5633142" y="1221867"/>
                    </a:cubicBezTo>
                    <a:cubicBezTo>
                      <a:pt x="5860980" y="1211961"/>
                      <a:pt x="6144571" y="1223010"/>
                      <a:pt x="6397428" y="1232916"/>
                    </a:cubicBezTo>
                    <a:cubicBezTo>
                      <a:pt x="6606978" y="1241171"/>
                      <a:pt x="6793922" y="1248410"/>
                      <a:pt x="6915969" y="1243076"/>
                    </a:cubicBezTo>
                    <a:lnTo>
                      <a:pt x="6918509" y="1300226"/>
                    </a:lnTo>
                    <a:lnTo>
                      <a:pt x="6861613" y="1305052"/>
                    </a:lnTo>
                    <a:cubicBezTo>
                      <a:pt x="6850056" y="1170559"/>
                      <a:pt x="6844595" y="1053973"/>
                      <a:pt x="6842817" y="948182"/>
                    </a:cubicBezTo>
                    <a:cubicBezTo>
                      <a:pt x="6840023" y="783590"/>
                      <a:pt x="6846119" y="645795"/>
                      <a:pt x="6852215" y="509905"/>
                    </a:cubicBezTo>
                    <a:cubicBezTo>
                      <a:pt x="6858311" y="374396"/>
                      <a:pt x="6864153" y="240792"/>
                      <a:pt x="6861486" y="81915"/>
                    </a:cubicBezTo>
                    <a:lnTo>
                      <a:pt x="6918636" y="80899"/>
                    </a:lnTo>
                    <a:lnTo>
                      <a:pt x="6924097" y="137795"/>
                    </a:lnTo>
                    <a:cubicBezTo>
                      <a:pt x="6482137" y="180213"/>
                      <a:pt x="5614854" y="191389"/>
                      <a:pt x="5061134" y="137795"/>
                    </a:cubicBezTo>
                    <a:cubicBezTo>
                      <a:pt x="4744269" y="107188"/>
                      <a:pt x="4413307" y="121920"/>
                      <a:pt x="4143432" y="134112"/>
                    </a:cubicBezTo>
                    <a:cubicBezTo>
                      <a:pt x="3954964" y="142621"/>
                      <a:pt x="3790880" y="150241"/>
                      <a:pt x="3687883" y="137541"/>
                    </a:cubicBezTo>
                    <a:cubicBezTo>
                      <a:pt x="3459283" y="109474"/>
                      <a:pt x="3019101" y="103505"/>
                      <a:pt x="2532818" y="137795"/>
                    </a:cubicBezTo>
                    <a:cubicBezTo>
                      <a:pt x="2341429" y="151257"/>
                      <a:pt x="2183314" y="154813"/>
                      <a:pt x="2033327" y="153797"/>
                    </a:cubicBezTo>
                    <a:cubicBezTo>
                      <a:pt x="1922202" y="153035"/>
                      <a:pt x="1815522" y="149860"/>
                      <a:pt x="1703762" y="146558"/>
                    </a:cubicBezTo>
                    <a:cubicBezTo>
                      <a:pt x="1578794" y="142875"/>
                      <a:pt x="1446968" y="138938"/>
                      <a:pt x="1293806" y="137922"/>
                    </a:cubicBezTo>
                    <a:cubicBezTo>
                      <a:pt x="1119181" y="136779"/>
                      <a:pt x="950271" y="143256"/>
                      <a:pt x="789235" y="149479"/>
                    </a:cubicBezTo>
                    <a:cubicBezTo>
                      <a:pt x="516058" y="160020"/>
                      <a:pt x="262058" y="170053"/>
                      <a:pt x="50730" y="137160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0" y="-19050"/>
                <a:ext cx="6973436" cy="1352550"/>
              </a:xfrm>
              <a:prstGeom prst="rect">
                <a:avLst/>
              </a:prstGeom>
            </p:spPr>
            <p:txBody>
              <a:bodyPr wrap="none" lIns="50800" tIns="50800" rIns="50800" bIns="50800" rtlCol="0" anchor="ctr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>
                    <a:solidFill>
                      <a:srgbClr val="FFFFFF"/>
                    </a:solidFill>
                    <a:latin typeface="Arimo"/>
                    <a:ea typeface="맑은 고딕"/>
                    <a:cs typeface="Arimo"/>
                    <a:sym typeface="Arimo"/>
                  </a:rPr>
                  <a:t>♪ ♪ ♪ 〮〮〮〮 ♪ ♪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50610" y="8693432"/>
              <a:ext cx="6973436" cy="1333500"/>
              <a:chOff x="0" y="0"/>
              <a:chExt cx="6973436" cy="1333500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34187" y="39376"/>
                <a:ext cx="6883772" cy="1274632"/>
              </a:xfrm>
              <a:custGeom>
                <a:avLst/>
                <a:gdLst/>
                <a:ahLst/>
                <a:cxnLst/>
                <a:rect l="l" t="t" r="r" b="b"/>
                <a:pathLst>
                  <a:path w="6883772" h="1274632">
                    <a:moveTo>
                      <a:pt x="22963" y="17774"/>
                    </a:moveTo>
                    <a:cubicBezTo>
                      <a:pt x="487275" y="-19056"/>
                      <a:pt x="798552" y="19806"/>
                      <a:pt x="1326237" y="17774"/>
                    </a:cubicBezTo>
                    <a:cubicBezTo>
                      <a:pt x="1853922" y="15742"/>
                      <a:pt x="2046581" y="-3435"/>
                      <a:pt x="2492351" y="17774"/>
                    </a:cubicBezTo>
                    <a:cubicBezTo>
                      <a:pt x="2938121" y="38983"/>
                      <a:pt x="3624302" y="-31248"/>
                      <a:pt x="3932785" y="17774"/>
                    </a:cubicBezTo>
                    <a:cubicBezTo>
                      <a:pt x="4241268" y="66796"/>
                      <a:pt x="4767556" y="-8388"/>
                      <a:pt x="5236059" y="17774"/>
                    </a:cubicBezTo>
                    <a:cubicBezTo>
                      <a:pt x="5704562" y="43936"/>
                      <a:pt x="6134457" y="32379"/>
                      <a:pt x="6882233" y="17774"/>
                    </a:cubicBezTo>
                    <a:cubicBezTo>
                      <a:pt x="6889980" y="529076"/>
                      <a:pt x="6865088" y="702812"/>
                      <a:pt x="6882233" y="1236974"/>
                    </a:cubicBezTo>
                    <a:cubicBezTo>
                      <a:pt x="6580862" y="1211574"/>
                      <a:pt x="5839182" y="1209669"/>
                      <a:pt x="5441799" y="1236974"/>
                    </a:cubicBezTo>
                    <a:cubicBezTo>
                      <a:pt x="5044416" y="1264279"/>
                      <a:pt x="4496030" y="1305935"/>
                      <a:pt x="4001365" y="1236974"/>
                    </a:cubicBezTo>
                    <a:cubicBezTo>
                      <a:pt x="3506700" y="1168013"/>
                      <a:pt x="3006193" y="1197477"/>
                      <a:pt x="2560931" y="1236974"/>
                    </a:cubicBezTo>
                    <a:cubicBezTo>
                      <a:pt x="2115669" y="1276471"/>
                      <a:pt x="660122" y="1281551"/>
                      <a:pt x="23090" y="1236974"/>
                    </a:cubicBezTo>
                    <a:cubicBezTo>
                      <a:pt x="-28091" y="862578"/>
                      <a:pt x="21566" y="365500"/>
                      <a:pt x="23090" y="17774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5" name="Freeform 75"/>
              <p:cNvSpPr/>
              <p:nvPr/>
            </p:nvSpPr>
            <p:spPr>
              <a:xfrm>
                <a:off x="54884" y="33432"/>
                <a:ext cx="6862214" cy="1286072"/>
              </a:xfrm>
              <a:custGeom>
                <a:avLst/>
                <a:gdLst/>
                <a:ahLst/>
                <a:cxnLst/>
                <a:rect l="l" t="t" r="r" b="b"/>
                <a:pathLst>
                  <a:path w="6862214" h="1286072">
                    <a:moveTo>
                      <a:pt x="2266" y="23718"/>
                    </a:moveTo>
                    <a:cubicBezTo>
                      <a:pt x="326751" y="74264"/>
                      <a:pt x="759440" y="20670"/>
                      <a:pt x="1236960" y="23718"/>
                    </a:cubicBezTo>
                    <a:cubicBezTo>
                      <a:pt x="1714480" y="26766"/>
                      <a:pt x="1983466" y="58135"/>
                      <a:pt x="2471654" y="23718"/>
                    </a:cubicBezTo>
                    <a:cubicBezTo>
                      <a:pt x="2959842" y="-10699"/>
                      <a:pt x="3403961" y="-4984"/>
                      <a:pt x="3637768" y="23718"/>
                    </a:cubicBezTo>
                    <a:cubicBezTo>
                      <a:pt x="3871575" y="52420"/>
                      <a:pt x="4459839" y="-29495"/>
                      <a:pt x="5009622" y="23718"/>
                    </a:cubicBezTo>
                    <a:cubicBezTo>
                      <a:pt x="5559405" y="76931"/>
                      <a:pt x="6422878" y="65755"/>
                      <a:pt x="6861536" y="23718"/>
                    </a:cubicBezTo>
                    <a:cubicBezTo>
                      <a:pt x="6868775" y="449803"/>
                      <a:pt x="6814546" y="695548"/>
                      <a:pt x="6861536" y="1242918"/>
                    </a:cubicBezTo>
                    <a:cubicBezTo>
                      <a:pt x="6527145" y="1257523"/>
                      <a:pt x="5728315" y="1179926"/>
                      <a:pt x="5352522" y="1242918"/>
                    </a:cubicBezTo>
                    <a:cubicBezTo>
                      <a:pt x="4976729" y="1305910"/>
                      <a:pt x="4768449" y="1294734"/>
                      <a:pt x="4186408" y="1242918"/>
                    </a:cubicBezTo>
                    <a:cubicBezTo>
                      <a:pt x="3604367" y="1191102"/>
                      <a:pt x="3362940" y="1243426"/>
                      <a:pt x="3020294" y="1242918"/>
                    </a:cubicBezTo>
                    <a:cubicBezTo>
                      <a:pt x="2677648" y="1242410"/>
                      <a:pt x="2363704" y="1240632"/>
                      <a:pt x="1785600" y="1242918"/>
                    </a:cubicBezTo>
                    <a:cubicBezTo>
                      <a:pt x="1207496" y="1245204"/>
                      <a:pt x="760583" y="1163924"/>
                      <a:pt x="2266" y="1242918"/>
                    </a:cubicBezTo>
                    <a:cubicBezTo>
                      <a:pt x="3028" y="812007"/>
                      <a:pt x="-3195" y="395828"/>
                      <a:pt x="2266" y="2371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6" name="Freeform 76"/>
              <p:cNvSpPr/>
              <p:nvPr/>
            </p:nvSpPr>
            <p:spPr>
              <a:xfrm>
                <a:off x="-23126" y="-17836"/>
                <a:ext cx="6997992" cy="1389039"/>
              </a:xfrm>
              <a:custGeom>
                <a:avLst/>
                <a:gdLst/>
                <a:ahLst/>
                <a:cxnLst/>
                <a:rect l="l" t="t" r="r" b="b"/>
                <a:pathLst>
                  <a:path w="6997992" h="1389039">
                    <a:moveTo>
                      <a:pt x="75704" y="17963"/>
                    </a:moveTo>
                    <a:cubicBezTo>
                      <a:pt x="371360" y="-5532"/>
                      <a:pt x="605802" y="1453"/>
                      <a:pt x="868819" y="9200"/>
                    </a:cubicBezTo>
                    <a:cubicBezTo>
                      <a:pt x="1023759" y="13772"/>
                      <a:pt x="1188732" y="18598"/>
                      <a:pt x="1383296" y="17836"/>
                    </a:cubicBezTo>
                    <a:cubicBezTo>
                      <a:pt x="1563763" y="17201"/>
                      <a:pt x="1704860" y="14407"/>
                      <a:pt x="1830717" y="11994"/>
                    </a:cubicBezTo>
                    <a:cubicBezTo>
                      <a:pt x="1931428" y="10089"/>
                      <a:pt x="2022487" y="8311"/>
                      <a:pt x="2115832" y="7930"/>
                    </a:cubicBezTo>
                    <a:cubicBezTo>
                      <a:pt x="2246261" y="7422"/>
                      <a:pt x="2380754" y="9708"/>
                      <a:pt x="2552331" y="17836"/>
                    </a:cubicBezTo>
                    <a:cubicBezTo>
                      <a:pt x="2745244" y="26980"/>
                      <a:pt x="2984766" y="18852"/>
                      <a:pt x="3221748" y="10724"/>
                    </a:cubicBezTo>
                    <a:cubicBezTo>
                      <a:pt x="3445649" y="2977"/>
                      <a:pt x="3667645" y="-4643"/>
                      <a:pt x="3839349" y="3485"/>
                    </a:cubicBezTo>
                    <a:cubicBezTo>
                      <a:pt x="3898150" y="6279"/>
                      <a:pt x="3952252" y="10978"/>
                      <a:pt x="3999115" y="18471"/>
                    </a:cubicBezTo>
                    <a:cubicBezTo>
                      <a:pt x="4157992" y="43744"/>
                      <a:pt x="4380115" y="34727"/>
                      <a:pt x="4631575" y="24186"/>
                    </a:cubicBezTo>
                    <a:cubicBezTo>
                      <a:pt x="4845062" y="15296"/>
                      <a:pt x="5076837" y="5517"/>
                      <a:pt x="5296674" y="17836"/>
                    </a:cubicBezTo>
                    <a:lnTo>
                      <a:pt x="5293499" y="74859"/>
                    </a:lnTo>
                    <a:lnTo>
                      <a:pt x="5296674" y="17836"/>
                    </a:lnTo>
                    <a:cubicBezTo>
                      <a:pt x="5726188" y="41839"/>
                      <a:pt x="6123190" y="33965"/>
                      <a:pt x="6769874" y="21138"/>
                    </a:cubicBezTo>
                    <a:cubicBezTo>
                      <a:pt x="6823976" y="20122"/>
                      <a:pt x="6880237" y="18979"/>
                      <a:pt x="6938276" y="17836"/>
                    </a:cubicBezTo>
                    <a:cubicBezTo>
                      <a:pt x="6953516" y="17582"/>
                      <a:pt x="6968121" y="23297"/>
                      <a:pt x="6979043" y="33838"/>
                    </a:cubicBezTo>
                    <a:cubicBezTo>
                      <a:pt x="6989965" y="44379"/>
                      <a:pt x="6996315" y="58857"/>
                      <a:pt x="6996442" y="74097"/>
                    </a:cubicBezTo>
                    <a:cubicBezTo>
                      <a:pt x="6999871" y="302316"/>
                      <a:pt x="6996950" y="463733"/>
                      <a:pt x="6994029" y="618927"/>
                    </a:cubicBezTo>
                    <a:cubicBezTo>
                      <a:pt x="6991362" y="763961"/>
                      <a:pt x="6988695" y="903407"/>
                      <a:pt x="6991489" y="1087938"/>
                    </a:cubicBezTo>
                    <a:cubicBezTo>
                      <a:pt x="6992378" y="1150295"/>
                      <a:pt x="6994029" y="1217732"/>
                      <a:pt x="6996442" y="1292281"/>
                    </a:cubicBezTo>
                    <a:cubicBezTo>
                      <a:pt x="6996950" y="1308537"/>
                      <a:pt x="6990473" y="1324285"/>
                      <a:pt x="6978662" y="1335588"/>
                    </a:cubicBezTo>
                    <a:cubicBezTo>
                      <a:pt x="6966851" y="1346891"/>
                      <a:pt x="6950722" y="1352479"/>
                      <a:pt x="6934466" y="1351082"/>
                    </a:cubicBezTo>
                    <a:cubicBezTo>
                      <a:pt x="6636397" y="1326063"/>
                      <a:pt x="5897765" y="1324031"/>
                      <a:pt x="5502795" y="1351209"/>
                    </a:cubicBezTo>
                    <a:cubicBezTo>
                      <a:pt x="5488571" y="1352225"/>
                      <a:pt x="5474093" y="1353241"/>
                      <a:pt x="5459361" y="1354257"/>
                    </a:cubicBezTo>
                    <a:cubicBezTo>
                      <a:pt x="5444248" y="1355273"/>
                      <a:pt x="5429008" y="1356289"/>
                      <a:pt x="5413641" y="1357432"/>
                    </a:cubicBezTo>
                    <a:cubicBezTo>
                      <a:pt x="5026418" y="1383975"/>
                      <a:pt x="4516005" y="1415725"/>
                      <a:pt x="4050550" y="1350828"/>
                    </a:cubicBezTo>
                    <a:lnTo>
                      <a:pt x="4058424" y="1294186"/>
                    </a:lnTo>
                    <a:lnTo>
                      <a:pt x="4050550" y="1350828"/>
                    </a:lnTo>
                    <a:cubicBezTo>
                      <a:pt x="3562743" y="1282883"/>
                      <a:pt x="3067570" y="1311712"/>
                      <a:pt x="2623070" y="1351209"/>
                    </a:cubicBezTo>
                    <a:cubicBezTo>
                      <a:pt x="2174252" y="1390960"/>
                      <a:pt x="715530" y="1396040"/>
                      <a:pt x="76212" y="1351336"/>
                    </a:cubicBezTo>
                    <a:cubicBezTo>
                      <a:pt x="49161" y="1349431"/>
                      <a:pt x="27190" y="1328857"/>
                      <a:pt x="23634" y="1302060"/>
                    </a:cubicBezTo>
                    <a:cubicBezTo>
                      <a:pt x="-12815" y="1035487"/>
                      <a:pt x="774" y="710240"/>
                      <a:pt x="12585" y="424236"/>
                    </a:cubicBezTo>
                    <a:cubicBezTo>
                      <a:pt x="17792" y="297998"/>
                      <a:pt x="22618" y="179380"/>
                      <a:pt x="23126" y="74732"/>
                    </a:cubicBezTo>
                    <a:cubicBezTo>
                      <a:pt x="23253" y="45014"/>
                      <a:pt x="46113" y="20376"/>
                      <a:pt x="75704" y="17963"/>
                    </a:cubicBezTo>
                    <a:moveTo>
                      <a:pt x="84721" y="131882"/>
                    </a:moveTo>
                    <a:lnTo>
                      <a:pt x="80276" y="74986"/>
                    </a:lnTo>
                    <a:lnTo>
                      <a:pt x="137426" y="75240"/>
                    </a:lnTo>
                    <a:cubicBezTo>
                      <a:pt x="136918" y="182428"/>
                      <a:pt x="131965" y="303332"/>
                      <a:pt x="126758" y="428935"/>
                    </a:cubicBezTo>
                    <a:cubicBezTo>
                      <a:pt x="114820" y="717987"/>
                      <a:pt x="102120" y="1032185"/>
                      <a:pt x="136918" y="1286439"/>
                    </a:cubicBezTo>
                    <a:lnTo>
                      <a:pt x="80276" y="1294186"/>
                    </a:lnTo>
                    <a:lnTo>
                      <a:pt x="84213" y="1237163"/>
                    </a:lnTo>
                    <a:cubicBezTo>
                      <a:pt x="718832" y="1281486"/>
                      <a:pt x="2171458" y="1276406"/>
                      <a:pt x="2613037" y="1237290"/>
                    </a:cubicBezTo>
                    <a:lnTo>
                      <a:pt x="2618117" y="1294186"/>
                    </a:lnTo>
                    <a:lnTo>
                      <a:pt x="2613037" y="1237290"/>
                    </a:lnTo>
                    <a:cubicBezTo>
                      <a:pt x="3058934" y="1197793"/>
                      <a:pt x="3564902" y="1167694"/>
                      <a:pt x="4066425" y="1237671"/>
                    </a:cubicBezTo>
                    <a:cubicBezTo>
                      <a:pt x="4518291" y="1300663"/>
                      <a:pt x="5017401" y="1270056"/>
                      <a:pt x="5405894" y="1243386"/>
                    </a:cubicBezTo>
                    <a:cubicBezTo>
                      <a:pt x="5421261" y="1242370"/>
                      <a:pt x="5436501" y="1241227"/>
                      <a:pt x="5451614" y="1240211"/>
                    </a:cubicBezTo>
                    <a:cubicBezTo>
                      <a:pt x="5466346" y="1239195"/>
                      <a:pt x="5480824" y="1238179"/>
                      <a:pt x="5495048" y="1237163"/>
                    </a:cubicBezTo>
                    <a:lnTo>
                      <a:pt x="5498985" y="1294186"/>
                    </a:lnTo>
                    <a:lnTo>
                      <a:pt x="5495048" y="1237163"/>
                    </a:lnTo>
                    <a:cubicBezTo>
                      <a:pt x="5894717" y="1209731"/>
                      <a:pt x="6639318" y="1211636"/>
                      <a:pt x="6944118" y="1237290"/>
                    </a:cubicBezTo>
                    <a:lnTo>
                      <a:pt x="6939292" y="1294186"/>
                    </a:lnTo>
                    <a:lnTo>
                      <a:pt x="6882142" y="1295964"/>
                    </a:lnTo>
                    <a:cubicBezTo>
                      <a:pt x="6879729" y="1220780"/>
                      <a:pt x="6878205" y="1152708"/>
                      <a:pt x="6877189" y="1089716"/>
                    </a:cubicBezTo>
                    <a:cubicBezTo>
                      <a:pt x="6874395" y="903026"/>
                      <a:pt x="6876935" y="761929"/>
                      <a:pt x="6879729" y="616768"/>
                    </a:cubicBezTo>
                    <a:cubicBezTo>
                      <a:pt x="6882650" y="461701"/>
                      <a:pt x="6885571" y="301935"/>
                      <a:pt x="6882142" y="75748"/>
                    </a:cubicBezTo>
                    <a:lnTo>
                      <a:pt x="6939292" y="74859"/>
                    </a:lnTo>
                    <a:lnTo>
                      <a:pt x="6940435" y="132009"/>
                    </a:lnTo>
                    <a:cubicBezTo>
                      <a:pt x="6882396" y="133152"/>
                      <a:pt x="6826135" y="134295"/>
                      <a:pt x="6771779" y="135311"/>
                    </a:cubicBezTo>
                    <a:cubicBezTo>
                      <a:pt x="6126238" y="148138"/>
                      <a:pt x="5724664" y="156139"/>
                      <a:pt x="5289943" y="131882"/>
                    </a:cubicBezTo>
                    <a:cubicBezTo>
                      <a:pt x="5076710" y="119944"/>
                      <a:pt x="4850650" y="129342"/>
                      <a:pt x="4636020" y="138359"/>
                    </a:cubicBezTo>
                    <a:cubicBezTo>
                      <a:pt x="4389386" y="148646"/>
                      <a:pt x="4153801" y="158806"/>
                      <a:pt x="3980954" y="131247"/>
                    </a:cubicBezTo>
                    <a:lnTo>
                      <a:pt x="3989971" y="74859"/>
                    </a:lnTo>
                    <a:lnTo>
                      <a:pt x="3980954" y="131247"/>
                    </a:lnTo>
                    <a:cubicBezTo>
                      <a:pt x="3939679" y="124643"/>
                      <a:pt x="3890149" y="120325"/>
                      <a:pt x="3833761" y="117531"/>
                    </a:cubicBezTo>
                    <a:cubicBezTo>
                      <a:pt x="3667899" y="109657"/>
                      <a:pt x="3451110" y="117023"/>
                      <a:pt x="3225558" y="124770"/>
                    </a:cubicBezTo>
                    <a:cubicBezTo>
                      <a:pt x="2990100" y="132898"/>
                      <a:pt x="2745371" y="141280"/>
                      <a:pt x="2546870" y="131882"/>
                    </a:cubicBezTo>
                    <a:lnTo>
                      <a:pt x="2549537" y="74859"/>
                    </a:lnTo>
                    <a:lnTo>
                      <a:pt x="2546870" y="131882"/>
                    </a:lnTo>
                    <a:cubicBezTo>
                      <a:pt x="2377325" y="123754"/>
                      <a:pt x="2244737" y="121595"/>
                      <a:pt x="2116213" y="122103"/>
                    </a:cubicBezTo>
                    <a:cubicBezTo>
                      <a:pt x="2023884" y="122484"/>
                      <a:pt x="1933714" y="124135"/>
                      <a:pt x="1832876" y="126167"/>
                    </a:cubicBezTo>
                    <a:cubicBezTo>
                      <a:pt x="1707019" y="128580"/>
                      <a:pt x="1565160" y="131247"/>
                      <a:pt x="1383804" y="132009"/>
                    </a:cubicBezTo>
                    <a:lnTo>
                      <a:pt x="1383550" y="74859"/>
                    </a:lnTo>
                    <a:lnTo>
                      <a:pt x="1383804" y="132009"/>
                    </a:lnTo>
                    <a:cubicBezTo>
                      <a:pt x="1187208" y="132771"/>
                      <a:pt x="1020457" y="127818"/>
                      <a:pt x="865517" y="123373"/>
                    </a:cubicBezTo>
                    <a:cubicBezTo>
                      <a:pt x="602373" y="115626"/>
                      <a:pt x="373646" y="109022"/>
                      <a:pt x="84848" y="131882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7" name="Freeform 77"/>
              <p:cNvSpPr/>
              <p:nvPr/>
            </p:nvSpPr>
            <p:spPr>
              <a:xfrm>
                <a:off x="-2216" y="-23876"/>
                <a:ext cx="6976357" cy="1400294"/>
              </a:xfrm>
              <a:custGeom>
                <a:avLst/>
                <a:gdLst/>
                <a:ahLst/>
                <a:cxnLst/>
                <a:rect l="l" t="t" r="r" b="b"/>
                <a:pathLst>
                  <a:path w="6976357" h="1400294">
                    <a:moveTo>
                      <a:pt x="68129" y="24511"/>
                    </a:moveTo>
                    <a:cubicBezTo>
                      <a:pt x="266249" y="55372"/>
                      <a:pt x="507930" y="46228"/>
                      <a:pt x="784663" y="35560"/>
                    </a:cubicBezTo>
                    <a:cubicBezTo>
                      <a:pt x="945318" y="29337"/>
                      <a:pt x="1116768" y="22733"/>
                      <a:pt x="1294441" y="23876"/>
                    </a:cubicBezTo>
                    <a:lnTo>
                      <a:pt x="1294060" y="81026"/>
                    </a:lnTo>
                    <a:lnTo>
                      <a:pt x="1294441" y="23876"/>
                    </a:lnTo>
                    <a:cubicBezTo>
                      <a:pt x="1449127" y="24892"/>
                      <a:pt x="1582096" y="28829"/>
                      <a:pt x="1707064" y="32512"/>
                    </a:cubicBezTo>
                    <a:cubicBezTo>
                      <a:pt x="1819078" y="35814"/>
                      <a:pt x="1924361" y="38989"/>
                      <a:pt x="2033962" y="39624"/>
                    </a:cubicBezTo>
                    <a:cubicBezTo>
                      <a:pt x="2181409" y="40640"/>
                      <a:pt x="2336476" y="37211"/>
                      <a:pt x="2524690" y="23876"/>
                    </a:cubicBezTo>
                    <a:lnTo>
                      <a:pt x="2528754" y="80899"/>
                    </a:lnTo>
                    <a:lnTo>
                      <a:pt x="2524690" y="23876"/>
                    </a:lnTo>
                    <a:cubicBezTo>
                      <a:pt x="3014529" y="-10668"/>
                      <a:pt x="3462839" y="-5207"/>
                      <a:pt x="3701726" y="24130"/>
                    </a:cubicBezTo>
                    <a:lnTo>
                      <a:pt x="3694741" y="80899"/>
                    </a:lnTo>
                    <a:lnTo>
                      <a:pt x="3701726" y="24130"/>
                    </a:lnTo>
                    <a:cubicBezTo>
                      <a:pt x="3792658" y="35306"/>
                      <a:pt x="3944550" y="28702"/>
                      <a:pt x="4138225" y="19939"/>
                    </a:cubicBezTo>
                    <a:cubicBezTo>
                      <a:pt x="4406957" y="7747"/>
                      <a:pt x="4745793" y="-7620"/>
                      <a:pt x="5072056" y="24003"/>
                    </a:cubicBezTo>
                    <a:lnTo>
                      <a:pt x="5066595" y="80899"/>
                    </a:lnTo>
                    <a:lnTo>
                      <a:pt x="5072056" y="24003"/>
                    </a:lnTo>
                    <a:cubicBezTo>
                      <a:pt x="5617775" y="76835"/>
                      <a:pt x="6477692" y="65786"/>
                      <a:pt x="6913048" y="24003"/>
                    </a:cubicBezTo>
                    <a:cubicBezTo>
                      <a:pt x="6928923" y="22479"/>
                      <a:pt x="6944671" y="27686"/>
                      <a:pt x="6956609" y="38227"/>
                    </a:cubicBezTo>
                    <a:cubicBezTo>
                      <a:pt x="6968547" y="48768"/>
                      <a:pt x="6975405" y="63881"/>
                      <a:pt x="6975659" y="79883"/>
                    </a:cubicBezTo>
                    <a:cubicBezTo>
                      <a:pt x="6978453" y="242824"/>
                      <a:pt x="6972357" y="379603"/>
                      <a:pt x="6966261" y="514985"/>
                    </a:cubicBezTo>
                    <a:cubicBezTo>
                      <a:pt x="6960165" y="651002"/>
                      <a:pt x="6954196" y="785495"/>
                      <a:pt x="6956990" y="946150"/>
                    </a:cubicBezTo>
                    <a:cubicBezTo>
                      <a:pt x="6958768" y="1049274"/>
                      <a:pt x="6964102" y="1163320"/>
                      <a:pt x="6975405" y="1295146"/>
                    </a:cubicBezTo>
                    <a:cubicBezTo>
                      <a:pt x="6976675" y="1310640"/>
                      <a:pt x="6971722" y="1326007"/>
                      <a:pt x="6961435" y="1337691"/>
                    </a:cubicBezTo>
                    <a:cubicBezTo>
                      <a:pt x="6951148" y="1349375"/>
                      <a:pt x="6936543" y="1356360"/>
                      <a:pt x="6921049" y="1357122"/>
                    </a:cubicBezTo>
                    <a:cubicBezTo>
                      <a:pt x="6793160" y="1362710"/>
                      <a:pt x="6600374" y="1355090"/>
                      <a:pt x="6392983" y="1346962"/>
                    </a:cubicBezTo>
                    <a:cubicBezTo>
                      <a:pt x="6138729" y="1337056"/>
                      <a:pt x="5860345" y="1326134"/>
                      <a:pt x="5638222" y="1335913"/>
                    </a:cubicBezTo>
                    <a:cubicBezTo>
                      <a:pt x="5554529" y="1339596"/>
                      <a:pt x="5480234" y="1346073"/>
                      <a:pt x="5419020" y="1356360"/>
                    </a:cubicBezTo>
                    <a:lnTo>
                      <a:pt x="5409622" y="1299972"/>
                    </a:lnTo>
                    <a:lnTo>
                      <a:pt x="5419020" y="1356360"/>
                    </a:lnTo>
                    <a:cubicBezTo>
                      <a:pt x="5035480" y="1420622"/>
                      <a:pt x="4820977" y="1408811"/>
                      <a:pt x="4238428" y="1356868"/>
                    </a:cubicBezTo>
                    <a:lnTo>
                      <a:pt x="4243508" y="1299972"/>
                    </a:lnTo>
                    <a:lnTo>
                      <a:pt x="4238428" y="1356868"/>
                    </a:lnTo>
                    <a:cubicBezTo>
                      <a:pt x="3848284" y="1322070"/>
                      <a:pt x="3613461" y="1334643"/>
                      <a:pt x="3395402" y="1346327"/>
                    </a:cubicBezTo>
                    <a:cubicBezTo>
                      <a:pt x="3291262" y="1351915"/>
                      <a:pt x="3189662" y="1357249"/>
                      <a:pt x="3077267" y="1357122"/>
                    </a:cubicBezTo>
                    <a:cubicBezTo>
                      <a:pt x="3003988" y="1356995"/>
                      <a:pt x="2931979" y="1356868"/>
                      <a:pt x="2858319" y="1356614"/>
                    </a:cubicBezTo>
                    <a:cubicBezTo>
                      <a:pt x="2781484" y="1356487"/>
                      <a:pt x="2702998" y="1356233"/>
                      <a:pt x="2619686" y="1356106"/>
                    </a:cubicBezTo>
                    <a:cubicBezTo>
                      <a:pt x="2409628" y="1355725"/>
                      <a:pt x="2168074" y="1355725"/>
                      <a:pt x="1842954" y="1357122"/>
                    </a:cubicBezTo>
                    <a:lnTo>
                      <a:pt x="1842700" y="1299972"/>
                    </a:lnTo>
                    <a:lnTo>
                      <a:pt x="1842954" y="1357122"/>
                    </a:lnTo>
                    <a:cubicBezTo>
                      <a:pt x="1645342" y="1357884"/>
                      <a:pt x="1462970" y="1348994"/>
                      <a:pt x="1280217" y="1340104"/>
                    </a:cubicBezTo>
                    <a:cubicBezTo>
                      <a:pt x="1092638" y="1330960"/>
                      <a:pt x="904424" y="1321816"/>
                      <a:pt x="695636" y="1322578"/>
                    </a:cubicBezTo>
                    <a:cubicBezTo>
                      <a:pt x="506914" y="1323340"/>
                      <a:pt x="301428" y="1332230"/>
                      <a:pt x="65335" y="1356868"/>
                    </a:cubicBezTo>
                    <a:cubicBezTo>
                      <a:pt x="49206" y="1358519"/>
                      <a:pt x="33204" y="1353312"/>
                      <a:pt x="21139" y="1342390"/>
                    </a:cubicBezTo>
                    <a:cubicBezTo>
                      <a:pt x="9074" y="1331468"/>
                      <a:pt x="2216" y="1316355"/>
                      <a:pt x="2216" y="1300099"/>
                    </a:cubicBezTo>
                    <a:cubicBezTo>
                      <a:pt x="2470" y="1136523"/>
                      <a:pt x="1835" y="974979"/>
                      <a:pt x="1073" y="816864"/>
                    </a:cubicBezTo>
                    <a:cubicBezTo>
                      <a:pt x="438" y="666115"/>
                      <a:pt x="-197" y="518414"/>
                      <a:pt x="57" y="375666"/>
                    </a:cubicBezTo>
                    <a:cubicBezTo>
                      <a:pt x="184" y="274701"/>
                      <a:pt x="819" y="176022"/>
                      <a:pt x="2216" y="80137"/>
                    </a:cubicBezTo>
                    <a:cubicBezTo>
                      <a:pt x="2470" y="63627"/>
                      <a:pt x="9836" y="48006"/>
                      <a:pt x="22536" y="37338"/>
                    </a:cubicBezTo>
                    <a:cubicBezTo>
                      <a:pt x="35236" y="26670"/>
                      <a:pt x="51746" y="21971"/>
                      <a:pt x="68129" y="24511"/>
                    </a:cubicBezTo>
                    <a:moveTo>
                      <a:pt x="50603" y="137541"/>
                    </a:moveTo>
                    <a:lnTo>
                      <a:pt x="59366" y="81026"/>
                    </a:lnTo>
                    <a:lnTo>
                      <a:pt x="116516" y="81915"/>
                    </a:lnTo>
                    <a:cubicBezTo>
                      <a:pt x="115119" y="177165"/>
                      <a:pt x="114484" y="275336"/>
                      <a:pt x="114357" y="375920"/>
                    </a:cubicBezTo>
                    <a:cubicBezTo>
                      <a:pt x="114103" y="518287"/>
                      <a:pt x="114738" y="665607"/>
                      <a:pt x="115373" y="816483"/>
                    </a:cubicBezTo>
                    <a:cubicBezTo>
                      <a:pt x="116008" y="974471"/>
                      <a:pt x="116770" y="1136396"/>
                      <a:pt x="116516" y="1300353"/>
                    </a:cubicBezTo>
                    <a:lnTo>
                      <a:pt x="59366" y="1300226"/>
                    </a:lnTo>
                    <a:lnTo>
                      <a:pt x="53397" y="1243330"/>
                    </a:lnTo>
                    <a:cubicBezTo>
                      <a:pt x="293554" y="1218311"/>
                      <a:pt x="502977" y="1209167"/>
                      <a:pt x="695128" y="1208532"/>
                    </a:cubicBezTo>
                    <a:cubicBezTo>
                      <a:pt x="907345" y="1207643"/>
                      <a:pt x="1098480" y="1217041"/>
                      <a:pt x="1285805" y="1226185"/>
                    </a:cubicBezTo>
                    <a:cubicBezTo>
                      <a:pt x="1468939" y="1235075"/>
                      <a:pt x="1648390" y="1243838"/>
                      <a:pt x="1842573" y="1243076"/>
                    </a:cubicBezTo>
                    <a:cubicBezTo>
                      <a:pt x="2167947" y="1241806"/>
                      <a:pt x="2409628" y="1241806"/>
                      <a:pt x="2619940" y="1242060"/>
                    </a:cubicBezTo>
                    <a:cubicBezTo>
                      <a:pt x="2703379" y="1242187"/>
                      <a:pt x="2781992" y="1242314"/>
                      <a:pt x="2858700" y="1242568"/>
                    </a:cubicBezTo>
                    <a:cubicBezTo>
                      <a:pt x="2932233" y="1242695"/>
                      <a:pt x="3004242" y="1242949"/>
                      <a:pt x="3077521" y="1243076"/>
                    </a:cubicBezTo>
                    <a:lnTo>
                      <a:pt x="3077394" y="1300226"/>
                    </a:lnTo>
                    <a:lnTo>
                      <a:pt x="3077521" y="1243076"/>
                    </a:lnTo>
                    <a:cubicBezTo>
                      <a:pt x="3186360" y="1243203"/>
                      <a:pt x="3284785" y="1237996"/>
                      <a:pt x="3389306" y="1232408"/>
                    </a:cubicBezTo>
                    <a:cubicBezTo>
                      <a:pt x="3609270" y="1220724"/>
                      <a:pt x="3850443" y="1207770"/>
                      <a:pt x="4248461" y="1243330"/>
                    </a:cubicBezTo>
                    <a:cubicBezTo>
                      <a:pt x="4829867" y="1295146"/>
                      <a:pt x="5031924" y="1305560"/>
                      <a:pt x="5399970" y="1243838"/>
                    </a:cubicBezTo>
                    <a:cubicBezTo>
                      <a:pt x="5467661" y="1232535"/>
                      <a:pt x="5547036" y="1225677"/>
                      <a:pt x="5633142" y="1221867"/>
                    </a:cubicBezTo>
                    <a:cubicBezTo>
                      <a:pt x="5860980" y="1211961"/>
                      <a:pt x="6144571" y="1223010"/>
                      <a:pt x="6397428" y="1232916"/>
                    </a:cubicBezTo>
                    <a:cubicBezTo>
                      <a:pt x="6606978" y="1241171"/>
                      <a:pt x="6793922" y="1248410"/>
                      <a:pt x="6915969" y="1243076"/>
                    </a:cubicBezTo>
                    <a:lnTo>
                      <a:pt x="6918509" y="1300226"/>
                    </a:lnTo>
                    <a:lnTo>
                      <a:pt x="6861613" y="1305052"/>
                    </a:lnTo>
                    <a:cubicBezTo>
                      <a:pt x="6850056" y="1170559"/>
                      <a:pt x="6844595" y="1053973"/>
                      <a:pt x="6842817" y="948182"/>
                    </a:cubicBezTo>
                    <a:cubicBezTo>
                      <a:pt x="6840023" y="783590"/>
                      <a:pt x="6846119" y="645795"/>
                      <a:pt x="6852215" y="509905"/>
                    </a:cubicBezTo>
                    <a:cubicBezTo>
                      <a:pt x="6858311" y="374396"/>
                      <a:pt x="6864153" y="240792"/>
                      <a:pt x="6861486" y="81915"/>
                    </a:cubicBezTo>
                    <a:lnTo>
                      <a:pt x="6918636" y="80899"/>
                    </a:lnTo>
                    <a:lnTo>
                      <a:pt x="6924097" y="137795"/>
                    </a:lnTo>
                    <a:cubicBezTo>
                      <a:pt x="6482137" y="180213"/>
                      <a:pt x="5614854" y="191389"/>
                      <a:pt x="5061134" y="137795"/>
                    </a:cubicBezTo>
                    <a:cubicBezTo>
                      <a:pt x="4744269" y="107188"/>
                      <a:pt x="4413307" y="121920"/>
                      <a:pt x="4143432" y="134112"/>
                    </a:cubicBezTo>
                    <a:cubicBezTo>
                      <a:pt x="3954964" y="142621"/>
                      <a:pt x="3790880" y="150241"/>
                      <a:pt x="3687883" y="137541"/>
                    </a:cubicBezTo>
                    <a:cubicBezTo>
                      <a:pt x="3459283" y="109474"/>
                      <a:pt x="3019101" y="103505"/>
                      <a:pt x="2532818" y="137795"/>
                    </a:cubicBezTo>
                    <a:cubicBezTo>
                      <a:pt x="2341429" y="151257"/>
                      <a:pt x="2183314" y="154813"/>
                      <a:pt x="2033327" y="153797"/>
                    </a:cubicBezTo>
                    <a:cubicBezTo>
                      <a:pt x="1922202" y="153035"/>
                      <a:pt x="1815522" y="149860"/>
                      <a:pt x="1703762" y="146558"/>
                    </a:cubicBezTo>
                    <a:cubicBezTo>
                      <a:pt x="1578794" y="142875"/>
                      <a:pt x="1446968" y="138938"/>
                      <a:pt x="1293806" y="137922"/>
                    </a:cubicBezTo>
                    <a:cubicBezTo>
                      <a:pt x="1119181" y="136779"/>
                      <a:pt x="950271" y="143256"/>
                      <a:pt x="789235" y="149479"/>
                    </a:cubicBezTo>
                    <a:cubicBezTo>
                      <a:pt x="516058" y="160020"/>
                      <a:pt x="262058" y="170053"/>
                      <a:pt x="50730" y="137160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0" y="-19050"/>
                <a:ext cx="6973436" cy="1352550"/>
              </a:xfrm>
              <a:prstGeom prst="rect">
                <a:avLst/>
              </a:prstGeom>
            </p:spPr>
            <p:txBody>
              <a:bodyPr wrap="none" lIns="50800" tIns="50800" rIns="50800" bIns="50800" rtlCol="0" anchor="ctr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>
                    <a:solidFill>
                      <a:srgbClr val="FFFFFF"/>
                    </a:solidFill>
                    <a:latin typeface="Arimo"/>
                    <a:ea typeface="맑은 고딕"/>
                    <a:cs typeface="Arimo"/>
                    <a:sym typeface="Arimo"/>
                  </a:rPr>
                  <a:t>입구 화분 속 열쇠 발견</a:t>
                </a:r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50610" y="10866790"/>
              <a:ext cx="6973436" cy="1333500"/>
              <a:chOff x="0" y="0"/>
              <a:chExt cx="6973436" cy="1333500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34187" y="39376"/>
                <a:ext cx="6883772" cy="1274632"/>
              </a:xfrm>
              <a:custGeom>
                <a:avLst/>
                <a:gdLst/>
                <a:ahLst/>
                <a:cxnLst/>
                <a:rect l="l" t="t" r="r" b="b"/>
                <a:pathLst>
                  <a:path w="6883772" h="1274632">
                    <a:moveTo>
                      <a:pt x="22963" y="17774"/>
                    </a:moveTo>
                    <a:cubicBezTo>
                      <a:pt x="487275" y="-19056"/>
                      <a:pt x="798552" y="19806"/>
                      <a:pt x="1326237" y="17774"/>
                    </a:cubicBezTo>
                    <a:cubicBezTo>
                      <a:pt x="1853922" y="15742"/>
                      <a:pt x="2046581" y="-3435"/>
                      <a:pt x="2492351" y="17774"/>
                    </a:cubicBezTo>
                    <a:cubicBezTo>
                      <a:pt x="2938121" y="38983"/>
                      <a:pt x="3624302" y="-31248"/>
                      <a:pt x="3932785" y="17774"/>
                    </a:cubicBezTo>
                    <a:cubicBezTo>
                      <a:pt x="4241268" y="66796"/>
                      <a:pt x="4767556" y="-8388"/>
                      <a:pt x="5236059" y="17774"/>
                    </a:cubicBezTo>
                    <a:cubicBezTo>
                      <a:pt x="5704562" y="43936"/>
                      <a:pt x="6134457" y="32379"/>
                      <a:pt x="6882233" y="17774"/>
                    </a:cubicBezTo>
                    <a:cubicBezTo>
                      <a:pt x="6889980" y="529076"/>
                      <a:pt x="6865088" y="702812"/>
                      <a:pt x="6882233" y="1236974"/>
                    </a:cubicBezTo>
                    <a:cubicBezTo>
                      <a:pt x="6580862" y="1211574"/>
                      <a:pt x="5839182" y="1209669"/>
                      <a:pt x="5441799" y="1236974"/>
                    </a:cubicBezTo>
                    <a:cubicBezTo>
                      <a:pt x="5044416" y="1264279"/>
                      <a:pt x="4496030" y="1305935"/>
                      <a:pt x="4001365" y="1236974"/>
                    </a:cubicBezTo>
                    <a:cubicBezTo>
                      <a:pt x="3506700" y="1168013"/>
                      <a:pt x="3006193" y="1197477"/>
                      <a:pt x="2560931" y="1236974"/>
                    </a:cubicBezTo>
                    <a:cubicBezTo>
                      <a:pt x="2115669" y="1276471"/>
                      <a:pt x="660122" y="1281551"/>
                      <a:pt x="23090" y="1236974"/>
                    </a:cubicBezTo>
                    <a:cubicBezTo>
                      <a:pt x="-28091" y="862578"/>
                      <a:pt x="21566" y="365500"/>
                      <a:pt x="23090" y="17774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1" name="Freeform 81"/>
              <p:cNvSpPr/>
              <p:nvPr/>
            </p:nvSpPr>
            <p:spPr>
              <a:xfrm>
                <a:off x="54884" y="33432"/>
                <a:ext cx="6862214" cy="1286072"/>
              </a:xfrm>
              <a:custGeom>
                <a:avLst/>
                <a:gdLst/>
                <a:ahLst/>
                <a:cxnLst/>
                <a:rect l="l" t="t" r="r" b="b"/>
                <a:pathLst>
                  <a:path w="6862214" h="1286072">
                    <a:moveTo>
                      <a:pt x="2266" y="23718"/>
                    </a:moveTo>
                    <a:cubicBezTo>
                      <a:pt x="326751" y="74264"/>
                      <a:pt x="759440" y="20670"/>
                      <a:pt x="1236960" y="23718"/>
                    </a:cubicBezTo>
                    <a:cubicBezTo>
                      <a:pt x="1714480" y="26766"/>
                      <a:pt x="1983466" y="58135"/>
                      <a:pt x="2471654" y="23718"/>
                    </a:cubicBezTo>
                    <a:cubicBezTo>
                      <a:pt x="2959842" y="-10699"/>
                      <a:pt x="3403961" y="-4984"/>
                      <a:pt x="3637768" y="23718"/>
                    </a:cubicBezTo>
                    <a:cubicBezTo>
                      <a:pt x="3871575" y="52420"/>
                      <a:pt x="4459839" y="-29495"/>
                      <a:pt x="5009622" y="23718"/>
                    </a:cubicBezTo>
                    <a:cubicBezTo>
                      <a:pt x="5559405" y="76931"/>
                      <a:pt x="6422878" y="65755"/>
                      <a:pt x="6861536" y="23718"/>
                    </a:cubicBezTo>
                    <a:cubicBezTo>
                      <a:pt x="6868775" y="449803"/>
                      <a:pt x="6814546" y="695548"/>
                      <a:pt x="6861536" y="1242918"/>
                    </a:cubicBezTo>
                    <a:cubicBezTo>
                      <a:pt x="6527145" y="1257523"/>
                      <a:pt x="5728315" y="1179926"/>
                      <a:pt x="5352522" y="1242918"/>
                    </a:cubicBezTo>
                    <a:cubicBezTo>
                      <a:pt x="4976729" y="1305910"/>
                      <a:pt x="4768449" y="1294734"/>
                      <a:pt x="4186408" y="1242918"/>
                    </a:cubicBezTo>
                    <a:cubicBezTo>
                      <a:pt x="3604367" y="1191102"/>
                      <a:pt x="3362940" y="1243426"/>
                      <a:pt x="3020294" y="1242918"/>
                    </a:cubicBezTo>
                    <a:cubicBezTo>
                      <a:pt x="2677648" y="1242410"/>
                      <a:pt x="2363704" y="1240632"/>
                      <a:pt x="1785600" y="1242918"/>
                    </a:cubicBezTo>
                    <a:cubicBezTo>
                      <a:pt x="1207496" y="1245204"/>
                      <a:pt x="760583" y="1163924"/>
                      <a:pt x="2266" y="1242918"/>
                    </a:cubicBezTo>
                    <a:cubicBezTo>
                      <a:pt x="3028" y="812007"/>
                      <a:pt x="-3195" y="395828"/>
                      <a:pt x="2266" y="2371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2" name="Freeform 82"/>
              <p:cNvSpPr/>
              <p:nvPr/>
            </p:nvSpPr>
            <p:spPr>
              <a:xfrm>
                <a:off x="-23126" y="-17836"/>
                <a:ext cx="6997992" cy="1389039"/>
              </a:xfrm>
              <a:custGeom>
                <a:avLst/>
                <a:gdLst/>
                <a:ahLst/>
                <a:cxnLst/>
                <a:rect l="l" t="t" r="r" b="b"/>
                <a:pathLst>
                  <a:path w="6997992" h="1389039">
                    <a:moveTo>
                      <a:pt x="75704" y="17963"/>
                    </a:moveTo>
                    <a:cubicBezTo>
                      <a:pt x="371360" y="-5532"/>
                      <a:pt x="605802" y="1453"/>
                      <a:pt x="868819" y="9200"/>
                    </a:cubicBezTo>
                    <a:cubicBezTo>
                      <a:pt x="1023759" y="13772"/>
                      <a:pt x="1188732" y="18598"/>
                      <a:pt x="1383296" y="17836"/>
                    </a:cubicBezTo>
                    <a:cubicBezTo>
                      <a:pt x="1563763" y="17201"/>
                      <a:pt x="1704860" y="14407"/>
                      <a:pt x="1830717" y="11994"/>
                    </a:cubicBezTo>
                    <a:cubicBezTo>
                      <a:pt x="1931428" y="10089"/>
                      <a:pt x="2022487" y="8311"/>
                      <a:pt x="2115832" y="7930"/>
                    </a:cubicBezTo>
                    <a:cubicBezTo>
                      <a:pt x="2246261" y="7422"/>
                      <a:pt x="2380754" y="9708"/>
                      <a:pt x="2552331" y="17836"/>
                    </a:cubicBezTo>
                    <a:cubicBezTo>
                      <a:pt x="2745244" y="26980"/>
                      <a:pt x="2984766" y="18852"/>
                      <a:pt x="3221748" y="10724"/>
                    </a:cubicBezTo>
                    <a:cubicBezTo>
                      <a:pt x="3445649" y="2977"/>
                      <a:pt x="3667645" y="-4643"/>
                      <a:pt x="3839349" y="3485"/>
                    </a:cubicBezTo>
                    <a:cubicBezTo>
                      <a:pt x="3898150" y="6279"/>
                      <a:pt x="3952252" y="10978"/>
                      <a:pt x="3999115" y="18471"/>
                    </a:cubicBezTo>
                    <a:cubicBezTo>
                      <a:pt x="4157992" y="43744"/>
                      <a:pt x="4380115" y="34727"/>
                      <a:pt x="4631575" y="24186"/>
                    </a:cubicBezTo>
                    <a:cubicBezTo>
                      <a:pt x="4845062" y="15296"/>
                      <a:pt x="5076837" y="5517"/>
                      <a:pt x="5296674" y="17836"/>
                    </a:cubicBezTo>
                    <a:lnTo>
                      <a:pt x="5293499" y="74859"/>
                    </a:lnTo>
                    <a:lnTo>
                      <a:pt x="5296674" y="17836"/>
                    </a:lnTo>
                    <a:cubicBezTo>
                      <a:pt x="5726188" y="41839"/>
                      <a:pt x="6123190" y="33965"/>
                      <a:pt x="6769874" y="21138"/>
                    </a:cubicBezTo>
                    <a:cubicBezTo>
                      <a:pt x="6823976" y="20122"/>
                      <a:pt x="6880237" y="18979"/>
                      <a:pt x="6938276" y="17836"/>
                    </a:cubicBezTo>
                    <a:cubicBezTo>
                      <a:pt x="6953516" y="17582"/>
                      <a:pt x="6968121" y="23297"/>
                      <a:pt x="6979043" y="33838"/>
                    </a:cubicBezTo>
                    <a:cubicBezTo>
                      <a:pt x="6989965" y="44379"/>
                      <a:pt x="6996315" y="58857"/>
                      <a:pt x="6996442" y="74097"/>
                    </a:cubicBezTo>
                    <a:cubicBezTo>
                      <a:pt x="6999871" y="302316"/>
                      <a:pt x="6996950" y="463733"/>
                      <a:pt x="6994029" y="618927"/>
                    </a:cubicBezTo>
                    <a:cubicBezTo>
                      <a:pt x="6991362" y="763961"/>
                      <a:pt x="6988695" y="903407"/>
                      <a:pt x="6991489" y="1087938"/>
                    </a:cubicBezTo>
                    <a:cubicBezTo>
                      <a:pt x="6992378" y="1150295"/>
                      <a:pt x="6994029" y="1217732"/>
                      <a:pt x="6996442" y="1292281"/>
                    </a:cubicBezTo>
                    <a:cubicBezTo>
                      <a:pt x="6996950" y="1308537"/>
                      <a:pt x="6990473" y="1324285"/>
                      <a:pt x="6978662" y="1335588"/>
                    </a:cubicBezTo>
                    <a:cubicBezTo>
                      <a:pt x="6966851" y="1346891"/>
                      <a:pt x="6950722" y="1352479"/>
                      <a:pt x="6934466" y="1351082"/>
                    </a:cubicBezTo>
                    <a:cubicBezTo>
                      <a:pt x="6636397" y="1326063"/>
                      <a:pt x="5897765" y="1324031"/>
                      <a:pt x="5502795" y="1351209"/>
                    </a:cubicBezTo>
                    <a:cubicBezTo>
                      <a:pt x="5488571" y="1352225"/>
                      <a:pt x="5474093" y="1353241"/>
                      <a:pt x="5459361" y="1354257"/>
                    </a:cubicBezTo>
                    <a:cubicBezTo>
                      <a:pt x="5444248" y="1355273"/>
                      <a:pt x="5429008" y="1356289"/>
                      <a:pt x="5413641" y="1357432"/>
                    </a:cubicBezTo>
                    <a:cubicBezTo>
                      <a:pt x="5026418" y="1383975"/>
                      <a:pt x="4516005" y="1415725"/>
                      <a:pt x="4050550" y="1350828"/>
                    </a:cubicBezTo>
                    <a:lnTo>
                      <a:pt x="4058424" y="1294186"/>
                    </a:lnTo>
                    <a:lnTo>
                      <a:pt x="4050550" y="1350828"/>
                    </a:lnTo>
                    <a:cubicBezTo>
                      <a:pt x="3562743" y="1282883"/>
                      <a:pt x="3067570" y="1311712"/>
                      <a:pt x="2623070" y="1351209"/>
                    </a:cubicBezTo>
                    <a:cubicBezTo>
                      <a:pt x="2174252" y="1390960"/>
                      <a:pt x="715530" y="1396040"/>
                      <a:pt x="76212" y="1351336"/>
                    </a:cubicBezTo>
                    <a:cubicBezTo>
                      <a:pt x="49161" y="1349431"/>
                      <a:pt x="27190" y="1328857"/>
                      <a:pt x="23634" y="1302060"/>
                    </a:cubicBezTo>
                    <a:cubicBezTo>
                      <a:pt x="-12815" y="1035487"/>
                      <a:pt x="774" y="710240"/>
                      <a:pt x="12585" y="424236"/>
                    </a:cubicBezTo>
                    <a:cubicBezTo>
                      <a:pt x="17792" y="297998"/>
                      <a:pt x="22618" y="179380"/>
                      <a:pt x="23126" y="74732"/>
                    </a:cubicBezTo>
                    <a:cubicBezTo>
                      <a:pt x="23253" y="45014"/>
                      <a:pt x="46113" y="20376"/>
                      <a:pt x="75704" y="17963"/>
                    </a:cubicBezTo>
                    <a:moveTo>
                      <a:pt x="84721" y="131882"/>
                    </a:moveTo>
                    <a:lnTo>
                      <a:pt x="80276" y="74986"/>
                    </a:lnTo>
                    <a:lnTo>
                      <a:pt x="137426" y="75240"/>
                    </a:lnTo>
                    <a:cubicBezTo>
                      <a:pt x="136918" y="182428"/>
                      <a:pt x="131965" y="303332"/>
                      <a:pt x="126758" y="428935"/>
                    </a:cubicBezTo>
                    <a:cubicBezTo>
                      <a:pt x="114820" y="717987"/>
                      <a:pt x="102120" y="1032185"/>
                      <a:pt x="136918" y="1286439"/>
                    </a:cubicBezTo>
                    <a:lnTo>
                      <a:pt x="80276" y="1294186"/>
                    </a:lnTo>
                    <a:lnTo>
                      <a:pt x="84213" y="1237163"/>
                    </a:lnTo>
                    <a:cubicBezTo>
                      <a:pt x="718832" y="1281486"/>
                      <a:pt x="2171458" y="1276406"/>
                      <a:pt x="2613037" y="1237290"/>
                    </a:cubicBezTo>
                    <a:lnTo>
                      <a:pt x="2618117" y="1294186"/>
                    </a:lnTo>
                    <a:lnTo>
                      <a:pt x="2613037" y="1237290"/>
                    </a:lnTo>
                    <a:cubicBezTo>
                      <a:pt x="3058934" y="1197793"/>
                      <a:pt x="3564902" y="1167694"/>
                      <a:pt x="4066425" y="1237671"/>
                    </a:cubicBezTo>
                    <a:cubicBezTo>
                      <a:pt x="4518291" y="1300663"/>
                      <a:pt x="5017401" y="1270056"/>
                      <a:pt x="5405894" y="1243386"/>
                    </a:cubicBezTo>
                    <a:cubicBezTo>
                      <a:pt x="5421261" y="1242370"/>
                      <a:pt x="5436501" y="1241227"/>
                      <a:pt x="5451614" y="1240211"/>
                    </a:cubicBezTo>
                    <a:cubicBezTo>
                      <a:pt x="5466346" y="1239195"/>
                      <a:pt x="5480824" y="1238179"/>
                      <a:pt x="5495048" y="1237163"/>
                    </a:cubicBezTo>
                    <a:lnTo>
                      <a:pt x="5498985" y="1294186"/>
                    </a:lnTo>
                    <a:lnTo>
                      <a:pt x="5495048" y="1237163"/>
                    </a:lnTo>
                    <a:cubicBezTo>
                      <a:pt x="5894717" y="1209731"/>
                      <a:pt x="6639318" y="1211636"/>
                      <a:pt x="6944118" y="1237290"/>
                    </a:cubicBezTo>
                    <a:lnTo>
                      <a:pt x="6939292" y="1294186"/>
                    </a:lnTo>
                    <a:lnTo>
                      <a:pt x="6882142" y="1295964"/>
                    </a:lnTo>
                    <a:cubicBezTo>
                      <a:pt x="6879729" y="1220780"/>
                      <a:pt x="6878205" y="1152708"/>
                      <a:pt x="6877189" y="1089716"/>
                    </a:cubicBezTo>
                    <a:cubicBezTo>
                      <a:pt x="6874395" y="903026"/>
                      <a:pt x="6876935" y="761929"/>
                      <a:pt x="6879729" y="616768"/>
                    </a:cubicBezTo>
                    <a:cubicBezTo>
                      <a:pt x="6882650" y="461701"/>
                      <a:pt x="6885571" y="301935"/>
                      <a:pt x="6882142" y="75748"/>
                    </a:cubicBezTo>
                    <a:lnTo>
                      <a:pt x="6939292" y="74859"/>
                    </a:lnTo>
                    <a:lnTo>
                      <a:pt x="6940435" y="132009"/>
                    </a:lnTo>
                    <a:cubicBezTo>
                      <a:pt x="6882396" y="133152"/>
                      <a:pt x="6826135" y="134295"/>
                      <a:pt x="6771779" y="135311"/>
                    </a:cubicBezTo>
                    <a:cubicBezTo>
                      <a:pt x="6126238" y="148138"/>
                      <a:pt x="5724664" y="156139"/>
                      <a:pt x="5289943" y="131882"/>
                    </a:cubicBezTo>
                    <a:cubicBezTo>
                      <a:pt x="5076710" y="119944"/>
                      <a:pt x="4850650" y="129342"/>
                      <a:pt x="4636020" y="138359"/>
                    </a:cubicBezTo>
                    <a:cubicBezTo>
                      <a:pt x="4389386" y="148646"/>
                      <a:pt x="4153801" y="158806"/>
                      <a:pt x="3980954" y="131247"/>
                    </a:cubicBezTo>
                    <a:lnTo>
                      <a:pt x="3989971" y="74859"/>
                    </a:lnTo>
                    <a:lnTo>
                      <a:pt x="3980954" y="131247"/>
                    </a:lnTo>
                    <a:cubicBezTo>
                      <a:pt x="3939679" y="124643"/>
                      <a:pt x="3890149" y="120325"/>
                      <a:pt x="3833761" y="117531"/>
                    </a:cubicBezTo>
                    <a:cubicBezTo>
                      <a:pt x="3667899" y="109657"/>
                      <a:pt x="3451110" y="117023"/>
                      <a:pt x="3225558" y="124770"/>
                    </a:cubicBezTo>
                    <a:cubicBezTo>
                      <a:pt x="2990100" y="132898"/>
                      <a:pt x="2745371" y="141280"/>
                      <a:pt x="2546870" y="131882"/>
                    </a:cubicBezTo>
                    <a:lnTo>
                      <a:pt x="2549537" y="74859"/>
                    </a:lnTo>
                    <a:lnTo>
                      <a:pt x="2546870" y="131882"/>
                    </a:lnTo>
                    <a:cubicBezTo>
                      <a:pt x="2377325" y="123754"/>
                      <a:pt x="2244737" y="121595"/>
                      <a:pt x="2116213" y="122103"/>
                    </a:cubicBezTo>
                    <a:cubicBezTo>
                      <a:pt x="2023884" y="122484"/>
                      <a:pt x="1933714" y="124135"/>
                      <a:pt x="1832876" y="126167"/>
                    </a:cubicBezTo>
                    <a:cubicBezTo>
                      <a:pt x="1707019" y="128580"/>
                      <a:pt x="1565160" y="131247"/>
                      <a:pt x="1383804" y="132009"/>
                    </a:cubicBezTo>
                    <a:lnTo>
                      <a:pt x="1383550" y="74859"/>
                    </a:lnTo>
                    <a:lnTo>
                      <a:pt x="1383804" y="132009"/>
                    </a:lnTo>
                    <a:cubicBezTo>
                      <a:pt x="1187208" y="132771"/>
                      <a:pt x="1020457" y="127818"/>
                      <a:pt x="865517" y="123373"/>
                    </a:cubicBezTo>
                    <a:cubicBezTo>
                      <a:pt x="602373" y="115626"/>
                      <a:pt x="373646" y="109022"/>
                      <a:pt x="84848" y="131882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3" name="Freeform 83"/>
              <p:cNvSpPr/>
              <p:nvPr/>
            </p:nvSpPr>
            <p:spPr>
              <a:xfrm>
                <a:off x="-2216" y="-23876"/>
                <a:ext cx="6976357" cy="1400294"/>
              </a:xfrm>
              <a:custGeom>
                <a:avLst/>
                <a:gdLst/>
                <a:ahLst/>
                <a:cxnLst/>
                <a:rect l="l" t="t" r="r" b="b"/>
                <a:pathLst>
                  <a:path w="6976357" h="1400294">
                    <a:moveTo>
                      <a:pt x="68129" y="24511"/>
                    </a:moveTo>
                    <a:cubicBezTo>
                      <a:pt x="266249" y="55372"/>
                      <a:pt x="507930" y="46228"/>
                      <a:pt x="784663" y="35560"/>
                    </a:cubicBezTo>
                    <a:cubicBezTo>
                      <a:pt x="945318" y="29337"/>
                      <a:pt x="1116768" y="22733"/>
                      <a:pt x="1294441" y="23876"/>
                    </a:cubicBezTo>
                    <a:lnTo>
                      <a:pt x="1294060" y="81026"/>
                    </a:lnTo>
                    <a:lnTo>
                      <a:pt x="1294441" y="23876"/>
                    </a:lnTo>
                    <a:cubicBezTo>
                      <a:pt x="1449127" y="24892"/>
                      <a:pt x="1582096" y="28829"/>
                      <a:pt x="1707064" y="32512"/>
                    </a:cubicBezTo>
                    <a:cubicBezTo>
                      <a:pt x="1819078" y="35814"/>
                      <a:pt x="1924361" y="38989"/>
                      <a:pt x="2033962" y="39624"/>
                    </a:cubicBezTo>
                    <a:cubicBezTo>
                      <a:pt x="2181409" y="40640"/>
                      <a:pt x="2336476" y="37211"/>
                      <a:pt x="2524690" y="23876"/>
                    </a:cubicBezTo>
                    <a:lnTo>
                      <a:pt x="2528754" y="80899"/>
                    </a:lnTo>
                    <a:lnTo>
                      <a:pt x="2524690" y="23876"/>
                    </a:lnTo>
                    <a:cubicBezTo>
                      <a:pt x="3014529" y="-10668"/>
                      <a:pt x="3462839" y="-5207"/>
                      <a:pt x="3701726" y="24130"/>
                    </a:cubicBezTo>
                    <a:lnTo>
                      <a:pt x="3694741" y="80899"/>
                    </a:lnTo>
                    <a:lnTo>
                      <a:pt x="3701726" y="24130"/>
                    </a:lnTo>
                    <a:cubicBezTo>
                      <a:pt x="3792658" y="35306"/>
                      <a:pt x="3944550" y="28702"/>
                      <a:pt x="4138225" y="19939"/>
                    </a:cubicBezTo>
                    <a:cubicBezTo>
                      <a:pt x="4406957" y="7747"/>
                      <a:pt x="4745793" y="-7620"/>
                      <a:pt x="5072056" y="24003"/>
                    </a:cubicBezTo>
                    <a:lnTo>
                      <a:pt x="5066595" y="80899"/>
                    </a:lnTo>
                    <a:lnTo>
                      <a:pt x="5072056" y="24003"/>
                    </a:lnTo>
                    <a:cubicBezTo>
                      <a:pt x="5617775" y="76835"/>
                      <a:pt x="6477692" y="65786"/>
                      <a:pt x="6913048" y="24003"/>
                    </a:cubicBezTo>
                    <a:cubicBezTo>
                      <a:pt x="6928923" y="22479"/>
                      <a:pt x="6944671" y="27686"/>
                      <a:pt x="6956609" y="38227"/>
                    </a:cubicBezTo>
                    <a:cubicBezTo>
                      <a:pt x="6968547" y="48768"/>
                      <a:pt x="6975405" y="63881"/>
                      <a:pt x="6975659" y="79883"/>
                    </a:cubicBezTo>
                    <a:cubicBezTo>
                      <a:pt x="6978453" y="242824"/>
                      <a:pt x="6972357" y="379603"/>
                      <a:pt x="6966261" y="514985"/>
                    </a:cubicBezTo>
                    <a:cubicBezTo>
                      <a:pt x="6960165" y="651002"/>
                      <a:pt x="6954196" y="785495"/>
                      <a:pt x="6956990" y="946150"/>
                    </a:cubicBezTo>
                    <a:cubicBezTo>
                      <a:pt x="6958768" y="1049274"/>
                      <a:pt x="6964102" y="1163320"/>
                      <a:pt x="6975405" y="1295146"/>
                    </a:cubicBezTo>
                    <a:cubicBezTo>
                      <a:pt x="6976675" y="1310640"/>
                      <a:pt x="6971722" y="1326007"/>
                      <a:pt x="6961435" y="1337691"/>
                    </a:cubicBezTo>
                    <a:cubicBezTo>
                      <a:pt x="6951148" y="1349375"/>
                      <a:pt x="6936543" y="1356360"/>
                      <a:pt x="6921049" y="1357122"/>
                    </a:cubicBezTo>
                    <a:cubicBezTo>
                      <a:pt x="6793160" y="1362710"/>
                      <a:pt x="6600374" y="1355090"/>
                      <a:pt x="6392983" y="1346962"/>
                    </a:cubicBezTo>
                    <a:cubicBezTo>
                      <a:pt x="6138729" y="1337056"/>
                      <a:pt x="5860345" y="1326134"/>
                      <a:pt x="5638222" y="1335913"/>
                    </a:cubicBezTo>
                    <a:cubicBezTo>
                      <a:pt x="5554529" y="1339596"/>
                      <a:pt x="5480234" y="1346073"/>
                      <a:pt x="5419020" y="1356360"/>
                    </a:cubicBezTo>
                    <a:lnTo>
                      <a:pt x="5409622" y="1299972"/>
                    </a:lnTo>
                    <a:lnTo>
                      <a:pt x="5419020" y="1356360"/>
                    </a:lnTo>
                    <a:cubicBezTo>
                      <a:pt x="5035480" y="1420622"/>
                      <a:pt x="4820977" y="1408811"/>
                      <a:pt x="4238428" y="1356868"/>
                    </a:cubicBezTo>
                    <a:lnTo>
                      <a:pt x="4243508" y="1299972"/>
                    </a:lnTo>
                    <a:lnTo>
                      <a:pt x="4238428" y="1356868"/>
                    </a:lnTo>
                    <a:cubicBezTo>
                      <a:pt x="3848284" y="1322070"/>
                      <a:pt x="3613461" y="1334643"/>
                      <a:pt x="3395402" y="1346327"/>
                    </a:cubicBezTo>
                    <a:cubicBezTo>
                      <a:pt x="3291262" y="1351915"/>
                      <a:pt x="3189662" y="1357249"/>
                      <a:pt x="3077267" y="1357122"/>
                    </a:cubicBezTo>
                    <a:cubicBezTo>
                      <a:pt x="3003988" y="1356995"/>
                      <a:pt x="2931979" y="1356868"/>
                      <a:pt x="2858319" y="1356614"/>
                    </a:cubicBezTo>
                    <a:cubicBezTo>
                      <a:pt x="2781484" y="1356487"/>
                      <a:pt x="2702998" y="1356233"/>
                      <a:pt x="2619686" y="1356106"/>
                    </a:cubicBezTo>
                    <a:cubicBezTo>
                      <a:pt x="2409628" y="1355725"/>
                      <a:pt x="2168074" y="1355725"/>
                      <a:pt x="1842954" y="1357122"/>
                    </a:cubicBezTo>
                    <a:lnTo>
                      <a:pt x="1842700" y="1299972"/>
                    </a:lnTo>
                    <a:lnTo>
                      <a:pt x="1842954" y="1357122"/>
                    </a:lnTo>
                    <a:cubicBezTo>
                      <a:pt x="1645342" y="1357884"/>
                      <a:pt x="1462970" y="1348994"/>
                      <a:pt x="1280217" y="1340104"/>
                    </a:cubicBezTo>
                    <a:cubicBezTo>
                      <a:pt x="1092638" y="1330960"/>
                      <a:pt x="904424" y="1321816"/>
                      <a:pt x="695636" y="1322578"/>
                    </a:cubicBezTo>
                    <a:cubicBezTo>
                      <a:pt x="506914" y="1323340"/>
                      <a:pt x="301428" y="1332230"/>
                      <a:pt x="65335" y="1356868"/>
                    </a:cubicBezTo>
                    <a:cubicBezTo>
                      <a:pt x="49206" y="1358519"/>
                      <a:pt x="33204" y="1353312"/>
                      <a:pt x="21139" y="1342390"/>
                    </a:cubicBezTo>
                    <a:cubicBezTo>
                      <a:pt x="9074" y="1331468"/>
                      <a:pt x="2216" y="1316355"/>
                      <a:pt x="2216" y="1300099"/>
                    </a:cubicBezTo>
                    <a:cubicBezTo>
                      <a:pt x="2470" y="1136523"/>
                      <a:pt x="1835" y="974979"/>
                      <a:pt x="1073" y="816864"/>
                    </a:cubicBezTo>
                    <a:cubicBezTo>
                      <a:pt x="438" y="666115"/>
                      <a:pt x="-197" y="518414"/>
                      <a:pt x="57" y="375666"/>
                    </a:cubicBezTo>
                    <a:cubicBezTo>
                      <a:pt x="184" y="274701"/>
                      <a:pt x="819" y="176022"/>
                      <a:pt x="2216" y="80137"/>
                    </a:cubicBezTo>
                    <a:cubicBezTo>
                      <a:pt x="2470" y="63627"/>
                      <a:pt x="9836" y="48006"/>
                      <a:pt x="22536" y="37338"/>
                    </a:cubicBezTo>
                    <a:cubicBezTo>
                      <a:pt x="35236" y="26670"/>
                      <a:pt x="51746" y="21971"/>
                      <a:pt x="68129" y="24511"/>
                    </a:cubicBezTo>
                    <a:moveTo>
                      <a:pt x="50603" y="137541"/>
                    </a:moveTo>
                    <a:lnTo>
                      <a:pt x="59366" y="81026"/>
                    </a:lnTo>
                    <a:lnTo>
                      <a:pt x="116516" y="81915"/>
                    </a:lnTo>
                    <a:cubicBezTo>
                      <a:pt x="115119" y="177165"/>
                      <a:pt x="114484" y="275336"/>
                      <a:pt x="114357" y="375920"/>
                    </a:cubicBezTo>
                    <a:cubicBezTo>
                      <a:pt x="114103" y="518287"/>
                      <a:pt x="114738" y="665607"/>
                      <a:pt x="115373" y="816483"/>
                    </a:cubicBezTo>
                    <a:cubicBezTo>
                      <a:pt x="116008" y="974471"/>
                      <a:pt x="116770" y="1136396"/>
                      <a:pt x="116516" y="1300353"/>
                    </a:cubicBezTo>
                    <a:lnTo>
                      <a:pt x="59366" y="1300226"/>
                    </a:lnTo>
                    <a:lnTo>
                      <a:pt x="53397" y="1243330"/>
                    </a:lnTo>
                    <a:cubicBezTo>
                      <a:pt x="293554" y="1218311"/>
                      <a:pt x="502977" y="1209167"/>
                      <a:pt x="695128" y="1208532"/>
                    </a:cubicBezTo>
                    <a:cubicBezTo>
                      <a:pt x="907345" y="1207643"/>
                      <a:pt x="1098480" y="1217041"/>
                      <a:pt x="1285805" y="1226185"/>
                    </a:cubicBezTo>
                    <a:cubicBezTo>
                      <a:pt x="1468939" y="1235075"/>
                      <a:pt x="1648390" y="1243838"/>
                      <a:pt x="1842573" y="1243076"/>
                    </a:cubicBezTo>
                    <a:cubicBezTo>
                      <a:pt x="2167947" y="1241806"/>
                      <a:pt x="2409628" y="1241806"/>
                      <a:pt x="2619940" y="1242060"/>
                    </a:cubicBezTo>
                    <a:cubicBezTo>
                      <a:pt x="2703379" y="1242187"/>
                      <a:pt x="2781992" y="1242314"/>
                      <a:pt x="2858700" y="1242568"/>
                    </a:cubicBezTo>
                    <a:cubicBezTo>
                      <a:pt x="2932233" y="1242695"/>
                      <a:pt x="3004242" y="1242949"/>
                      <a:pt x="3077521" y="1243076"/>
                    </a:cubicBezTo>
                    <a:lnTo>
                      <a:pt x="3077394" y="1300226"/>
                    </a:lnTo>
                    <a:lnTo>
                      <a:pt x="3077521" y="1243076"/>
                    </a:lnTo>
                    <a:cubicBezTo>
                      <a:pt x="3186360" y="1243203"/>
                      <a:pt x="3284785" y="1237996"/>
                      <a:pt x="3389306" y="1232408"/>
                    </a:cubicBezTo>
                    <a:cubicBezTo>
                      <a:pt x="3609270" y="1220724"/>
                      <a:pt x="3850443" y="1207770"/>
                      <a:pt x="4248461" y="1243330"/>
                    </a:cubicBezTo>
                    <a:cubicBezTo>
                      <a:pt x="4829867" y="1295146"/>
                      <a:pt x="5031924" y="1305560"/>
                      <a:pt x="5399970" y="1243838"/>
                    </a:cubicBezTo>
                    <a:cubicBezTo>
                      <a:pt x="5467661" y="1232535"/>
                      <a:pt x="5547036" y="1225677"/>
                      <a:pt x="5633142" y="1221867"/>
                    </a:cubicBezTo>
                    <a:cubicBezTo>
                      <a:pt x="5860980" y="1211961"/>
                      <a:pt x="6144571" y="1223010"/>
                      <a:pt x="6397428" y="1232916"/>
                    </a:cubicBezTo>
                    <a:cubicBezTo>
                      <a:pt x="6606978" y="1241171"/>
                      <a:pt x="6793922" y="1248410"/>
                      <a:pt x="6915969" y="1243076"/>
                    </a:cubicBezTo>
                    <a:lnTo>
                      <a:pt x="6918509" y="1300226"/>
                    </a:lnTo>
                    <a:lnTo>
                      <a:pt x="6861613" y="1305052"/>
                    </a:lnTo>
                    <a:cubicBezTo>
                      <a:pt x="6850056" y="1170559"/>
                      <a:pt x="6844595" y="1053973"/>
                      <a:pt x="6842817" y="948182"/>
                    </a:cubicBezTo>
                    <a:cubicBezTo>
                      <a:pt x="6840023" y="783590"/>
                      <a:pt x="6846119" y="645795"/>
                      <a:pt x="6852215" y="509905"/>
                    </a:cubicBezTo>
                    <a:cubicBezTo>
                      <a:pt x="6858311" y="374396"/>
                      <a:pt x="6864153" y="240792"/>
                      <a:pt x="6861486" y="81915"/>
                    </a:cubicBezTo>
                    <a:lnTo>
                      <a:pt x="6918636" y="80899"/>
                    </a:lnTo>
                    <a:lnTo>
                      <a:pt x="6924097" y="137795"/>
                    </a:lnTo>
                    <a:cubicBezTo>
                      <a:pt x="6482137" y="180213"/>
                      <a:pt x="5614854" y="191389"/>
                      <a:pt x="5061134" y="137795"/>
                    </a:cubicBezTo>
                    <a:cubicBezTo>
                      <a:pt x="4744269" y="107188"/>
                      <a:pt x="4413307" y="121920"/>
                      <a:pt x="4143432" y="134112"/>
                    </a:cubicBezTo>
                    <a:cubicBezTo>
                      <a:pt x="3954964" y="142621"/>
                      <a:pt x="3790880" y="150241"/>
                      <a:pt x="3687883" y="137541"/>
                    </a:cubicBezTo>
                    <a:cubicBezTo>
                      <a:pt x="3459283" y="109474"/>
                      <a:pt x="3019101" y="103505"/>
                      <a:pt x="2532818" y="137795"/>
                    </a:cubicBezTo>
                    <a:cubicBezTo>
                      <a:pt x="2341429" y="151257"/>
                      <a:pt x="2183314" y="154813"/>
                      <a:pt x="2033327" y="153797"/>
                    </a:cubicBezTo>
                    <a:cubicBezTo>
                      <a:pt x="1922202" y="153035"/>
                      <a:pt x="1815522" y="149860"/>
                      <a:pt x="1703762" y="146558"/>
                    </a:cubicBezTo>
                    <a:cubicBezTo>
                      <a:pt x="1578794" y="142875"/>
                      <a:pt x="1446968" y="138938"/>
                      <a:pt x="1293806" y="137922"/>
                    </a:cubicBezTo>
                    <a:cubicBezTo>
                      <a:pt x="1119181" y="136779"/>
                      <a:pt x="950271" y="143256"/>
                      <a:pt x="789235" y="149479"/>
                    </a:cubicBezTo>
                    <a:cubicBezTo>
                      <a:pt x="516058" y="160020"/>
                      <a:pt x="262058" y="170053"/>
                      <a:pt x="50730" y="137160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0" y="-19050"/>
                <a:ext cx="6973436" cy="1352550"/>
              </a:xfrm>
              <a:prstGeom prst="rect">
                <a:avLst/>
              </a:prstGeom>
            </p:spPr>
            <p:txBody>
              <a:bodyPr wrap="none" lIns="50800" tIns="50800" rIns="50800" bIns="50800" rtlCol="0" anchor="ctr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>
                    <a:solidFill>
                      <a:srgbClr val="FFFFFF"/>
                    </a:solidFill>
                    <a:latin typeface="Arimo"/>
                    <a:ea typeface="맑은 고딕"/>
                    <a:cs typeface="Arimo"/>
                    <a:sym typeface="Arimo"/>
                  </a:rPr>
                  <a:t>열쇠로 열리는 문</a:t>
                </a:r>
              </a:p>
            </p:txBody>
          </p:sp>
        </p:grpSp>
        <p:grpSp>
          <p:nvGrpSpPr>
            <p:cNvPr id="85" name="Group 85"/>
            <p:cNvGrpSpPr>
              <a:grpSpLocks noChangeAspect="1"/>
            </p:cNvGrpSpPr>
            <p:nvPr/>
          </p:nvGrpSpPr>
          <p:grpSpPr>
            <a:xfrm>
              <a:off x="10801523" y="1310572"/>
              <a:ext cx="2501814" cy="2501814"/>
              <a:chOff x="0" y="0"/>
              <a:chExt cx="2501814" cy="2501814"/>
            </a:xfrm>
          </p:grpSpPr>
          <p:sp>
            <p:nvSpPr>
              <p:cNvPr id="86" name="Freeform 86" descr="편물 거미줄 벡터 - Pixabay의 무료 이미지"/>
              <p:cNvSpPr/>
              <p:nvPr/>
            </p:nvSpPr>
            <p:spPr>
              <a:xfrm>
                <a:off x="0" y="0"/>
                <a:ext cx="2501773" cy="2501773"/>
              </a:xfrm>
              <a:custGeom>
                <a:avLst/>
                <a:gdLst/>
                <a:ahLst/>
                <a:cxnLst/>
                <a:rect l="l" t="t" r="r" b="b"/>
                <a:pathLst>
                  <a:path w="2501773" h="2501773">
                    <a:moveTo>
                      <a:pt x="0" y="0"/>
                    </a:moveTo>
                    <a:lnTo>
                      <a:pt x="2501773" y="0"/>
                    </a:lnTo>
                    <a:lnTo>
                      <a:pt x="2501773" y="2501773"/>
                    </a:lnTo>
                    <a:lnTo>
                      <a:pt x="0" y="250177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r="-1" b="-1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87" name="Group 87"/>
            <p:cNvGrpSpPr>
              <a:grpSpLocks noChangeAspect="1"/>
            </p:cNvGrpSpPr>
            <p:nvPr/>
          </p:nvGrpSpPr>
          <p:grpSpPr>
            <a:xfrm>
              <a:off x="12226773" y="1923134"/>
              <a:ext cx="574492" cy="451544"/>
              <a:chOff x="0" y="0"/>
              <a:chExt cx="574492" cy="451544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0" y="0"/>
                <a:ext cx="574548" cy="451485"/>
              </a:xfrm>
              <a:custGeom>
                <a:avLst/>
                <a:gdLst/>
                <a:ahLst/>
                <a:cxnLst/>
                <a:rect l="l" t="t" r="r" b="b"/>
                <a:pathLst>
                  <a:path w="574548" h="451485">
                    <a:moveTo>
                      <a:pt x="0" y="0"/>
                    </a:moveTo>
                    <a:lnTo>
                      <a:pt x="574548" y="0"/>
                    </a:lnTo>
                    <a:lnTo>
                      <a:pt x="574548" y="451485"/>
                    </a:lnTo>
                    <a:lnTo>
                      <a:pt x="0" y="45148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-215" r="-206" b="-13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89" name="Group 89"/>
            <p:cNvGrpSpPr>
              <a:grpSpLocks noChangeAspect="1"/>
            </p:cNvGrpSpPr>
            <p:nvPr/>
          </p:nvGrpSpPr>
          <p:grpSpPr>
            <a:xfrm>
              <a:off x="11277785" y="4188774"/>
              <a:ext cx="1549290" cy="1549290"/>
              <a:chOff x="0" y="0"/>
              <a:chExt cx="1549290" cy="1549290"/>
            </a:xfrm>
          </p:grpSpPr>
          <p:sp>
            <p:nvSpPr>
              <p:cNvPr id="90" name="Freeform 90" descr="고급 WOOD] 보물상자만들기(소 / 고급) - 한샘과학"/>
              <p:cNvSpPr/>
              <p:nvPr/>
            </p:nvSpPr>
            <p:spPr>
              <a:xfrm>
                <a:off x="0" y="0"/>
                <a:ext cx="1549273" cy="1549273"/>
              </a:xfrm>
              <a:custGeom>
                <a:avLst/>
                <a:gdLst/>
                <a:ahLst/>
                <a:cxnLst/>
                <a:rect l="l" t="t" r="r" b="b"/>
                <a:pathLst>
                  <a:path w="1549273" h="1549273">
                    <a:moveTo>
                      <a:pt x="0" y="0"/>
                    </a:moveTo>
                    <a:lnTo>
                      <a:pt x="1549273" y="0"/>
                    </a:lnTo>
                    <a:lnTo>
                      <a:pt x="1549273" y="1549273"/>
                    </a:lnTo>
                    <a:lnTo>
                      <a:pt x="0" y="154927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r="-1" b="-1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91" name="Group 91"/>
            <p:cNvGrpSpPr>
              <a:grpSpLocks noChangeAspect="1"/>
            </p:cNvGrpSpPr>
            <p:nvPr/>
          </p:nvGrpSpPr>
          <p:grpSpPr>
            <a:xfrm>
              <a:off x="11335129" y="6646856"/>
              <a:ext cx="1434602" cy="1108872"/>
              <a:chOff x="0" y="0"/>
              <a:chExt cx="1434602" cy="1108872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0" y="0"/>
                <a:ext cx="1434592" cy="1108837"/>
              </a:xfrm>
              <a:custGeom>
                <a:avLst/>
                <a:gdLst/>
                <a:ahLst/>
                <a:cxnLst/>
                <a:rect l="l" t="t" r="r" b="b"/>
                <a:pathLst>
                  <a:path w="1434592" h="1108837">
                    <a:moveTo>
                      <a:pt x="0" y="0"/>
                    </a:moveTo>
                    <a:lnTo>
                      <a:pt x="1434592" y="0"/>
                    </a:lnTo>
                    <a:lnTo>
                      <a:pt x="1434592" y="1108837"/>
                    </a:lnTo>
                    <a:lnTo>
                      <a:pt x="0" y="110883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b="-3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93" name="Group 93"/>
            <p:cNvGrpSpPr>
              <a:grpSpLocks noChangeAspect="1"/>
            </p:cNvGrpSpPr>
            <p:nvPr/>
          </p:nvGrpSpPr>
          <p:grpSpPr>
            <a:xfrm>
              <a:off x="11171504" y="8525978"/>
              <a:ext cx="1761852" cy="1761852"/>
              <a:chOff x="0" y="0"/>
              <a:chExt cx="1761852" cy="1761852"/>
            </a:xfrm>
          </p:grpSpPr>
          <p:sp>
            <p:nvSpPr>
              <p:cNvPr id="94" name="Freeform 94" descr="철문 - 끄코위키"/>
              <p:cNvSpPr/>
              <p:nvPr/>
            </p:nvSpPr>
            <p:spPr>
              <a:xfrm>
                <a:off x="0" y="0"/>
                <a:ext cx="1761871" cy="1761871"/>
              </a:xfrm>
              <a:custGeom>
                <a:avLst/>
                <a:gdLst/>
                <a:ahLst/>
                <a:cxnLst/>
                <a:rect l="l" t="t" r="r" b="b"/>
                <a:pathLst>
                  <a:path w="1761871" h="1761871">
                    <a:moveTo>
                      <a:pt x="0" y="0"/>
                    </a:moveTo>
                    <a:lnTo>
                      <a:pt x="1761871" y="0"/>
                    </a:lnTo>
                    <a:lnTo>
                      <a:pt x="1761871" y="1761871"/>
                    </a:lnTo>
                    <a:lnTo>
                      <a:pt x="0" y="176187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r="1" b="1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95" name="AutoShape 95"/>
            <p:cNvSpPr/>
            <p:nvPr/>
          </p:nvSpPr>
          <p:spPr>
            <a:xfrm>
              <a:off x="7024046" y="7335385"/>
              <a:ext cx="6896666" cy="4181385"/>
            </a:xfrm>
            <a:prstGeom prst="line">
              <a:avLst/>
            </a:prstGeom>
            <a:ln w="63500" cap="rnd">
              <a:solidFill>
                <a:srgbClr val="996633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96" name="Group 96"/>
            <p:cNvGrpSpPr>
              <a:grpSpLocks noChangeAspect="1"/>
            </p:cNvGrpSpPr>
            <p:nvPr/>
          </p:nvGrpSpPr>
          <p:grpSpPr>
            <a:xfrm>
              <a:off x="8129847" y="1835552"/>
              <a:ext cx="846074" cy="1119804"/>
              <a:chOff x="0" y="0"/>
              <a:chExt cx="846074" cy="1119804"/>
            </a:xfrm>
          </p:grpSpPr>
          <p:sp>
            <p:nvSpPr>
              <p:cNvPr id="97" name="Freeform 97" descr="책 외딴 표지 - Pixabay의 무료 이미지"/>
              <p:cNvSpPr/>
              <p:nvPr/>
            </p:nvSpPr>
            <p:spPr>
              <a:xfrm>
                <a:off x="0" y="0"/>
                <a:ext cx="846074" cy="1119759"/>
              </a:xfrm>
              <a:custGeom>
                <a:avLst/>
                <a:gdLst/>
                <a:ahLst/>
                <a:cxnLst/>
                <a:rect l="l" t="t" r="r" b="b"/>
                <a:pathLst>
                  <a:path w="846074" h="1119759">
                    <a:moveTo>
                      <a:pt x="0" y="0"/>
                    </a:moveTo>
                    <a:lnTo>
                      <a:pt x="846074" y="0"/>
                    </a:lnTo>
                    <a:lnTo>
                      <a:pt x="846074" y="1119759"/>
                    </a:lnTo>
                    <a:lnTo>
                      <a:pt x="0" y="111975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/>
                <a:stretch>
                  <a:fillRect b="-4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98" name="Group 98"/>
            <p:cNvGrpSpPr>
              <a:grpSpLocks noChangeAspect="1"/>
            </p:cNvGrpSpPr>
            <p:nvPr/>
          </p:nvGrpSpPr>
          <p:grpSpPr>
            <a:xfrm>
              <a:off x="8452487" y="1835552"/>
              <a:ext cx="846074" cy="1119804"/>
              <a:chOff x="0" y="0"/>
              <a:chExt cx="846074" cy="1119804"/>
            </a:xfrm>
          </p:grpSpPr>
          <p:sp>
            <p:nvSpPr>
              <p:cNvPr id="99" name="Freeform 99" descr="책 외딴 표지 - Pixabay의 무료 이미지"/>
              <p:cNvSpPr/>
              <p:nvPr/>
            </p:nvSpPr>
            <p:spPr>
              <a:xfrm>
                <a:off x="0" y="0"/>
                <a:ext cx="846074" cy="1119759"/>
              </a:xfrm>
              <a:custGeom>
                <a:avLst/>
                <a:gdLst/>
                <a:ahLst/>
                <a:cxnLst/>
                <a:rect l="l" t="t" r="r" b="b"/>
                <a:pathLst>
                  <a:path w="846074" h="1119759">
                    <a:moveTo>
                      <a:pt x="0" y="0"/>
                    </a:moveTo>
                    <a:lnTo>
                      <a:pt x="846074" y="0"/>
                    </a:lnTo>
                    <a:lnTo>
                      <a:pt x="846074" y="1119759"/>
                    </a:lnTo>
                    <a:lnTo>
                      <a:pt x="0" y="111975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/>
                <a:stretch>
                  <a:fillRect b="-4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100" name="Group 100"/>
            <p:cNvGrpSpPr>
              <a:grpSpLocks noChangeAspect="1"/>
            </p:cNvGrpSpPr>
            <p:nvPr/>
          </p:nvGrpSpPr>
          <p:grpSpPr>
            <a:xfrm>
              <a:off x="8808735" y="1835552"/>
              <a:ext cx="846074" cy="1119804"/>
              <a:chOff x="0" y="0"/>
              <a:chExt cx="846074" cy="1119804"/>
            </a:xfrm>
          </p:grpSpPr>
          <p:sp>
            <p:nvSpPr>
              <p:cNvPr id="101" name="Freeform 101" descr="책 외딴 표지 - Pixabay의 무료 이미지"/>
              <p:cNvSpPr/>
              <p:nvPr/>
            </p:nvSpPr>
            <p:spPr>
              <a:xfrm>
                <a:off x="0" y="0"/>
                <a:ext cx="846074" cy="1119759"/>
              </a:xfrm>
              <a:custGeom>
                <a:avLst/>
                <a:gdLst/>
                <a:ahLst/>
                <a:cxnLst/>
                <a:rect l="l" t="t" r="r" b="b"/>
                <a:pathLst>
                  <a:path w="846074" h="1119759">
                    <a:moveTo>
                      <a:pt x="0" y="0"/>
                    </a:moveTo>
                    <a:lnTo>
                      <a:pt x="846074" y="0"/>
                    </a:lnTo>
                    <a:lnTo>
                      <a:pt x="846074" y="1119759"/>
                    </a:lnTo>
                    <a:lnTo>
                      <a:pt x="0" y="111975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/>
                <a:stretch>
                  <a:fillRect b="-4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102" name="Group 102"/>
            <p:cNvGrpSpPr>
              <a:grpSpLocks noChangeAspect="1"/>
            </p:cNvGrpSpPr>
            <p:nvPr/>
          </p:nvGrpSpPr>
          <p:grpSpPr>
            <a:xfrm>
              <a:off x="8278261" y="2344262"/>
              <a:ext cx="846074" cy="1119804"/>
              <a:chOff x="0" y="0"/>
              <a:chExt cx="846074" cy="1119804"/>
            </a:xfrm>
          </p:grpSpPr>
          <p:sp>
            <p:nvSpPr>
              <p:cNvPr id="103" name="Freeform 103" descr="책 외딴 표지 - Pixabay의 무료 이미지"/>
              <p:cNvSpPr/>
              <p:nvPr/>
            </p:nvSpPr>
            <p:spPr>
              <a:xfrm>
                <a:off x="0" y="0"/>
                <a:ext cx="846074" cy="1119759"/>
              </a:xfrm>
              <a:custGeom>
                <a:avLst/>
                <a:gdLst/>
                <a:ahLst/>
                <a:cxnLst/>
                <a:rect l="l" t="t" r="r" b="b"/>
                <a:pathLst>
                  <a:path w="846074" h="1119759">
                    <a:moveTo>
                      <a:pt x="0" y="0"/>
                    </a:moveTo>
                    <a:lnTo>
                      <a:pt x="846074" y="0"/>
                    </a:lnTo>
                    <a:lnTo>
                      <a:pt x="846074" y="1119759"/>
                    </a:lnTo>
                    <a:lnTo>
                      <a:pt x="0" y="111975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/>
                <a:stretch>
                  <a:fillRect b="-4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104" name="Group 104"/>
            <p:cNvGrpSpPr>
              <a:grpSpLocks noChangeAspect="1"/>
            </p:cNvGrpSpPr>
            <p:nvPr/>
          </p:nvGrpSpPr>
          <p:grpSpPr>
            <a:xfrm>
              <a:off x="8624521" y="2344262"/>
              <a:ext cx="846074" cy="1119804"/>
              <a:chOff x="0" y="0"/>
              <a:chExt cx="846074" cy="1119804"/>
            </a:xfrm>
          </p:grpSpPr>
          <p:sp>
            <p:nvSpPr>
              <p:cNvPr id="105" name="Freeform 105" descr="책 외딴 표지 - Pixabay의 무료 이미지"/>
              <p:cNvSpPr/>
              <p:nvPr/>
            </p:nvSpPr>
            <p:spPr>
              <a:xfrm>
                <a:off x="0" y="0"/>
                <a:ext cx="846074" cy="1119759"/>
              </a:xfrm>
              <a:custGeom>
                <a:avLst/>
                <a:gdLst/>
                <a:ahLst/>
                <a:cxnLst/>
                <a:rect l="l" t="t" r="r" b="b"/>
                <a:pathLst>
                  <a:path w="846074" h="1119759">
                    <a:moveTo>
                      <a:pt x="0" y="0"/>
                    </a:moveTo>
                    <a:lnTo>
                      <a:pt x="846074" y="0"/>
                    </a:lnTo>
                    <a:lnTo>
                      <a:pt x="846074" y="1119759"/>
                    </a:lnTo>
                    <a:lnTo>
                      <a:pt x="0" y="111975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/>
                <a:stretch>
                  <a:fillRect b="-4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106" name="Group 106"/>
            <p:cNvGrpSpPr>
              <a:grpSpLocks noChangeAspect="1"/>
            </p:cNvGrpSpPr>
            <p:nvPr/>
          </p:nvGrpSpPr>
          <p:grpSpPr>
            <a:xfrm>
              <a:off x="8106516" y="4091900"/>
              <a:ext cx="1571624" cy="1571624"/>
              <a:chOff x="0" y="0"/>
              <a:chExt cx="1571624" cy="1571624"/>
            </a:xfrm>
          </p:grpSpPr>
          <p:sp>
            <p:nvSpPr>
              <p:cNvPr id="107" name="Freeform 107" descr="낡은 라디오 - 브라운 | 모여봐요 동물의 숲 | 모동숲 코디"/>
              <p:cNvSpPr/>
              <p:nvPr/>
            </p:nvSpPr>
            <p:spPr>
              <a:xfrm>
                <a:off x="0" y="0"/>
                <a:ext cx="1571625" cy="1571625"/>
              </a:xfrm>
              <a:custGeom>
                <a:avLst/>
                <a:gdLst/>
                <a:ahLst/>
                <a:cxnLst/>
                <a:rect l="l" t="t" r="r" b="b"/>
                <a:pathLst>
                  <a:path w="1571625" h="1571625">
                    <a:moveTo>
                      <a:pt x="0" y="0"/>
                    </a:moveTo>
                    <a:lnTo>
                      <a:pt x="1571625" y="0"/>
                    </a:lnTo>
                    <a:lnTo>
                      <a:pt x="1571625" y="1571625"/>
                    </a:lnTo>
                    <a:lnTo>
                      <a:pt x="0" y="157162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108" name="Group 108"/>
            <p:cNvGrpSpPr>
              <a:grpSpLocks noChangeAspect="1"/>
            </p:cNvGrpSpPr>
            <p:nvPr/>
          </p:nvGrpSpPr>
          <p:grpSpPr>
            <a:xfrm>
              <a:off x="8265391" y="9037962"/>
              <a:ext cx="881496" cy="1151044"/>
              <a:chOff x="0" y="0"/>
              <a:chExt cx="881496" cy="1151044"/>
            </a:xfrm>
          </p:grpSpPr>
          <p:sp>
            <p:nvSpPr>
              <p:cNvPr id="109" name="Freeform 109"/>
              <p:cNvSpPr/>
              <p:nvPr/>
            </p:nvSpPr>
            <p:spPr>
              <a:xfrm>
                <a:off x="0" y="0"/>
                <a:ext cx="881507" cy="1151001"/>
              </a:xfrm>
              <a:custGeom>
                <a:avLst/>
                <a:gdLst/>
                <a:ahLst/>
                <a:cxnLst/>
                <a:rect l="l" t="t" r="r" b="b"/>
                <a:pathLst>
                  <a:path w="881507" h="1151001">
                    <a:moveTo>
                      <a:pt x="0" y="0"/>
                    </a:moveTo>
                    <a:lnTo>
                      <a:pt x="881507" y="0"/>
                    </a:lnTo>
                    <a:lnTo>
                      <a:pt x="881507" y="1151001"/>
                    </a:lnTo>
                    <a:lnTo>
                      <a:pt x="0" y="115100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3"/>
                <a:stretch>
                  <a:fillRect r="1" b="-3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110" name="Group 110"/>
            <p:cNvGrpSpPr>
              <a:grpSpLocks noChangeAspect="1"/>
            </p:cNvGrpSpPr>
            <p:nvPr/>
          </p:nvGrpSpPr>
          <p:grpSpPr>
            <a:xfrm>
              <a:off x="8637769" y="9037962"/>
              <a:ext cx="881496" cy="1151044"/>
              <a:chOff x="0" y="0"/>
              <a:chExt cx="881496" cy="1151044"/>
            </a:xfrm>
          </p:grpSpPr>
          <p:sp>
            <p:nvSpPr>
              <p:cNvPr id="111" name="Freeform 111"/>
              <p:cNvSpPr/>
              <p:nvPr/>
            </p:nvSpPr>
            <p:spPr>
              <a:xfrm>
                <a:off x="0" y="0"/>
                <a:ext cx="881507" cy="1151001"/>
              </a:xfrm>
              <a:custGeom>
                <a:avLst/>
                <a:gdLst/>
                <a:ahLst/>
                <a:cxnLst/>
                <a:rect l="l" t="t" r="r" b="b"/>
                <a:pathLst>
                  <a:path w="881507" h="1151001">
                    <a:moveTo>
                      <a:pt x="0" y="0"/>
                    </a:moveTo>
                    <a:lnTo>
                      <a:pt x="881507" y="0"/>
                    </a:lnTo>
                    <a:lnTo>
                      <a:pt x="881507" y="1151001"/>
                    </a:lnTo>
                    <a:lnTo>
                      <a:pt x="0" y="115100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3"/>
                <a:stretch>
                  <a:fillRect r="1" b="-3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112" name="Group 112"/>
            <p:cNvGrpSpPr>
              <a:grpSpLocks noChangeAspect="1"/>
            </p:cNvGrpSpPr>
            <p:nvPr/>
          </p:nvGrpSpPr>
          <p:grpSpPr>
            <a:xfrm>
              <a:off x="8022821" y="6145734"/>
              <a:ext cx="1739014" cy="1744144"/>
              <a:chOff x="0" y="0"/>
              <a:chExt cx="1739014" cy="1744144"/>
            </a:xfrm>
          </p:grpSpPr>
          <p:sp>
            <p:nvSpPr>
              <p:cNvPr id="113" name="Freeform 113" descr="8 분 음표 실루엣, 무료 다운로드 이미지 - silhouetteAC"/>
              <p:cNvSpPr/>
              <p:nvPr/>
            </p:nvSpPr>
            <p:spPr>
              <a:xfrm>
                <a:off x="0" y="0"/>
                <a:ext cx="1739011" cy="1744091"/>
              </a:xfrm>
              <a:custGeom>
                <a:avLst/>
                <a:gdLst/>
                <a:ahLst/>
                <a:cxnLst/>
                <a:rect l="l" t="t" r="r" b="b"/>
                <a:pathLst>
                  <a:path w="1739011" h="1744091">
                    <a:moveTo>
                      <a:pt x="0" y="0"/>
                    </a:moveTo>
                    <a:lnTo>
                      <a:pt x="1739011" y="0"/>
                    </a:lnTo>
                    <a:lnTo>
                      <a:pt x="1739011" y="1744091"/>
                    </a:lnTo>
                    <a:lnTo>
                      <a:pt x="0" y="174409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4"/>
                <a:stretch>
                  <a:fillRect b="-3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114" name="Group 114"/>
            <p:cNvGrpSpPr>
              <a:grpSpLocks noChangeAspect="1"/>
            </p:cNvGrpSpPr>
            <p:nvPr/>
          </p:nvGrpSpPr>
          <p:grpSpPr>
            <a:xfrm>
              <a:off x="8457667" y="9387712"/>
              <a:ext cx="574492" cy="451544"/>
              <a:chOff x="0" y="0"/>
              <a:chExt cx="574492" cy="451544"/>
            </a:xfrm>
          </p:grpSpPr>
          <p:sp>
            <p:nvSpPr>
              <p:cNvPr id="115" name="Freeform 115"/>
              <p:cNvSpPr/>
              <p:nvPr/>
            </p:nvSpPr>
            <p:spPr>
              <a:xfrm>
                <a:off x="0" y="0"/>
                <a:ext cx="574548" cy="451485"/>
              </a:xfrm>
              <a:custGeom>
                <a:avLst/>
                <a:gdLst/>
                <a:ahLst/>
                <a:cxnLst/>
                <a:rect l="l" t="t" r="r" b="b"/>
                <a:pathLst>
                  <a:path w="574548" h="451485">
                    <a:moveTo>
                      <a:pt x="0" y="0"/>
                    </a:moveTo>
                    <a:lnTo>
                      <a:pt x="574548" y="0"/>
                    </a:lnTo>
                    <a:lnTo>
                      <a:pt x="574548" y="451485"/>
                    </a:lnTo>
                    <a:lnTo>
                      <a:pt x="0" y="45148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-215" r="-206" b="-13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16" name="TextBox 116"/>
            <p:cNvSpPr txBox="1"/>
            <p:nvPr/>
          </p:nvSpPr>
          <p:spPr>
            <a:xfrm>
              <a:off x="7722430" y="395246"/>
              <a:ext cx="2339796" cy="5651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서점A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10882531" y="395246"/>
              <a:ext cx="2339798" cy="5651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서점B</a:t>
              </a:r>
            </a:p>
          </p:txBody>
        </p:sp>
        <p:sp>
          <p:nvSpPr>
            <p:cNvPr id="118" name="AutoShape 118"/>
            <p:cNvSpPr/>
            <p:nvPr/>
          </p:nvSpPr>
          <p:spPr>
            <a:xfrm flipH="1" flipV="1">
              <a:off x="7024046" y="2789308"/>
              <a:ext cx="6896666" cy="4367981"/>
            </a:xfrm>
            <a:prstGeom prst="line">
              <a:avLst/>
            </a:prstGeom>
            <a:ln w="63500" cap="rnd">
              <a:solidFill>
                <a:srgbClr val="996633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-4094"/>
            <a:ext cx="18288000" cy="10295188"/>
            <a:chOff x="0" y="0"/>
            <a:chExt cx="24384000" cy="13726918"/>
          </a:xfrm>
        </p:grpSpPr>
        <p:sp>
          <p:nvSpPr>
            <p:cNvPr id="3" name="Freeform 3" descr="배경 화면 : 검은, 간단한 배경, 목재, 갈색, 조직, 모양, 선, 견목, 스크린 샷, 1920x1200px, 컴퓨터 벽지, 나무  바닥, 라미네이트 바닥재 1920x1200 - wallup - 555013 - 배경 화면 - WallHere"/>
            <p:cNvSpPr/>
            <p:nvPr/>
          </p:nvSpPr>
          <p:spPr>
            <a:xfrm>
              <a:off x="0" y="0"/>
              <a:ext cx="24384000" cy="13726922"/>
            </a:xfrm>
            <a:custGeom>
              <a:avLst/>
              <a:gdLst/>
              <a:ahLst/>
              <a:cxnLst/>
              <a:rect l="l" t="t" r="r" b="b"/>
              <a:pathLst>
                <a:path w="24384000" h="13726922">
                  <a:moveTo>
                    <a:pt x="0" y="0"/>
                  </a:moveTo>
                  <a:lnTo>
                    <a:pt x="24384000" y="0"/>
                  </a:lnTo>
                  <a:lnTo>
                    <a:pt x="24384000" y="13726922"/>
                  </a:lnTo>
                  <a:lnTo>
                    <a:pt x="0" y="137269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0709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Freeform 4"/>
          <p:cNvSpPr/>
          <p:nvPr/>
        </p:nvSpPr>
        <p:spPr>
          <a:xfrm>
            <a:off x="11711271" y="-42862"/>
            <a:ext cx="5305994" cy="10372725"/>
          </a:xfrm>
          <a:custGeom>
            <a:avLst/>
            <a:gdLst/>
            <a:ahLst/>
            <a:cxnLst/>
            <a:rect l="l" t="t" r="r" b="b"/>
            <a:pathLst>
              <a:path w="5305994" h="10372725">
                <a:moveTo>
                  <a:pt x="0" y="0"/>
                </a:moveTo>
                <a:lnTo>
                  <a:pt x="5305993" y="0"/>
                </a:lnTo>
                <a:lnTo>
                  <a:pt x="5305993" y="10372724"/>
                </a:lnTo>
                <a:lnTo>
                  <a:pt x="0" y="103727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1270736" y="-42862"/>
            <a:ext cx="5305994" cy="10372725"/>
          </a:xfrm>
          <a:custGeom>
            <a:avLst/>
            <a:gdLst/>
            <a:ahLst/>
            <a:cxnLst/>
            <a:rect l="l" t="t" r="r" b="b"/>
            <a:pathLst>
              <a:path w="5305994" h="10372725">
                <a:moveTo>
                  <a:pt x="0" y="0"/>
                </a:moveTo>
                <a:lnTo>
                  <a:pt x="5305993" y="0"/>
                </a:lnTo>
                <a:lnTo>
                  <a:pt x="5305993" y="10372724"/>
                </a:lnTo>
                <a:lnTo>
                  <a:pt x="0" y="103727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6" name="Group 6"/>
          <p:cNvGrpSpPr/>
          <p:nvPr/>
        </p:nvGrpSpPr>
        <p:grpSpPr>
          <a:xfrm>
            <a:off x="6996423" y="0"/>
            <a:ext cx="1937728" cy="10287000"/>
            <a:chOff x="0" y="0"/>
            <a:chExt cx="2583638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83688" cy="13716000"/>
            </a:xfrm>
            <a:custGeom>
              <a:avLst/>
              <a:gdLst/>
              <a:ahLst/>
              <a:cxnLst/>
              <a:rect l="l" t="t" r="r" b="b"/>
              <a:pathLst>
                <a:path w="2583688" h="13716000">
                  <a:moveTo>
                    <a:pt x="0" y="0"/>
                  </a:moveTo>
                  <a:lnTo>
                    <a:pt x="2583688" y="0"/>
                  </a:lnTo>
                  <a:lnTo>
                    <a:pt x="258368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>
                <a:alpha val="48627"/>
              </a:srgbClr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46656" y="0"/>
            <a:ext cx="1937729" cy="10287000"/>
            <a:chOff x="0" y="0"/>
            <a:chExt cx="2583638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83688" cy="13716000"/>
            </a:xfrm>
            <a:custGeom>
              <a:avLst/>
              <a:gdLst/>
              <a:ahLst/>
              <a:cxnLst/>
              <a:rect l="l" t="t" r="r" b="b"/>
              <a:pathLst>
                <a:path w="2583688" h="13716000">
                  <a:moveTo>
                    <a:pt x="0" y="0"/>
                  </a:moveTo>
                  <a:lnTo>
                    <a:pt x="2583688" y="0"/>
                  </a:lnTo>
                  <a:lnTo>
                    <a:pt x="258368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>
                <a:alpha val="48627"/>
              </a:srgbClr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0" y="4095"/>
            <a:ext cx="18288000" cy="10287000"/>
            <a:chOff x="0" y="0"/>
            <a:chExt cx="24384000" cy="13716000"/>
          </a:xfrm>
        </p:grpSpPr>
        <p:sp>
          <p:nvSpPr>
            <p:cNvPr id="11" name="Freeform 11" descr="생성된 이미지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19999"/>
              </a:blip>
              <a:stretch>
                <a:fillRect b="-77777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89714" y="443953"/>
            <a:ext cx="15689591" cy="9399094"/>
            <a:chOff x="0" y="0"/>
            <a:chExt cx="20919455" cy="12532126"/>
          </a:xfrm>
        </p:grpSpPr>
        <p:grpSp>
          <p:nvGrpSpPr>
            <p:cNvPr id="13" name="Group 13"/>
            <p:cNvGrpSpPr/>
            <p:nvPr/>
          </p:nvGrpSpPr>
          <p:grpSpPr>
            <a:xfrm>
              <a:off x="13946019" y="0"/>
              <a:ext cx="6973436" cy="1333500"/>
              <a:chOff x="0" y="0"/>
              <a:chExt cx="6973436" cy="13335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34187" y="39376"/>
                <a:ext cx="6883772" cy="1274632"/>
              </a:xfrm>
              <a:custGeom>
                <a:avLst/>
                <a:gdLst/>
                <a:ahLst/>
                <a:cxnLst/>
                <a:rect l="l" t="t" r="r" b="b"/>
                <a:pathLst>
                  <a:path w="6883772" h="1274632">
                    <a:moveTo>
                      <a:pt x="22963" y="17774"/>
                    </a:moveTo>
                    <a:cubicBezTo>
                      <a:pt x="487275" y="-19056"/>
                      <a:pt x="798552" y="19806"/>
                      <a:pt x="1326237" y="17774"/>
                    </a:cubicBezTo>
                    <a:cubicBezTo>
                      <a:pt x="1853922" y="15742"/>
                      <a:pt x="2046581" y="-3435"/>
                      <a:pt x="2492351" y="17774"/>
                    </a:cubicBezTo>
                    <a:cubicBezTo>
                      <a:pt x="2938121" y="38983"/>
                      <a:pt x="3624302" y="-31248"/>
                      <a:pt x="3932785" y="17774"/>
                    </a:cubicBezTo>
                    <a:cubicBezTo>
                      <a:pt x="4241268" y="66796"/>
                      <a:pt x="4767556" y="-8388"/>
                      <a:pt x="5236059" y="17774"/>
                    </a:cubicBezTo>
                    <a:cubicBezTo>
                      <a:pt x="5704562" y="43936"/>
                      <a:pt x="6134457" y="32379"/>
                      <a:pt x="6882233" y="17774"/>
                    </a:cubicBezTo>
                    <a:cubicBezTo>
                      <a:pt x="6889980" y="529076"/>
                      <a:pt x="6865088" y="702812"/>
                      <a:pt x="6882233" y="1236974"/>
                    </a:cubicBezTo>
                    <a:cubicBezTo>
                      <a:pt x="6580862" y="1211574"/>
                      <a:pt x="5839182" y="1209669"/>
                      <a:pt x="5441799" y="1236974"/>
                    </a:cubicBezTo>
                    <a:cubicBezTo>
                      <a:pt x="5044416" y="1264279"/>
                      <a:pt x="4496030" y="1305935"/>
                      <a:pt x="4001365" y="1236974"/>
                    </a:cubicBezTo>
                    <a:cubicBezTo>
                      <a:pt x="3506700" y="1168013"/>
                      <a:pt x="3006193" y="1197477"/>
                      <a:pt x="2560931" y="1236974"/>
                    </a:cubicBezTo>
                    <a:cubicBezTo>
                      <a:pt x="2115669" y="1276471"/>
                      <a:pt x="660122" y="1281551"/>
                      <a:pt x="23090" y="1236974"/>
                    </a:cubicBezTo>
                    <a:cubicBezTo>
                      <a:pt x="-28091" y="862578"/>
                      <a:pt x="21566" y="365500"/>
                      <a:pt x="23090" y="17774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54884" y="33432"/>
                <a:ext cx="6862214" cy="1286072"/>
              </a:xfrm>
              <a:custGeom>
                <a:avLst/>
                <a:gdLst/>
                <a:ahLst/>
                <a:cxnLst/>
                <a:rect l="l" t="t" r="r" b="b"/>
                <a:pathLst>
                  <a:path w="6862214" h="1286072">
                    <a:moveTo>
                      <a:pt x="2266" y="23718"/>
                    </a:moveTo>
                    <a:cubicBezTo>
                      <a:pt x="326751" y="74264"/>
                      <a:pt x="759440" y="20670"/>
                      <a:pt x="1236960" y="23718"/>
                    </a:cubicBezTo>
                    <a:cubicBezTo>
                      <a:pt x="1714480" y="26766"/>
                      <a:pt x="1983466" y="58135"/>
                      <a:pt x="2471654" y="23718"/>
                    </a:cubicBezTo>
                    <a:cubicBezTo>
                      <a:pt x="2959842" y="-10699"/>
                      <a:pt x="3403961" y="-4984"/>
                      <a:pt x="3637768" y="23718"/>
                    </a:cubicBezTo>
                    <a:cubicBezTo>
                      <a:pt x="3871575" y="52420"/>
                      <a:pt x="4459839" y="-29495"/>
                      <a:pt x="5009622" y="23718"/>
                    </a:cubicBezTo>
                    <a:cubicBezTo>
                      <a:pt x="5559405" y="76931"/>
                      <a:pt x="6422878" y="65755"/>
                      <a:pt x="6861536" y="23718"/>
                    </a:cubicBezTo>
                    <a:cubicBezTo>
                      <a:pt x="6868775" y="449803"/>
                      <a:pt x="6814546" y="695548"/>
                      <a:pt x="6861536" y="1242918"/>
                    </a:cubicBezTo>
                    <a:cubicBezTo>
                      <a:pt x="6527145" y="1257523"/>
                      <a:pt x="5728315" y="1179926"/>
                      <a:pt x="5352522" y="1242918"/>
                    </a:cubicBezTo>
                    <a:cubicBezTo>
                      <a:pt x="4976729" y="1305910"/>
                      <a:pt x="4768449" y="1294734"/>
                      <a:pt x="4186408" y="1242918"/>
                    </a:cubicBezTo>
                    <a:cubicBezTo>
                      <a:pt x="3604367" y="1191102"/>
                      <a:pt x="3362940" y="1243426"/>
                      <a:pt x="3020294" y="1242918"/>
                    </a:cubicBezTo>
                    <a:cubicBezTo>
                      <a:pt x="2677648" y="1242410"/>
                      <a:pt x="2363704" y="1240632"/>
                      <a:pt x="1785600" y="1242918"/>
                    </a:cubicBezTo>
                    <a:cubicBezTo>
                      <a:pt x="1207496" y="1245204"/>
                      <a:pt x="760583" y="1163924"/>
                      <a:pt x="2266" y="1242918"/>
                    </a:cubicBezTo>
                    <a:cubicBezTo>
                      <a:pt x="3028" y="812007"/>
                      <a:pt x="-3195" y="395828"/>
                      <a:pt x="2266" y="2371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-23126" y="-17836"/>
                <a:ext cx="6997992" cy="1389039"/>
              </a:xfrm>
              <a:custGeom>
                <a:avLst/>
                <a:gdLst/>
                <a:ahLst/>
                <a:cxnLst/>
                <a:rect l="l" t="t" r="r" b="b"/>
                <a:pathLst>
                  <a:path w="6997992" h="1389039">
                    <a:moveTo>
                      <a:pt x="75704" y="17963"/>
                    </a:moveTo>
                    <a:cubicBezTo>
                      <a:pt x="371360" y="-5532"/>
                      <a:pt x="605802" y="1453"/>
                      <a:pt x="868819" y="9200"/>
                    </a:cubicBezTo>
                    <a:cubicBezTo>
                      <a:pt x="1023759" y="13772"/>
                      <a:pt x="1188732" y="18598"/>
                      <a:pt x="1383296" y="17836"/>
                    </a:cubicBezTo>
                    <a:cubicBezTo>
                      <a:pt x="1563763" y="17201"/>
                      <a:pt x="1704860" y="14407"/>
                      <a:pt x="1830717" y="11994"/>
                    </a:cubicBezTo>
                    <a:cubicBezTo>
                      <a:pt x="1931428" y="10089"/>
                      <a:pt x="2022487" y="8311"/>
                      <a:pt x="2115832" y="7930"/>
                    </a:cubicBezTo>
                    <a:cubicBezTo>
                      <a:pt x="2246261" y="7422"/>
                      <a:pt x="2380754" y="9708"/>
                      <a:pt x="2552331" y="17836"/>
                    </a:cubicBezTo>
                    <a:cubicBezTo>
                      <a:pt x="2745244" y="26980"/>
                      <a:pt x="2984766" y="18852"/>
                      <a:pt x="3221748" y="10724"/>
                    </a:cubicBezTo>
                    <a:cubicBezTo>
                      <a:pt x="3445649" y="2977"/>
                      <a:pt x="3667645" y="-4643"/>
                      <a:pt x="3839349" y="3485"/>
                    </a:cubicBezTo>
                    <a:cubicBezTo>
                      <a:pt x="3898150" y="6279"/>
                      <a:pt x="3952252" y="10978"/>
                      <a:pt x="3999115" y="18471"/>
                    </a:cubicBezTo>
                    <a:cubicBezTo>
                      <a:pt x="4157992" y="43744"/>
                      <a:pt x="4380115" y="34727"/>
                      <a:pt x="4631575" y="24186"/>
                    </a:cubicBezTo>
                    <a:cubicBezTo>
                      <a:pt x="4845062" y="15296"/>
                      <a:pt x="5076837" y="5517"/>
                      <a:pt x="5296674" y="17836"/>
                    </a:cubicBezTo>
                    <a:lnTo>
                      <a:pt x="5293499" y="74859"/>
                    </a:lnTo>
                    <a:lnTo>
                      <a:pt x="5296674" y="17836"/>
                    </a:lnTo>
                    <a:cubicBezTo>
                      <a:pt x="5726188" y="41839"/>
                      <a:pt x="6123190" y="33965"/>
                      <a:pt x="6769874" y="21138"/>
                    </a:cubicBezTo>
                    <a:cubicBezTo>
                      <a:pt x="6823976" y="20122"/>
                      <a:pt x="6880237" y="18979"/>
                      <a:pt x="6938276" y="17836"/>
                    </a:cubicBezTo>
                    <a:cubicBezTo>
                      <a:pt x="6953516" y="17582"/>
                      <a:pt x="6968121" y="23297"/>
                      <a:pt x="6979043" y="33838"/>
                    </a:cubicBezTo>
                    <a:cubicBezTo>
                      <a:pt x="6989965" y="44379"/>
                      <a:pt x="6996315" y="58857"/>
                      <a:pt x="6996442" y="74097"/>
                    </a:cubicBezTo>
                    <a:cubicBezTo>
                      <a:pt x="6999871" y="302316"/>
                      <a:pt x="6996950" y="463733"/>
                      <a:pt x="6994029" y="618927"/>
                    </a:cubicBezTo>
                    <a:cubicBezTo>
                      <a:pt x="6991362" y="763961"/>
                      <a:pt x="6988695" y="903407"/>
                      <a:pt x="6991489" y="1087938"/>
                    </a:cubicBezTo>
                    <a:cubicBezTo>
                      <a:pt x="6992378" y="1150295"/>
                      <a:pt x="6994029" y="1217732"/>
                      <a:pt x="6996442" y="1292281"/>
                    </a:cubicBezTo>
                    <a:cubicBezTo>
                      <a:pt x="6996950" y="1308537"/>
                      <a:pt x="6990473" y="1324285"/>
                      <a:pt x="6978662" y="1335588"/>
                    </a:cubicBezTo>
                    <a:cubicBezTo>
                      <a:pt x="6966851" y="1346891"/>
                      <a:pt x="6950722" y="1352479"/>
                      <a:pt x="6934466" y="1351082"/>
                    </a:cubicBezTo>
                    <a:cubicBezTo>
                      <a:pt x="6636397" y="1326063"/>
                      <a:pt x="5897765" y="1324031"/>
                      <a:pt x="5502795" y="1351209"/>
                    </a:cubicBezTo>
                    <a:cubicBezTo>
                      <a:pt x="5488571" y="1352225"/>
                      <a:pt x="5474093" y="1353241"/>
                      <a:pt x="5459361" y="1354257"/>
                    </a:cubicBezTo>
                    <a:cubicBezTo>
                      <a:pt x="5444248" y="1355273"/>
                      <a:pt x="5429008" y="1356289"/>
                      <a:pt x="5413641" y="1357432"/>
                    </a:cubicBezTo>
                    <a:cubicBezTo>
                      <a:pt x="5026418" y="1383975"/>
                      <a:pt x="4516005" y="1415725"/>
                      <a:pt x="4050550" y="1350828"/>
                    </a:cubicBezTo>
                    <a:lnTo>
                      <a:pt x="4058424" y="1294186"/>
                    </a:lnTo>
                    <a:lnTo>
                      <a:pt x="4050550" y="1350828"/>
                    </a:lnTo>
                    <a:cubicBezTo>
                      <a:pt x="3562743" y="1282883"/>
                      <a:pt x="3067570" y="1311712"/>
                      <a:pt x="2623070" y="1351209"/>
                    </a:cubicBezTo>
                    <a:cubicBezTo>
                      <a:pt x="2174252" y="1390960"/>
                      <a:pt x="715530" y="1396040"/>
                      <a:pt x="76212" y="1351336"/>
                    </a:cubicBezTo>
                    <a:cubicBezTo>
                      <a:pt x="49161" y="1349431"/>
                      <a:pt x="27190" y="1328857"/>
                      <a:pt x="23634" y="1302060"/>
                    </a:cubicBezTo>
                    <a:cubicBezTo>
                      <a:pt x="-12815" y="1035487"/>
                      <a:pt x="774" y="710240"/>
                      <a:pt x="12585" y="424236"/>
                    </a:cubicBezTo>
                    <a:cubicBezTo>
                      <a:pt x="17792" y="297998"/>
                      <a:pt x="22618" y="179380"/>
                      <a:pt x="23126" y="74732"/>
                    </a:cubicBezTo>
                    <a:cubicBezTo>
                      <a:pt x="23253" y="45014"/>
                      <a:pt x="46113" y="20376"/>
                      <a:pt x="75704" y="17963"/>
                    </a:cubicBezTo>
                    <a:moveTo>
                      <a:pt x="84721" y="131882"/>
                    </a:moveTo>
                    <a:lnTo>
                      <a:pt x="80276" y="74986"/>
                    </a:lnTo>
                    <a:lnTo>
                      <a:pt x="137426" y="75240"/>
                    </a:lnTo>
                    <a:cubicBezTo>
                      <a:pt x="136918" y="182428"/>
                      <a:pt x="131965" y="303332"/>
                      <a:pt x="126758" y="428935"/>
                    </a:cubicBezTo>
                    <a:cubicBezTo>
                      <a:pt x="114820" y="717987"/>
                      <a:pt x="102120" y="1032185"/>
                      <a:pt x="136918" y="1286439"/>
                    </a:cubicBezTo>
                    <a:lnTo>
                      <a:pt x="80276" y="1294186"/>
                    </a:lnTo>
                    <a:lnTo>
                      <a:pt x="84213" y="1237163"/>
                    </a:lnTo>
                    <a:cubicBezTo>
                      <a:pt x="718832" y="1281486"/>
                      <a:pt x="2171458" y="1276406"/>
                      <a:pt x="2613037" y="1237290"/>
                    </a:cubicBezTo>
                    <a:lnTo>
                      <a:pt x="2618117" y="1294186"/>
                    </a:lnTo>
                    <a:lnTo>
                      <a:pt x="2613037" y="1237290"/>
                    </a:lnTo>
                    <a:cubicBezTo>
                      <a:pt x="3058934" y="1197793"/>
                      <a:pt x="3564902" y="1167694"/>
                      <a:pt x="4066425" y="1237671"/>
                    </a:cubicBezTo>
                    <a:cubicBezTo>
                      <a:pt x="4518291" y="1300663"/>
                      <a:pt x="5017401" y="1270056"/>
                      <a:pt x="5405894" y="1243386"/>
                    </a:cubicBezTo>
                    <a:cubicBezTo>
                      <a:pt x="5421261" y="1242370"/>
                      <a:pt x="5436501" y="1241227"/>
                      <a:pt x="5451614" y="1240211"/>
                    </a:cubicBezTo>
                    <a:cubicBezTo>
                      <a:pt x="5466346" y="1239195"/>
                      <a:pt x="5480824" y="1238179"/>
                      <a:pt x="5495048" y="1237163"/>
                    </a:cubicBezTo>
                    <a:lnTo>
                      <a:pt x="5498985" y="1294186"/>
                    </a:lnTo>
                    <a:lnTo>
                      <a:pt x="5495048" y="1237163"/>
                    </a:lnTo>
                    <a:cubicBezTo>
                      <a:pt x="5894717" y="1209731"/>
                      <a:pt x="6639318" y="1211636"/>
                      <a:pt x="6944118" y="1237290"/>
                    </a:cubicBezTo>
                    <a:lnTo>
                      <a:pt x="6939292" y="1294186"/>
                    </a:lnTo>
                    <a:lnTo>
                      <a:pt x="6882142" y="1295964"/>
                    </a:lnTo>
                    <a:cubicBezTo>
                      <a:pt x="6879729" y="1220780"/>
                      <a:pt x="6878205" y="1152708"/>
                      <a:pt x="6877189" y="1089716"/>
                    </a:cubicBezTo>
                    <a:cubicBezTo>
                      <a:pt x="6874395" y="903026"/>
                      <a:pt x="6876935" y="761929"/>
                      <a:pt x="6879729" y="616768"/>
                    </a:cubicBezTo>
                    <a:cubicBezTo>
                      <a:pt x="6882650" y="461701"/>
                      <a:pt x="6885571" y="301935"/>
                      <a:pt x="6882142" y="75748"/>
                    </a:cubicBezTo>
                    <a:lnTo>
                      <a:pt x="6939292" y="74859"/>
                    </a:lnTo>
                    <a:lnTo>
                      <a:pt x="6940435" y="132009"/>
                    </a:lnTo>
                    <a:cubicBezTo>
                      <a:pt x="6882396" y="133152"/>
                      <a:pt x="6826135" y="134295"/>
                      <a:pt x="6771779" y="135311"/>
                    </a:cubicBezTo>
                    <a:cubicBezTo>
                      <a:pt x="6126238" y="148138"/>
                      <a:pt x="5724664" y="156139"/>
                      <a:pt x="5289943" y="131882"/>
                    </a:cubicBezTo>
                    <a:cubicBezTo>
                      <a:pt x="5076710" y="119944"/>
                      <a:pt x="4850650" y="129342"/>
                      <a:pt x="4636020" y="138359"/>
                    </a:cubicBezTo>
                    <a:cubicBezTo>
                      <a:pt x="4389386" y="148646"/>
                      <a:pt x="4153801" y="158806"/>
                      <a:pt x="3980954" y="131247"/>
                    </a:cubicBezTo>
                    <a:lnTo>
                      <a:pt x="3989971" y="74859"/>
                    </a:lnTo>
                    <a:lnTo>
                      <a:pt x="3980954" y="131247"/>
                    </a:lnTo>
                    <a:cubicBezTo>
                      <a:pt x="3939679" y="124643"/>
                      <a:pt x="3890149" y="120325"/>
                      <a:pt x="3833761" y="117531"/>
                    </a:cubicBezTo>
                    <a:cubicBezTo>
                      <a:pt x="3667899" y="109657"/>
                      <a:pt x="3451110" y="117023"/>
                      <a:pt x="3225558" y="124770"/>
                    </a:cubicBezTo>
                    <a:cubicBezTo>
                      <a:pt x="2990100" y="132898"/>
                      <a:pt x="2745371" y="141280"/>
                      <a:pt x="2546870" y="131882"/>
                    </a:cubicBezTo>
                    <a:lnTo>
                      <a:pt x="2549537" y="74859"/>
                    </a:lnTo>
                    <a:lnTo>
                      <a:pt x="2546870" y="131882"/>
                    </a:lnTo>
                    <a:cubicBezTo>
                      <a:pt x="2377325" y="123754"/>
                      <a:pt x="2244737" y="121595"/>
                      <a:pt x="2116213" y="122103"/>
                    </a:cubicBezTo>
                    <a:cubicBezTo>
                      <a:pt x="2023884" y="122484"/>
                      <a:pt x="1933714" y="124135"/>
                      <a:pt x="1832876" y="126167"/>
                    </a:cubicBezTo>
                    <a:cubicBezTo>
                      <a:pt x="1707019" y="128580"/>
                      <a:pt x="1565160" y="131247"/>
                      <a:pt x="1383804" y="132009"/>
                    </a:cubicBezTo>
                    <a:lnTo>
                      <a:pt x="1383550" y="74859"/>
                    </a:lnTo>
                    <a:lnTo>
                      <a:pt x="1383804" y="132009"/>
                    </a:lnTo>
                    <a:cubicBezTo>
                      <a:pt x="1187208" y="132771"/>
                      <a:pt x="1020457" y="127818"/>
                      <a:pt x="865517" y="123373"/>
                    </a:cubicBezTo>
                    <a:cubicBezTo>
                      <a:pt x="602373" y="115626"/>
                      <a:pt x="373646" y="109022"/>
                      <a:pt x="84848" y="131882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-2216" y="-23876"/>
                <a:ext cx="6976357" cy="1400294"/>
              </a:xfrm>
              <a:custGeom>
                <a:avLst/>
                <a:gdLst/>
                <a:ahLst/>
                <a:cxnLst/>
                <a:rect l="l" t="t" r="r" b="b"/>
                <a:pathLst>
                  <a:path w="6976357" h="1400294">
                    <a:moveTo>
                      <a:pt x="68129" y="24511"/>
                    </a:moveTo>
                    <a:cubicBezTo>
                      <a:pt x="266249" y="55372"/>
                      <a:pt x="507930" y="46228"/>
                      <a:pt x="784663" y="35560"/>
                    </a:cubicBezTo>
                    <a:cubicBezTo>
                      <a:pt x="945318" y="29337"/>
                      <a:pt x="1116768" y="22733"/>
                      <a:pt x="1294441" y="23876"/>
                    </a:cubicBezTo>
                    <a:lnTo>
                      <a:pt x="1294060" y="81026"/>
                    </a:lnTo>
                    <a:lnTo>
                      <a:pt x="1294441" y="23876"/>
                    </a:lnTo>
                    <a:cubicBezTo>
                      <a:pt x="1449127" y="24892"/>
                      <a:pt x="1582096" y="28829"/>
                      <a:pt x="1707064" y="32512"/>
                    </a:cubicBezTo>
                    <a:cubicBezTo>
                      <a:pt x="1819078" y="35814"/>
                      <a:pt x="1924361" y="38989"/>
                      <a:pt x="2033962" y="39624"/>
                    </a:cubicBezTo>
                    <a:cubicBezTo>
                      <a:pt x="2181409" y="40640"/>
                      <a:pt x="2336476" y="37211"/>
                      <a:pt x="2524690" y="23876"/>
                    </a:cubicBezTo>
                    <a:lnTo>
                      <a:pt x="2528754" y="80899"/>
                    </a:lnTo>
                    <a:lnTo>
                      <a:pt x="2524690" y="23876"/>
                    </a:lnTo>
                    <a:cubicBezTo>
                      <a:pt x="3014529" y="-10668"/>
                      <a:pt x="3462839" y="-5207"/>
                      <a:pt x="3701726" y="24130"/>
                    </a:cubicBezTo>
                    <a:lnTo>
                      <a:pt x="3694741" y="80899"/>
                    </a:lnTo>
                    <a:lnTo>
                      <a:pt x="3701726" y="24130"/>
                    </a:lnTo>
                    <a:cubicBezTo>
                      <a:pt x="3792658" y="35306"/>
                      <a:pt x="3944550" y="28702"/>
                      <a:pt x="4138225" y="19939"/>
                    </a:cubicBezTo>
                    <a:cubicBezTo>
                      <a:pt x="4406957" y="7747"/>
                      <a:pt x="4745793" y="-7620"/>
                      <a:pt x="5072056" y="24003"/>
                    </a:cubicBezTo>
                    <a:lnTo>
                      <a:pt x="5066595" y="80899"/>
                    </a:lnTo>
                    <a:lnTo>
                      <a:pt x="5072056" y="24003"/>
                    </a:lnTo>
                    <a:cubicBezTo>
                      <a:pt x="5617775" y="76835"/>
                      <a:pt x="6477692" y="65786"/>
                      <a:pt x="6913048" y="24003"/>
                    </a:cubicBezTo>
                    <a:cubicBezTo>
                      <a:pt x="6928923" y="22479"/>
                      <a:pt x="6944671" y="27686"/>
                      <a:pt x="6956609" y="38227"/>
                    </a:cubicBezTo>
                    <a:cubicBezTo>
                      <a:pt x="6968547" y="48768"/>
                      <a:pt x="6975405" y="63881"/>
                      <a:pt x="6975659" y="79883"/>
                    </a:cubicBezTo>
                    <a:cubicBezTo>
                      <a:pt x="6978453" y="242824"/>
                      <a:pt x="6972357" y="379603"/>
                      <a:pt x="6966261" y="514985"/>
                    </a:cubicBezTo>
                    <a:cubicBezTo>
                      <a:pt x="6960165" y="651002"/>
                      <a:pt x="6954196" y="785495"/>
                      <a:pt x="6956990" y="946150"/>
                    </a:cubicBezTo>
                    <a:cubicBezTo>
                      <a:pt x="6958768" y="1049274"/>
                      <a:pt x="6964102" y="1163320"/>
                      <a:pt x="6975405" y="1295146"/>
                    </a:cubicBezTo>
                    <a:cubicBezTo>
                      <a:pt x="6976675" y="1310640"/>
                      <a:pt x="6971722" y="1326007"/>
                      <a:pt x="6961435" y="1337691"/>
                    </a:cubicBezTo>
                    <a:cubicBezTo>
                      <a:pt x="6951148" y="1349375"/>
                      <a:pt x="6936543" y="1356360"/>
                      <a:pt x="6921049" y="1357122"/>
                    </a:cubicBezTo>
                    <a:cubicBezTo>
                      <a:pt x="6793160" y="1362710"/>
                      <a:pt x="6600374" y="1355090"/>
                      <a:pt x="6392983" y="1346962"/>
                    </a:cubicBezTo>
                    <a:cubicBezTo>
                      <a:pt x="6138729" y="1337056"/>
                      <a:pt x="5860345" y="1326134"/>
                      <a:pt x="5638222" y="1335913"/>
                    </a:cubicBezTo>
                    <a:cubicBezTo>
                      <a:pt x="5554529" y="1339596"/>
                      <a:pt x="5480234" y="1346073"/>
                      <a:pt x="5419020" y="1356360"/>
                    </a:cubicBezTo>
                    <a:lnTo>
                      <a:pt x="5409622" y="1299972"/>
                    </a:lnTo>
                    <a:lnTo>
                      <a:pt x="5419020" y="1356360"/>
                    </a:lnTo>
                    <a:cubicBezTo>
                      <a:pt x="5035480" y="1420622"/>
                      <a:pt x="4820977" y="1408811"/>
                      <a:pt x="4238428" y="1356868"/>
                    </a:cubicBezTo>
                    <a:lnTo>
                      <a:pt x="4243508" y="1299972"/>
                    </a:lnTo>
                    <a:lnTo>
                      <a:pt x="4238428" y="1356868"/>
                    </a:lnTo>
                    <a:cubicBezTo>
                      <a:pt x="3848284" y="1322070"/>
                      <a:pt x="3613461" y="1334643"/>
                      <a:pt x="3395402" y="1346327"/>
                    </a:cubicBezTo>
                    <a:cubicBezTo>
                      <a:pt x="3291262" y="1351915"/>
                      <a:pt x="3189662" y="1357249"/>
                      <a:pt x="3077267" y="1357122"/>
                    </a:cubicBezTo>
                    <a:cubicBezTo>
                      <a:pt x="3003988" y="1356995"/>
                      <a:pt x="2931979" y="1356868"/>
                      <a:pt x="2858319" y="1356614"/>
                    </a:cubicBezTo>
                    <a:cubicBezTo>
                      <a:pt x="2781484" y="1356487"/>
                      <a:pt x="2702998" y="1356233"/>
                      <a:pt x="2619686" y="1356106"/>
                    </a:cubicBezTo>
                    <a:cubicBezTo>
                      <a:pt x="2409628" y="1355725"/>
                      <a:pt x="2168074" y="1355725"/>
                      <a:pt x="1842954" y="1357122"/>
                    </a:cubicBezTo>
                    <a:lnTo>
                      <a:pt x="1842700" y="1299972"/>
                    </a:lnTo>
                    <a:lnTo>
                      <a:pt x="1842954" y="1357122"/>
                    </a:lnTo>
                    <a:cubicBezTo>
                      <a:pt x="1645342" y="1357884"/>
                      <a:pt x="1462970" y="1348994"/>
                      <a:pt x="1280217" y="1340104"/>
                    </a:cubicBezTo>
                    <a:cubicBezTo>
                      <a:pt x="1092638" y="1330960"/>
                      <a:pt x="904424" y="1321816"/>
                      <a:pt x="695636" y="1322578"/>
                    </a:cubicBezTo>
                    <a:cubicBezTo>
                      <a:pt x="506914" y="1323340"/>
                      <a:pt x="301428" y="1332230"/>
                      <a:pt x="65335" y="1356868"/>
                    </a:cubicBezTo>
                    <a:cubicBezTo>
                      <a:pt x="49206" y="1358519"/>
                      <a:pt x="33204" y="1353312"/>
                      <a:pt x="21139" y="1342390"/>
                    </a:cubicBezTo>
                    <a:cubicBezTo>
                      <a:pt x="9074" y="1331468"/>
                      <a:pt x="2216" y="1316355"/>
                      <a:pt x="2216" y="1300099"/>
                    </a:cubicBezTo>
                    <a:cubicBezTo>
                      <a:pt x="2470" y="1136523"/>
                      <a:pt x="1835" y="974979"/>
                      <a:pt x="1073" y="816864"/>
                    </a:cubicBezTo>
                    <a:cubicBezTo>
                      <a:pt x="438" y="666115"/>
                      <a:pt x="-197" y="518414"/>
                      <a:pt x="57" y="375666"/>
                    </a:cubicBezTo>
                    <a:cubicBezTo>
                      <a:pt x="184" y="274701"/>
                      <a:pt x="819" y="176022"/>
                      <a:pt x="2216" y="80137"/>
                    </a:cubicBezTo>
                    <a:cubicBezTo>
                      <a:pt x="2470" y="63627"/>
                      <a:pt x="9836" y="48006"/>
                      <a:pt x="22536" y="37338"/>
                    </a:cubicBezTo>
                    <a:cubicBezTo>
                      <a:pt x="35236" y="26670"/>
                      <a:pt x="51746" y="21971"/>
                      <a:pt x="68129" y="24511"/>
                    </a:cubicBezTo>
                    <a:moveTo>
                      <a:pt x="50603" y="137541"/>
                    </a:moveTo>
                    <a:lnTo>
                      <a:pt x="59366" y="81026"/>
                    </a:lnTo>
                    <a:lnTo>
                      <a:pt x="116516" y="81915"/>
                    </a:lnTo>
                    <a:cubicBezTo>
                      <a:pt x="115119" y="177165"/>
                      <a:pt x="114484" y="275336"/>
                      <a:pt x="114357" y="375920"/>
                    </a:cubicBezTo>
                    <a:cubicBezTo>
                      <a:pt x="114103" y="518287"/>
                      <a:pt x="114738" y="665607"/>
                      <a:pt x="115373" y="816483"/>
                    </a:cubicBezTo>
                    <a:cubicBezTo>
                      <a:pt x="116008" y="974471"/>
                      <a:pt x="116770" y="1136396"/>
                      <a:pt x="116516" y="1300353"/>
                    </a:cubicBezTo>
                    <a:lnTo>
                      <a:pt x="59366" y="1300226"/>
                    </a:lnTo>
                    <a:lnTo>
                      <a:pt x="53397" y="1243330"/>
                    </a:lnTo>
                    <a:cubicBezTo>
                      <a:pt x="293554" y="1218311"/>
                      <a:pt x="502977" y="1209167"/>
                      <a:pt x="695128" y="1208532"/>
                    </a:cubicBezTo>
                    <a:cubicBezTo>
                      <a:pt x="907345" y="1207643"/>
                      <a:pt x="1098480" y="1217041"/>
                      <a:pt x="1285805" y="1226185"/>
                    </a:cubicBezTo>
                    <a:cubicBezTo>
                      <a:pt x="1468939" y="1235075"/>
                      <a:pt x="1648390" y="1243838"/>
                      <a:pt x="1842573" y="1243076"/>
                    </a:cubicBezTo>
                    <a:cubicBezTo>
                      <a:pt x="2167947" y="1241806"/>
                      <a:pt x="2409628" y="1241806"/>
                      <a:pt x="2619940" y="1242060"/>
                    </a:cubicBezTo>
                    <a:cubicBezTo>
                      <a:pt x="2703379" y="1242187"/>
                      <a:pt x="2781992" y="1242314"/>
                      <a:pt x="2858700" y="1242568"/>
                    </a:cubicBezTo>
                    <a:cubicBezTo>
                      <a:pt x="2932233" y="1242695"/>
                      <a:pt x="3004242" y="1242949"/>
                      <a:pt x="3077521" y="1243076"/>
                    </a:cubicBezTo>
                    <a:lnTo>
                      <a:pt x="3077394" y="1300226"/>
                    </a:lnTo>
                    <a:lnTo>
                      <a:pt x="3077521" y="1243076"/>
                    </a:lnTo>
                    <a:cubicBezTo>
                      <a:pt x="3186360" y="1243203"/>
                      <a:pt x="3284785" y="1237996"/>
                      <a:pt x="3389306" y="1232408"/>
                    </a:cubicBezTo>
                    <a:cubicBezTo>
                      <a:pt x="3609270" y="1220724"/>
                      <a:pt x="3850443" y="1207770"/>
                      <a:pt x="4248461" y="1243330"/>
                    </a:cubicBezTo>
                    <a:cubicBezTo>
                      <a:pt x="4829867" y="1295146"/>
                      <a:pt x="5031924" y="1305560"/>
                      <a:pt x="5399970" y="1243838"/>
                    </a:cubicBezTo>
                    <a:cubicBezTo>
                      <a:pt x="5467661" y="1232535"/>
                      <a:pt x="5547036" y="1225677"/>
                      <a:pt x="5633142" y="1221867"/>
                    </a:cubicBezTo>
                    <a:cubicBezTo>
                      <a:pt x="5860980" y="1211961"/>
                      <a:pt x="6144571" y="1223010"/>
                      <a:pt x="6397428" y="1232916"/>
                    </a:cubicBezTo>
                    <a:cubicBezTo>
                      <a:pt x="6606978" y="1241171"/>
                      <a:pt x="6793922" y="1248410"/>
                      <a:pt x="6915969" y="1243076"/>
                    </a:cubicBezTo>
                    <a:lnTo>
                      <a:pt x="6918509" y="1300226"/>
                    </a:lnTo>
                    <a:lnTo>
                      <a:pt x="6861613" y="1305052"/>
                    </a:lnTo>
                    <a:cubicBezTo>
                      <a:pt x="6850056" y="1170559"/>
                      <a:pt x="6844595" y="1053973"/>
                      <a:pt x="6842817" y="948182"/>
                    </a:cubicBezTo>
                    <a:cubicBezTo>
                      <a:pt x="6840023" y="783590"/>
                      <a:pt x="6846119" y="645795"/>
                      <a:pt x="6852215" y="509905"/>
                    </a:cubicBezTo>
                    <a:cubicBezTo>
                      <a:pt x="6858311" y="374396"/>
                      <a:pt x="6864153" y="240792"/>
                      <a:pt x="6861486" y="81915"/>
                    </a:cubicBezTo>
                    <a:lnTo>
                      <a:pt x="6918636" y="80899"/>
                    </a:lnTo>
                    <a:lnTo>
                      <a:pt x="6924097" y="137795"/>
                    </a:lnTo>
                    <a:cubicBezTo>
                      <a:pt x="6482137" y="180213"/>
                      <a:pt x="5614854" y="191389"/>
                      <a:pt x="5061134" y="137795"/>
                    </a:cubicBezTo>
                    <a:cubicBezTo>
                      <a:pt x="4744269" y="107188"/>
                      <a:pt x="4413307" y="121920"/>
                      <a:pt x="4143432" y="134112"/>
                    </a:cubicBezTo>
                    <a:cubicBezTo>
                      <a:pt x="3954964" y="142621"/>
                      <a:pt x="3790880" y="150241"/>
                      <a:pt x="3687883" y="137541"/>
                    </a:cubicBezTo>
                    <a:cubicBezTo>
                      <a:pt x="3459283" y="109474"/>
                      <a:pt x="3019101" y="103505"/>
                      <a:pt x="2532818" y="137795"/>
                    </a:cubicBezTo>
                    <a:cubicBezTo>
                      <a:pt x="2341429" y="151257"/>
                      <a:pt x="2183314" y="154813"/>
                      <a:pt x="2033327" y="153797"/>
                    </a:cubicBezTo>
                    <a:cubicBezTo>
                      <a:pt x="1922202" y="153035"/>
                      <a:pt x="1815522" y="149860"/>
                      <a:pt x="1703762" y="146558"/>
                    </a:cubicBezTo>
                    <a:cubicBezTo>
                      <a:pt x="1578794" y="142875"/>
                      <a:pt x="1446968" y="138938"/>
                      <a:pt x="1293806" y="137922"/>
                    </a:cubicBezTo>
                    <a:cubicBezTo>
                      <a:pt x="1119181" y="136779"/>
                      <a:pt x="950271" y="143256"/>
                      <a:pt x="789235" y="149479"/>
                    </a:cubicBezTo>
                    <a:cubicBezTo>
                      <a:pt x="516058" y="160020"/>
                      <a:pt x="262058" y="170053"/>
                      <a:pt x="50730" y="137160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19050"/>
                <a:ext cx="6973436" cy="1352550"/>
              </a:xfrm>
              <a:prstGeom prst="rect">
                <a:avLst/>
              </a:prstGeom>
            </p:spPr>
            <p:txBody>
              <a:bodyPr wrap="none" lIns="50800" tIns="50800" rIns="50800" bIns="50800" rtlCol="0" anchor="ctr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>
                    <a:solidFill>
                      <a:srgbClr val="FFFFFF"/>
                    </a:solidFill>
                    <a:latin typeface="Arimo"/>
                    <a:ea typeface="맑은 고딕"/>
                    <a:cs typeface="Arimo"/>
                    <a:sym typeface="Arimo"/>
                  </a:rPr>
                  <a:t>2P &amp; 에릭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3946019" y="2173358"/>
              <a:ext cx="6973436" cy="1333500"/>
              <a:chOff x="0" y="0"/>
              <a:chExt cx="6973436" cy="13335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34187" y="39376"/>
                <a:ext cx="6883772" cy="1274632"/>
              </a:xfrm>
              <a:custGeom>
                <a:avLst/>
                <a:gdLst/>
                <a:ahLst/>
                <a:cxnLst/>
                <a:rect l="l" t="t" r="r" b="b"/>
                <a:pathLst>
                  <a:path w="6883772" h="1274632">
                    <a:moveTo>
                      <a:pt x="22963" y="17774"/>
                    </a:moveTo>
                    <a:cubicBezTo>
                      <a:pt x="487275" y="-19056"/>
                      <a:pt x="798552" y="19806"/>
                      <a:pt x="1326237" y="17774"/>
                    </a:cubicBezTo>
                    <a:cubicBezTo>
                      <a:pt x="1853922" y="15742"/>
                      <a:pt x="2046581" y="-3435"/>
                      <a:pt x="2492351" y="17774"/>
                    </a:cubicBezTo>
                    <a:cubicBezTo>
                      <a:pt x="2938121" y="38983"/>
                      <a:pt x="3624302" y="-31248"/>
                      <a:pt x="3932785" y="17774"/>
                    </a:cubicBezTo>
                    <a:cubicBezTo>
                      <a:pt x="4241268" y="66796"/>
                      <a:pt x="4767556" y="-8388"/>
                      <a:pt x="5236059" y="17774"/>
                    </a:cubicBezTo>
                    <a:cubicBezTo>
                      <a:pt x="5704562" y="43936"/>
                      <a:pt x="6134457" y="32379"/>
                      <a:pt x="6882233" y="17774"/>
                    </a:cubicBezTo>
                    <a:cubicBezTo>
                      <a:pt x="6889980" y="529076"/>
                      <a:pt x="6865088" y="702812"/>
                      <a:pt x="6882233" y="1236974"/>
                    </a:cubicBezTo>
                    <a:cubicBezTo>
                      <a:pt x="6580862" y="1211574"/>
                      <a:pt x="5839182" y="1209669"/>
                      <a:pt x="5441799" y="1236974"/>
                    </a:cubicBezTo>
                    <a:cubicBezTo>
                      <a:pt x="5044416" y="1264279"/>
                      <a:pt x="4496030" y="1305935"/>
                      <a:pt x="4001365" y="1236974"/>
                    </a:cubicBezTo>
                    <a:cubicBezTo>
                      <a:pt x="3506700" y="1168013"/>
                      <a:pt x="3006193" y="1197477"/>
                      <a:pt x="2560931" y="1236974"/>
                    </a:cubicBezTo>
                    <a:cubicBezTo>
                      <a:pt x="2115669" y="1276471"/>
                      <a:pt x="660122" y="1281551"/>
                      <a:pt x="23090" y="1236974"/>
                    </a:cubicBezTo>
                    <a:cubicBezTo>
                      <a:pt x="-28091" y="862578"/>
                      <a:pt x="21566" y="365500"/>
                      <a:pt x="23090" y="17774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54884" y="33432"/>
                <a:ext cx="6862214" cy="1286072"/>
              </a:xfrm>
              <a:custGeom>
                <a:avLst/>
                <a:gdLst/>
                <a:ahLst/>
                <a:cxnLst/>
                <a:rect l="l" t="t" r="r" b="b"/>
                <a:pathLst>
                  <a:path w="6862214" h="1286072">
                    <a:moveTo>
                      <a:pt x="2266" y="23718"/>
                    </a:moveTo>
                    <a:cubicBezTo>
                      <a:pt x="326751" y="74264"/>
                      <a:pt x="759440" y="20670"/>
                      <a:pt x="1236960" y="23718"/>
                    </a:cubicBezTo>
                    <a:cubicBezTo>
                      <a:pt x="1714480" y="26766"/>
                      <a:pt x="1983466" y="58135"/>
                      <a:pt x="2471654" y="23718"/>
                    </a:cubicBezTo>
                    <a:cubicBezTo>
                      <a:pt x="2959842" y="-10699"/>
                      <a:pt x="3403961" y="-4984"/>
                      <a:pt x="3637768" y="23718"/>
                    </a:cubicBezTo>
                    <a:cubicBezTo>
                      <a:pt x="3871575" y="52420"/>
                      <a:pt x="4459839" y="-29495"/>
                      <a:pt x="5009622" y="23718"/>
                    </a:cubicBezTo>
                    <a:cubicBezTo>
                      <a:pt x="5559405" y="76931"/>
                      <a:pt x="6422878" y="65755"/>
                      <a:pt x="6861536" y="23718"/>
                    </a:cubicBezTo>
                    <a:cubicBezTo>
                      <a:pt x="6868775" y="449803"/>
                      <a:pt x="6814546" y="695548"/>
                      <a:pt x="6861536" y="1242918"/>
                    </a:cubicBezTo>
                    <a:cubicBezTo>
                      <a:pt x="6527145" y="1257523"/>
                      <a:pt x="5728315" y="1179926"/>
                      <a:pt x="5352522" y="1242918"/>
                    </a:cubicBezTo>
                    <a:cubicBezTo>
                      <a:pt x="4976729" y="1305910"/>
                      <a:pt x="4768449" y="1294734"/>
                      <a:pt x="4186408" y="1242918"/>
                    </a:cubicBezTo>
                    <a:cubicBezTo>
                      <a:pt x="3604367" y="1191102"/>
                      <a:pt x="3362940" y="1243426"/>
                      <a:pt x="3020294" y="1242918"/>
                    </a:cubicBezTo>
                    <a:cubicBezTo>
                      <a:pt x="2677648" y="1242410"/>
                      <a:pt x="2363704" y="1240632"/>
                      <a:pt x="1785600" y="1242918"/>
                    </a:cubicBezTo>
                    <a:cubicBezTo>
                      <a:pt x="1207496" y="1245204"/>
                      <a:pt x="760583" y="1163924"/>
                      <a:pt x="2266" y="1242918"/>
                    </a:cubicBezTo>
                    <a:cubicBezTo>
                      <a:pt x="3028" y="812007"/>
                      <a:pt x="-3195" y="395828"/>
                      <a:pt x="2266" y="2371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-23126" y="-17836"/>
                <a:ext cx="6997992" cy="1389039"/>
              </a:xfrm>
              <a:custGeom>
                <a:avLst/>
                <a:gdLst/>
                <a:ahLst/>
                <a:cxnLst/>
                <a:rect l="l" t="t" r="r" b="b"/>
                <a:pathLst>
                  <a:path w="6997992" h="1389039">
                    <a:moveTo>
                      <a:pt x="75704" y="17963"/>
                    </a:moveTo>
                    <a:cubicBezTo>
                      <a:pt x="371360" y="-5532"/>
                      <a:pt x="605802" y="1453"/>
                      <a:pt x="868819" y="9200"/>
                    </a:cubicBezTo>
                    <a:cubicBezTo>
                      <a:pt x="1023759" y="13772"/>
                      <a:pt x="1188732" y="18598"/>
                      <a:pt x="1383296" y="17836"/>
                    </a:cubicBezTo>
                    <a:cubicBezTo>
                      <a:pt x="1563763" y="17201"/>
                      <a:pt x="1704860" y="14407"/>
                      <a:pt x="1830717" y="11994"/>
                    </a:cubicBezTo>
                    <a:cubicBezTo>
                      <a:pt x="1931428" y="10089"/>
                      <a:pt x="2022487" y="8311"/>
                      <a:pt x="2115832" y="7930"/>
                    </a:cubicBezTo>
                    <a:cubicBezTo>
                      <a:pt x="2246261" y="7422"/>
                      <a:pt x="2380754" y="9708"/>
                      <a:pt x="2552331" y="17836"/>
                    </a:cubicBezTo>
                    <a:cubicBezTo>
                      <a:pt x="2745244" y="26980"/>
                      <a:pt x="2984766" y="18852"/>
                      <a:pt x="3221748" y="10724"/>
                    </a:cubicBezTo>
                    <a:cubicBezTo>
                      <a:pt x="3445649" y="2977"/>
                      <a:pt x="3667645" y="-4643"/>
                      <a:pt x="3839349" y="3485"/>
                    </a:cubicBezTo>
                    <a:cubicBezTo>
                      <a:pt x="3898150" y="6279"/>
                      <a:pt x="3952252" y="10978"/>
                      <a:pt x="3999115" y="18471"/>
                    </a:cubicBezTo>
                    <a:cubicBezTo>
                      <a:pt x="4157992" y="43744"/>
                      <a:pt x="4380115" y="34727"/>
                      <a:pt x="4631575" y="24186"/>
                    </a:cubicBezTo>
                    <a:cubicBezTo>
                      <a:pt x="4845062" y="15296"/>
                      <a:pt x="5076837" y="5517"/>
                      <a:pt x="5296674" y="17836"/>
                    </a:cubicBezTo>
                    <a:lnTo>
                      <a:pt x="5293499" y="74859"/>
                    </a:lnTo>
                    <a:lnTo>
                      <a:pt x="5296674" y="17836"/>
                    </a:lnTo>
                    <a:cubicBezTo>
                      <a:pt x="5726188" y="41839"/>
                      <a:pt x="6123190" y="33965"/>
                      <a:pt x="6769874" y="21138"/>
                    </a:cubicBezTo>
                    <a:cubicBezTo>
                      <a:pt x="6823976" y="20122"/>
                      <a:pt x="6880237" y="18979"/>
                      <a:pt x="6938276" y="17836"/>
                    </a:cubicBezTo>
                    <a:cubicBezTo>
                      <a:pt x="6953516" y="17582"/>
                      <a:pt x="6968121" y="23297"/>
                      <a:pt x="6979043" y="33838"/>
                    </a:cubicBezTo>
                    <a:cubicBezTo>
                      <a:pt x="6989965" y="44379"/>
                      <a:pt x="6996315" y="58857"/>
                      <a:pt x="6996442" y="74097"/>
                    </a:cubicBezTo>
                    <a:cubicBezTo>
                      <a:pt x="6999871" y="302316"/>
                      <a:pt x="6996950" y="463733"/>
                      <a:pt x="6994029" y="618927"/>
                    </a:cubicBezTo>
                    <a:cubicBezTo>
                      <a:pt x="6991362" y="763961"/>
                      <a:pt x="6988695" y="903407"/>
                      <a:pt x="6991489" y="1087938"/>
                    </a:cubicBezTo>
                    <a:cubicBezTo>
                      <a:pt x="6992378" y="1150295"/>
                      <a:pt x="6994029" y="1217732"/>
                      <a:pt x="6996442" y="1292281"/>
                    </a:cubicBezTo>
                    <a:cubicBezTo>
                      <a:pt x="6996950" y="1308537"/>
                      <a:pt x="6990473" y="1324285"/>
                      <a:pt x="6978662" y="1335588"/>
                    </a:cubicBezTo>
                    <a:cubicBezTo>
                      <a:pt x="6966851" y="1346891"/>
                      <a:pt x="6950722" y="1352479"/>
                      <a:pt x="6934466" y="1351082"/>
                    </a:cubicBezTo>
                    <a:cubicBezTo>
                      <a:pt x="6636397" y="1326063"/>
                      <a:pt x="5897765" y="1324031"/>
                      <a:pt x="5502795" y="1351209"/>
                    </a:cubicBezTo>
                    <a:cubicBezTo>
                      <a:pt x="5488571" y="1352225"/>
                      <a:pt x="5474093" y="1353241"/>
                      <a:pt x="5459361" y="1354257"/>
                    </a:cubicBezTo>
                    <a:cubicBezTo>
                      <a:pt x="5444248" y="1355273"/>
                      <a:pt x="5429008" y="1356289"/>
                      <a:pt x="5413641" y="1357432"/>
                    </a:cubicBezTo>
                    <a:cubicBezTo>
                      <a:pt x="5026418" y="1383975"/>
                      <a:pt x="4516005" y="1415725"/>
                      <a:pt x="4050550" y="1350828"/>
                    </a:cubicBezTo>
                    <a:lnTo>
                      <a:pt x="4058424" y="1294186"/>
                    </a:lnTo>
                    <a:lnTo>
                      <a:pt x="4050550" y="1350828"/>
                    </a:lnTo>
                    <a:cubicBezTo>
                      <a:pt x="3562743" y="1282883"/>
                      <a:pt x="3067570" y="1311712"/>
                      <a:pt x="2623070" y="1351209"/>
                    </a:cubicBezTo>
                    <a:cubicBezTo>
                      <a:pt x="2174252" y="1390960"/>
                      <a:pt x="715530" y="1396040"/>
                      <a:pt x="76212" y="1351336"/>
                    </a:cubicBezTo>
                    <a:cubicBezTo>
                      <a:pt x="49161" y="1349431"/>
                      <a:pt x="27190" y="1328857"/>
                      <a:pt x="23634" y="1302060"/>
                    </a:cubicBezTo>
                    <a:cubicBezTo>
                      <a:pt x="-12815" y="1035487"/>
                      <a:pt x="774" y="710240"/>
                      <a:pt x="12585" y="424236"/>
                    </a:cubicBezTo>
                    <a:cubicBezTo>
                      <a:pt x="17792" y="297998"/>
                      <a:pt x="22618" y="179380"/>
                      <a:pt x="23126" y="74732"/>
                    </a:cubicBezTo>
                    <a:cubicBezTo>
                      <a:pt x="23253" y="45014"/>
                      <a:pt x="46113" y="20376"/>
                      <a:pt x="75704" y="17963"/>
                    </a:cubicBezTo>
                    <a:moveTo>
                      <a:pt x="84721" y="131882"/>
                    </a:moveTo>
                    <a:lnTo>
                      <a:pt x="80276" y="74986"/>
                    </a:lnTo>
                    <a:lnTo>
                      <a:pt x="137426" y="75240"/>
                    </a:lnTo>
                    <a:cubicBezTo>
                      <a:pt x="136918" y="182428"/>
                      <a:pt x="131965" y="303332"/>
                      <a:pt x="126758" y="428935"/>
                    </a:cubicBezTo>
                    <a:cubicBezTo>
                      <a:pt x="114820" y="717987"/>
                      <a:pt x="102120" y="1032185"/>
                      <a:pt x="136918" y="1286439"/>
                    </a:cubicBezTo>
                    <a:lnTo>
                      <a:pt x="80276" y="1294186"/>
                    </a:lnTo>
                    <a:lnTo>
                      <a:pt x="84213" y="1237163"/>
                    </a:lnTo>
                    <a:cubicBezTo>
                      <a:pt x="718832" y="1281486"/>
                      <a:pt x="2171458" y="1276406"/>
                      <a:pt x="2613037" y="1237290"/>
                    </a:cubicBezTo>
                    <a:lnTo>
                      <a:pt x="2618117" y="1294186"/>
                    </a:lnTo>
                    <a:lnTo>
                      <a:pt x="2613037" y="1237290"/>
                    </a:lnTo>
                    <a:cubicBezTo>
                      <a:pt x="3058934" y="1197793"/>
                      <a:pt x="3564902" y="1167694"/>
                      <a:pt x="4066425" y="1237671"/>
                    </a:cubicBezTo>
                    <a:cubicBezTo>
                      <a:pt x="4518291" y="1300663"/>
                      <a:pt x="5017401" y="1270056"/>
                      <a:pt x="5405894" y="1243386"/>
                    </a:cubicBezTo>
                    <a:cubicBezTo>
                      <a:pt x="5421261" y="1242370"/>
                      <a:pt x="5436501" y="1241227"/>
                      <a:pt x="5451614" y="1240211"/>
                    </a:cubicBezTo>
                    <a:cubicBezTo>
                      <a:pt x="5466346" y="1239195"/>
                      <a:pt x="5480824" y="1238179"/>
                      <a:pt x="5495048" y="1237163"/>
                    </a:cubicBezTo>
                    <a:lnTo>
                      <a:pt x="5498985" y="1294186"/>
                    </a:lnTo>
                    <a:lnTo>
                      <a:pt x="5495048" y="1237163"/>
                    </a:lnTo>
                    <a:cubicBezTo>
                      <a:pt x="5894717" y="1209731"/>
                      <a:pt x="6639318" y="1211636"/>
                      <a:pt x="6944118" y="1237290"/>
                    </a:cubicBezTo>
                    <a:lnTo>
                      <a:pt x="6939292" y="1294186"/>
                    </a:lnTo>
                    <a:lnTo>
                      <a:pt x="6882142" y="1295964"/>
                    </a:lnTo>
                    <a:cubicBezTo>
                      <a:pt x="6879729" y="1220780"/>
                      <a:pt x="6878205" y="1152708"/>
                      <a:pt x="6877189" y="1089716"/>
                    </a:cubicBezTo>
                    <a:cubicBezTo>
                      <a:pt x="6874395" y="903026"/>
                      <a:pt x="6876935" y="761929"/>
                      <a:pt x="6879729" y="616768"/>
                    </a:cubicBezTo>
                    <a:cubicBezTo>
                      <a:pt x="6882650" y="461701"/>
                      <a:pt x="6885571" y="301935"/>
                      <a:pt x="6882142" y="75748"/>
                    </a:cubicBezTo>
                    <a:lnTo>
                      <a:pt x="6939292" y="74859"/>
                    </a:lnTo>
                    <a:lnTo>
                      <a:pt x="6940435" y="132009"/>
                    </a:lnTo>
                    <a:cubicBezTo>
                      <a:pt x="6882396" y="133152"/>
                      <a:pt x="6826135" y="134295"/>
                      <a:pt x="6771779" y="135311"/>
                    </a:cubicBezTo>
                    <a:cubicBezTo>
                      <a:pt x="6126238" y="148138"/>
                      <a:pt x="5724664" y="156139"/>
                      <a:pt x="5289943" y="131882"/>
                    </a:cubicBezTo>
                    <a:cubicBezTo>
                      <a:pt x="5076710" y="119944"/>
                      <a:pt x="4850650" y="129342"/>
                      <a:pt x="4636020" y="138359"/>
                    </a:cubicBezTo>
                    <a:cubicBezTo>
                      <a:pt x="4389386" y="148646"/>
                      <a:pt x="4153801" y="158806"/>
                      <a:pt x="3980954" y="131247"/>
                    </a:cubicBezTo>
                    <a:lnTo>
                      <a:pt x="3989971" y="74859"/>
                    </a:lnTo>
                    <a:lnTo>
                      <a:pt x="3980954" y="131247"/>
                    </a:lnTo>
                    <a:cubicBezTo>
                      <a:pt x="3939679" y="124643"/>
                      <a:pt x="3890149" y="120325"/>
                      <a:pt x="3833761" y="117531"/>
                    </a:cubicBezTo>
                    <a:cubicBezTo>
                      <a:pt x="3667899" y="109657"/>
                      <a:pt x="3451110" y="117023"/>
                      <a:pt x="3225558" y="124770"/>
                    </a:cubicBezTo>
                    <a:cubicBezTo>
                      <a:pt x="2990100" y="132898"/>
                      <a:pt x="2745371" y="141280"/>
                      <a:pt x="2546870" y="131882"/>
                    </a:cubicBezTo>
                    <a:lnTo>
                      <a:pt x="2549537" y="74859"/>
                    </a:lnTo>
                    <a:lnTo>
                      <a:pt x="2546870" y="131882"/>
                    </a:lnTo>
                    <a:cubicBezTo>
                      <a:pt x="2377325" y="123754"/>
                      <a:pt x="2244737" y="121595"/>
                      <a:pt x="2116213" y="122103"/>
                    </a:cubicBezTo>
                    <a:cubicBezTo>
                      <a:pt x="2023884" y="122484"/>
                      <a:pt x="1933714" y="124135"/>
                      <a:pt x="1832876" y="126167"/>
                    </a:cubicBezTo>
                    <a:cubicBezTo>
                      <a:pt x="1707019" y="128580"/>
                      <a:pt x="1565160" y="131247"/>
                      <a:pt x="1383804" y="132009"/>
                    </a:cubicBezTo>
                    <a:lnTo>
                      <a:pt x="1383550" y="74859"/>
                    </a:lnTo>
                    <a:lnTo>
                      <a:pt x="1383804" y="132009"/>
                    </a:lnTo>
                    <a:cubicBezTo>
                      <a:pt x="1187208" y="132771"/>
                      <a:pt x="1020457" y="127818"/>
                      <a:pt x="865517" y="123373"/>
                    </a:cubicBezTo>
                    <a:cubicBezTo>
                      <a:pt x="602373" y="115626"/>
                      <a:pt x="373646" y="109022"/>
                      <a:pt x="84848" y="131882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-2216" y="-23876"/>
                <a:ext cx="6976357" cy="1400294"/>
              </a:xfrm>
              <a:custGeom>
                <a:avLst/>
                <a:gdLst/>
                <a:ahLst/>
                <a:cxnLst/>
                <a:rect l="l" t="t" r="r" b="b"/>
                <a:pathLst>
                  <a:path w="6976357" h="1400294">
                    <a:moveTo>
                      <a:pt x="68129" y="24511"/>
                    </a:moveTo>
                    <a:cubicBezTo>
                      <a:pt x="266249" y="55372"/>
                      <a:pt x="507930" y="46228"/>
                      <a:pt x="784663" y="35560"/>
                    </a:cubicBezTo>
                    <a:cubicBezTo>
                      <a:pt x="945318" y="29337"/>
                      <a:pt x="1116768" y="22733"/>
                      <a:pt x="1294441" y="23876"/>
                    </a:cubicBezTo>
                    <a:lnTo>
                      <a:pt x="1294060" y="81026"/>
                    </a:lnTo>
                    <a:lnTo>
                      <a:pt x="1294441" y="23876"/>
                    </a:lnTo>
                    <a:cubicBezTo>
                      <a:pt x="1449127" y="24892"/>
                      <a:pt x="1582096" y="28829"/>
                      <a:pt x="1707064" y="32512"/>
                    </a:cubicBezTo>
                    <a:cubicBezTo>
                      <a:pt x="1819078" y="35814"/>
                      <a:pt x="1924361" y="38989"/>
                      <a:pt x="2033962" y="39624"/>
                    </a:cubicBezTo>
                    <a:cubicBezTo>
                      <a:pt x="2181409" y="40640"/>
                      <a:pt x="2336476" y="37211"/>
                      <a:pt x="2524690" y="23876"/>
                    </a:cubicBezTo>
                    <a:lnTo>
                      <a:pt x="2528754" y="80899"/>
                    </a:lnTo>
                    <a:lnTo>
                      <a:pt x="2524690" y="23876"/>
                    </a:lnTo>
                    <a:cubicBezTo>
                      <a:pt x="3014529" y="-10668"/>
                      <a:pt x="3462839" y="-5207"/>
                      <a:pt x="3701726" y="24130"/>
                    </a:cubicBezTo>
                    <a:lnTo>
                      <a:pt x="3694741" y="80899"/>
                    </a:lnTo>
                    <a:lnTo>
                      <a:pt x="3701726" y="24130"/>
                    </a:lnTo>
                    <a:cubicBezTo>
                      <a:pt x="3792658" y="35306"/>
                      <a:pt x="3944550" y="28702"/>
                      <a:pt x="4138225" y="19939"/>
                    </a:cubicBezTo>
                    <a:cubicBezTo>
                      <a:pt x="4406957" y="7747"/>
                      <a:pt x="4745793" y="-7620"/>
                      <a:pt x="5072056" y="24003"/>
                    </a:cubicBezTo>
                    <a:lnTo>
                      <a:pt x="5066595" y="80899"/>
                    </a:lnTo>
                    <a:lnTo>
                      <a:pt x="5072056" y="24003"/>
                    </a:lnTo>
                    <a:cubicBezTo>
                      <a:pt x="5617775" y="76835"/>
                      <a:pt x="6477692" y="65786"/>
                      <a:pt x="6913048" y="24003"/>
                    </a:cubicBezTo>
                    <a:cubicBezTo>
                      <a:pt x="6928923" y="22479"/>
                      <a:pt x="6944671" y="27686"/>
                      <a:pt x="6956609" y="38227"/>
                    </a:cubicBezTo>
                    <a:cubicBezTo>
                      <a:pt x="6968547" y="48768"/>
                      <a:pt x="6975405" y="63881"/>
                      <a:pt x="6975659" y="79883"/>
                    </a:cubicBezTo>
                    <a:cubicBezTo>
                      <a:pt x="6978453" y="242824"/>
                      <a:pt x="6972357" y="379603"/>
                      <a:pt x="6966261" y="514985"/>
                    </a:cubicBezTo>
                    <a:cubicBezTo>
                      <a:pt x="6960165" y="651002"/>
                      <a:pt x="6954196" y="785495"/>
                      <a:pt x="6956990" y="946150"/>
                    </a:cubicBezTo>
                    <a:cubicBezTo>
                      <a:pt x="6958768" y="1049274"/>
                      <a:pt x="6964102" y="1163320"/>
                      <a:pt x="6975405" y="1295146"/>
                    </a:cubicBezTo>
                    <a:cubicBezTo>
                      <a:pt x="6976675" y="1310640"/>
                      <a:pt x="6971722" y="1326007"/>
                      <a:pt x="6961435" y="1337691"/>
                    </a:cubicBezTo>
                    <a:cubicBezTo>
                      <a:pt x="6951148" y="1349375"/>
                      <a:pt x="6936543" y="1356360"/>
                      <a:pt x="6921049" y="1357122"/>
                    </a:cubicBezTo>
                    <a:cubicBezTo>
                      <a:pt x="6793160" y="1362710"/>
                      <a:pt x="6600374" y="1355090"/>
                      <a:pt x="6392983" y="1346962"/>
                    </a:cubicBezTo>
                    <a:cubicBezTo>
                      <a:pt x="6138729" y="1337056"/>
                      <a:pt x="5860345" y="1326134"/>
                      <a:pt x="5638222" y="1335913"/>
                    </a:cubicBezTo>
                    <a:cubicBezTo>
                      <a:pt x="5554529" y="1339596"/>
                      <a:pt x="5480234" y="1346073"/>
                      <a:pt x="5419020" y="1356360"/>
                    </a:cubicBezTo>
                    <a:lnTo>
                      <a:pt x="5409622" y="1299972"/>
                    </a:lnTo>
                    <a:lnTo>
                      <a:pt x="5419020" y="1356360"/>
                    </a:lnTo>
                    <a:cubicBezTo>
                      <a:pt x="5035480" y="1420622"/>
                      <a:pt x="4820977" y="1408811"/>
                      <a:pt x="4238428" y="1356868"/>
                    </a:cubicBezTo>
                    <a:lnTo>
                      <a:pt x="4243508" y="1299972"/>
                    </a:lnTo>
                    <a:lnTo>
                      <a:pt x="4238428" y="1356868"/>
                    </a:lnTo>
                    <a:cubicBezTo>
                      <a:pt x="3848284" y="1322070"/>
                      <a:pt x="3613461" y="1334643"/>
                      <a:pt x="3395402" y="1346327"/>
                    </a:cubicBezTo>
                    <a:cubicBezTo>
                      <a:pt x="3291262" y="1351915"/>
                      <a:pt x="3189662" y="1357249"/>
                      <a:pt x="3077267" y="1357122"/>
                    </a:cubicBezTo>
                    <a:cubicBezTo>
                      <a:pt x="3003988" y="1356995"/>
                      <a:pt x="2931979" y="1356868"/>
                      <a:pt x="2858319" y="1356614"/>
                    </a:cubicBezTo>
                    <a:cubicBezTo>
                      <a:pt x="2781484" y="1356487"/>
                      <a:pt x="2702998" y="1356233"/>
                      <a:pt x="2619686" y="1356106"/>
                    </a:cubicBezTo>
                    <a:cubicBezTo>
                      <a:pt x="2409628" y="1355725"/>
                      <a:pt x="2168074" y="1355725"/>
                      <a:pt x="1842954" y="1357122"/>
                    </a:cubicBezTo>
                    <a:lnTo>
                      <a:pt x="1842700" y="1299972"/>
                    </a:lnTo>
                    <a:lnTo>
                      <a:pt x="1842954" y="1357122"/>
                    </a:lnTo>
                    <a:cubicBezTo>
                      <a:pt x="1645342" y="1357884"/>
                      <a:pt x="1462970" y="1348994"/>
                      <a:pt x="1280217" y="1340104"/>
                    </a:cubicBezTo>
                    <a:cubicBezTo>
                      <a:pt x="1092638" y="1330960"/>
                      <a:pt x="904424" y="1321816"/>
                      <a:pt x="695636" y="1322578"/>
                    </a:cubicBezTo>
                    <a:cubicBezTo>
                      <a:pt x="506914" y="1323340"/>
                      <a:pt x="301428" y="1332230"/>
                      <a:pt x="65335" y="1356868"/>
                    </a:cubicBezTo>
                    <a:cubicBezTo>
                      <a:pt x="49206" y="1358519"/>
                      <a:pt x="33204" y="1353312"/>
                      <a:pt x="21139" y="1342390"/>
                    </a:cubicBezTo>
                    <a:cubicBezTo>
                      <a:pt x="9074" y="1331468"/>
                      <a:pt x="2216" y="1316355"/>
                      <a:pt x="2216" y="1300099"/>
                    </a:cubicBezTo>
                    <a:cubicBezTo>
                      <a:pt x="2470" y="1136523"/>
                      <a:pt x="1835" y="974979"/>
                      <a:pt x="1073" y="816864"/>
                    </a:cubicBezTo>
                    <a:cubicBezTo>
                      <a:pt x="438" y="666115"/>
                      <a:pt x="-197" y="518414"/>
                      <a:pt x="57" y="375666"/>
                    </a:cubicBezTo>
                    <a:cubicBezTo>
                      <a:pt x="184" y="274701"/>
                      <a:pt x="819" y="176022"/>
                      <a:pt x="2216" y="80137"/>
                    </a:cubicBezTo>
                    <a:cubicBezTo>
                      <a:pt x="2470" y="63627"/>
                      <a:pt x="9836" y="48006"/>
                      <a:pt x="22536" y="37338"/>
                    </a:cubicBezTo>
                    <a:cubicBezTo>
                      <a:pt x="35236" y="26670"/>
                      <a:pt x="51746" y="21971"/>
                      <a:pt x="68129" y="24511"/>
                    </a:cubicBezTo>
                    <a:moveTo>
                      <a:pt x="50603" y="137541"/>
                    </a:moveTo>
                    <a:lnTo>
                      <a:pt x="59366" y="81026"/>
                    </a:lnTo>
                    <a:lnTo>
                      <a:pt x="116516" y="81915"/>
                    </a:lnTo>
                    <a:cubicBezTo>
                      <a:pt x="115119" y="177165"/>
                      <a:pt x="114484" y="275336"/>
                      <a:pt x="114357" y="375920"/>
                    </a:cubicBezTo>
                    <a:cubicBezTo>
                      <a:pt x="114103" y="518287"/>
                      <a:pt x="114738" y="665607"/>
                      <a:pt x="115373" y="816483"/>
                    </a:cubicBezTo>
                    <a:cubicBezTo>
                      <a:pt x="116008" y="974471"/>
                      <a:pt x="116770" y="1136396"/>
                      <a:pt x="116516" y="1300353"/>
                    </a:cubicBezTo>
                    <a:lnTo>
                      <a:pt x="59366" y="1300226"/>
                    </a:lnTo>
                    <a:lnTo>
                      <a:pt x="53397" y="1243330"/>
                    </a:lnTo>
                    <a:cubicBezTo>
                      <a:pt x="293554" y="1218311"/>
                      <a:pt x="502977" y="1209167"/>
                      <a:pt x="695128" y="1208532"/>
                    </a:cubicBezTo>
                    <a:cubicBezTo>
                      <a:pt x="907345" y="1207643"/>
                      <a:pt x="1098480" y="1217041"/>
                      <a:pt x="1285805" y="1226185"/>
                    </a:cubicBezTo>
                    <a:cubicBezTo>
                      <a:pt x="1468939" y="1235075"/>
                      <a:pt x="1648390" y="1243838"/>
                      <a:pt x="1842573" y="1243076"/>
                    </a:cubicBezTo>
                    <a:cubicBezTo>
                      <a:pt x="2167947" y="1241806"/>
                      <a:pt x="2409628" y="1241806"/>
                      <a:pt x="2619940" y="1242060"/>
                    </a:cubicBezTo>
                    <a:cubicBezTo>
                      <a:pt x="2703379" y="1242187"/>
                      <a:pt x="2781992" y="1242314"/>
                      <a:pt x="2858700" y="1242568"/>
                    </a:cubicBezTo>
                    <a:cubicBezTo>
                      <a:pt x="2932233" y="1242695"/>
                      <a:pt x="3004242" y="1242949"/>
                      <a:pt x="3077521" y="1243076"/>
                    </a:cubicBezTo>
                    <a:lnTo>
                      <a:pt x="3077394" y="1300226"/>
                    </a:lnTo>
                    <a:lnTo>
                      <a:pt x="3077521" y="1243076"/>
                    </a:lnTo>
                    <a:cubicBezTo>
                      <a:pt x="3186360" y="1243203"/>
                      <a:pt x="3284785" y="1237996"/>
                      <a:pt x="3389306" y="1232408"/>
                    </a:cubicBezTo>
                    <a:cubicBezTo>
                      <a:pt x="3609270" y="1220724"/>
                      <a:pt x="3850443" y="1207770"/>
                      <a:pt x="4248461" y="1243330"/>
                    </a:cubicBezTo>
                    <a:cubicBezTo>
                      <a:pt x="4829867" y="1295146"/>
                      <a:pt x="5031924" y="1305560"/>
                      <a:pt x="5399970" y="1243838"/>
                    </a:cubicBezTo>
                    <a:cubicBezTo>
                      <a:pt x="5467661" y="1232535"/>
                      <a:pt x="5547036" y="1225677"/>
                      <a:pt x="5633142" y="1221867"/>
                    </a:cubicBezTo>
                    <a:cubicBezTo>
                      <a:pt x="5860980" y="1211961"/>
                      <a:pt x="6144571" y="1223010"/>
                      <a:pt x="6397428" y="1232916"/>
                    </a:cubicBezTo>
                    <a:cubicBezTo>
                      <a:pt x="6606978" y="1241171"/>
                      <a:pt x="6793922" y="1248410"/>
                      <a:pt x="6915969" y="1243076"/>
                    </a:cubicBezTo>
                    <a:lnTo>
                      <a:pt x="6918509" y="1300226"/>
                    </a:lnTo>
                    <a:lnTo>
                      <a:pt x="6861613" y="1305052"/>
                    </a:lnTo>
                    <a:cubicBezTo>
                      <a:pt x="6850056" y="1170559"/>
                      <a:pt x="6844595" y="1053973"/>
                      <a:pt x="6842817" y="948182"/>
                    </a:cubicBezTo>
                    <a:cubicBezTo>
                      <a:pt x="6840023" y="783590"/>
                      <a:pt x="6846119" y="645795"/>
                      <a:pt x="6852215" y="509905"/>
                    </a:cubicBezTo>
                    <a:cubicBezTo>
                      <a:pt x="6858311" y="374396"/>
                      <a:pt x="6864153" y="240792"/>
                      <a:pt x="6861486" y="81915"/>
                    </a:cubicBezTo>
                    <a:lnTo>
                      <a:pt x="6918636" y="80899"/>
                    </a:lnTo>
                    <a:lnTo>
                      <a:pt x="6924097" y="137795"/>
                    </a:lnTo>
                    <a:cubicBezTo>
                      <a:pt x="6482137" y="180213"/>
                      <a:pt x="5614854" y="191389"/>
                      <a:pt x="5061134" y="137795"/>
                    </a:cubicBezTo>
                    <a:cubicBezTo>
                      <a:pt x="4744269" y="107188"/>
                      <a:pt x="4413307" y="121920"/>
                      <a:pt x="4143432" y="134112"/>
                    </a:cubicBezTo>
                    <a:cubicBezTo>
                      <a:pt x="3954964" y="142621"/>
                      <a:pt x="3790880" y="150241"/>
                      <a:pt x="3687883" y="137541"/>
                    </a:cubicBezTo>
                    <a:cubicBezTo>
                      <a:pt x="3459283" y="109474"/>
                      <a:pt x="3019101" y="103505"/>
                      <a:pt x="2532818" y="137795"/>
                    </a:cubicBezTo>
                    <a:cubicBezTo>
                      <a:pt x="2341429" y="151257"/>
                      <a:pt x="2183314" y="154813"/>
                      <a:pt x="2033327" y="153797"/>
                    </a:cubicBezTo>
                    <a:cubicBezTo>
                      <a:pt x="1922202" y="153035"/>
                      <a:pt x="1815522" y="149860"/>
                      <a:pt x="1703762" y="146558"/>
                    </a:cubicBezTo>
                    <a:cubicBezTo>
                      <a:pt x="1578794" y="142875"/>
                      <a:pt x="1446968" y="138938"/>
                      <a:pt x="1293806" y="137922"/>
                    </a:cubicBezTo>
                    <a:cubicBezTo>
                      <a:pt x="1119181" y="136779"/>
                      <a:pt x="950271" y="143256"/>
                      <a:pt x="789235" y="149479"/>
                    </a:cubicBezTo>
                    <a:cubicBezTo>
                      <a:pt x="516058" y="160020"/>
                      <a:pt x="262058" y="170053"/>
                      <a:pt x="50730" y="137160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19050"/>
                <a:ext cx="6973436" cy="1352550"/>
              </a:xfrm>
              <a:prstGeom prst="rect">
                <a:avLst/>
              </a:prstGeom>
            </p:spPr>
            <p:txBody>
              <a:bodyPr wrap="none" lIns="50800" tIns="50800" rIns="50800" bIns="50800" rtlCol="0" anchor="ctr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>
                    <a:solidFill>
                      <a:srgbClr val="FFFFFF"/>
                    </a:solidFill>
                    <a:latin typeface="Arimo"/>
                    <a:ea typeface="맑은 고딕"/>
                    <a:cs typeface="Arimo"/>
                    <a:sym typeface="Arimo"/>
                  </a:rPr>
                  <a:t>잠겨진 서랍 발견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13946019" y="4346716"/>
              <a:ext cx="6973436" cy="1333500"/>
              <a:chOff x="0" y="0"/>
              <a:chExt cx="6973436" cy="13335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34187" y="39376"/>
                <a:ext cx="6883772" cy="1274632"/>
              </a:xfrm>
              <a:custGeom>
                <a:avLst/>
                <a:gdLst/>
                <a:ahLst/>
                <a:cxnLst/>
                <a:rect l="l" t="t" r="r" b="b"/>
                <a:pathLst>
                  <a:path w="6883772" h="1274632">
                    <a:moveTo>
                      <a:pt x="22963" y="17774"/>
                    </a:moveTo>
                    <a:cubicBezTo>
                      <a:pt x="487275" y="-19056"/>
                      <a:pt x="798552" y="19806"/>
                      <a:pt x="1326237" y="17774"/>
                    </a:cubicBezTo>
                    <a:cubicBezTo>
                      <a:pt x="1853922" y="15742"/>
                      <a:pt x="2046581" y="-3435"/>
                      <a:pt x="2492351" y="17774"/>
                    </a:cubicBezTo>
                    <a:cubicBezTo>
                      <a:pt x="2938121" y="38983"/>
                      <a:pt x="3624302" y="-31248"/>
                      <a:pt x="3932785" y="17774"/>
                    </a:cubicBezTo>
                    <a:cubicBezTo>
                      <a:pt x="4241268" y="66796"/>
                      <a:pt x="4767556" y="-8388"/>
                      <a:pt x="5236059" y="17774"/>
                    </a:cubicBezTo>
                    <a:cubicBezTo>
                      <a:pt x="5704562" y="43936"/>
                      <a:pt x="6134457" y="32379"/>
                      <a:pt x="6882233" y="17774"/>
                    </a:cubicBezTo>
                    <a:cubicBezTo>
                      <a:pt x="6889980" y="529076"/>
                      <a:pt x="6865088" y="702812"/>
                      <a:pt x="6882233" y="1236974"/>
                    </a:cubicBezTo>
                    <a:cubicBezTo>
                      <a:pt x="6580862" y="1211574"/>
                      <a:pt x="5839182" y="1209669"/>
                      <a:pt x="5441799" y="1236974"/>
                    </a:cubicBezTo>
                    <a:cubicBezTo>
                      <a:pt x="5044416" y="1264279"/>
                      <a:pt x="4496030" y="1305935"/>
                      <a:pt x="4001365" y="1236974"/>
                    </a:cubicBezTo>
                    <a:cubicBezTo>
                      <a:pt x="3506700" y="1168013"/>
                      <a:pt x="3006193" y="1197477"/>
                      <a:pt x="2560931" y="1236974"/>
                    </a:cubicBezTo>
                    <a:cubicBezTo>
                      <a:pt x="2115669" y="1276471"/>
                      <a:pt x="660122" y="1281551"/>
                      <a:pt x="23090" y="1236974"/>
                    </a:cubicBezTo>
                    <a:cubicBezTo>
                      <a:pt x="-28091" y="862578"/>
                      <a:pt x="21566" y="365500"/>
                      <a:pt x="23090" y="17774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" name="Freeform 27"/>
              <p:cNvSpPr/>
              <p:nvPr/>
            </p:nvSpPr>
            <p:spPr>
              <a:xfrm>
                <a:off x="54884" y="33432"/>
                <a:ext cx="6862214" cy="1286072"/>
              </a:xfrm>
              <a:custGeom>
                <a:avLst/>
                <a:gdLst/>
                <a:ahLst/>
                <a:cxnLst/>
                <a:rect l="l" t="t" r="r" b="b"/>
                <a:pathLst>
                  <a:path w="6862214" h="1286072">
                    <a:moveTo>
                      <a:pt x="2266" y="23718"/>
                    </a:moveTo>
                    <a:cubicBezTo>
                      <a:pt x="326751" y="74264"/>
                      <a:pt x="759440" y="20670"/>
                      <a:pt x="1236960" y="23718"/>
                    </a:cubicBezTo>
                    <a:cubicBezTo>
                      <a:pt x="1714480" y="26766"/>
                      <a:pt x="1983466" y="58135"/>
                      <a:pt x="2471654" y="23718"/>
                    </a:cubicBezTo>
                    <a:cubicBezTo>
                      <a:pt x="2959842" y="-10699"/>
                      <a:pt x="3403961" y="-4984"/>
                      <a:pt x="3637768" y="23718"/>
                    </a:cubicBezTo>
                    <a:cubicBezTo>
                      <a:pt x="3871575" y="52420"/>
                      <a:pt x="4459839" y="-29495"/>
                      <a:pt x="5009622" y="23718"/>
                    </a:cubicBezTo>
                    <a:cubicBezTo>
                      <a:pt x="5559405" y="76931"/>
                      <a:pt x="6422878" y="65755"/>
                      <a:pt x="6861536" y="23718"/>
                    </a:cubicBezTo>
                    <a:cubicBezTo>
                      <a:pt x="6868775" y="449803"/>
                      <a:pt x="6814546" y="695548"/>
                      <a:pt x="6861536" y="1242918"/>
                    </a:cubicBezTo>
                    <a:cubicBezTo>
                      <a:pt x="6527145" y="1257523"/>
                      <a:pt x="5728315" y="1179926"/>
                      <a:pt x="5352522" y="1242918"/>
                    </a:cubicBezTo>
                    <a:cubicBezTo>
                      <a:pt x="4976729" y="1305910"/>
                      <a:pt x="4768449" y="1294734"/>
                      <a:pt x="4186408" y="1242918"/>
                    </a:cubicBezTo>
                    <a:cubicBezTo>
                      <a:pt x="3604367" y="1191102"/>
                      <a:pt x="3362940" y="1243426"/>
                      <a:pt x="3020294" y="1242918"/>
                    </a:cubicBezTo>
                    <a:cubicBezTo>
                      <a:pt x="2677648" y="1242410"/>
                      <a:pt x="2363704" y="1240632"/>
                      <a:pt x="1785600" y="1242918"/>
                    </a:cubicBezTo>
                    <a:cubicBezTo>
                      <a:pt x="1207496" y="1245204"/>
                      <a:pt x="760583" y="1163924"/>
                      <a:pt x="2266" y="1242918"/>
                    </a:cubicBezTo>
                    <a:cubicBezTo>
                      <a:pt x="3028" y="812007"/>
                      <a:pt x="-3195" y="395828"/>
                      <a:pt x="2266" y="2371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" name="Freeform 28"/>
              <p:cNvSpPr/>
              <p:nvPr/>
            </p:nvSpPr>
            <p:spPr>
              <a:xfrm>
                <a:off x="-23126" y="-17836"/>
                <a:ext cx="6997992" cy="1389039"/>
              </a:xfrm>
              <a:custGeom>
                <a:avLst/>
                <a:gdLst/>
                <a:ahLst/>
                <a:cxnLst/>
                <a:rect l="l" t="t" r="r" b="b"/>
                <a:pathLst>
                  <a:path w="6997992" h="1389039">
                    <a:moveTo>
                      <a:pt x="75704" y="17963"/>
                    </a:moveTo>
                    <a:cubicBezTo>
                      <a:pt x="371360" y="-5532"/>
                      <a:pt x="605802" y="1453"/>
                      <a:pt x="868819" y="9200"/>
                    </a:cubicBezTo>
                    <a:cubicBezTo>
                      <a:pt x="1023759" y="13772"/>
                      <a:pt x="1188732" y="18598"/>
                      <a:pt x="1383296" y="17836"/>
                    </a:cubicBezTo>
                    <a:cubicBezTo>
                      <a:pt x="1563763" y="17201"/>
                      <a:pt x="1704860" y="14407"/>
                      <a:pt x="1830717" y="11994"/>
                    </a:cubicBezTo>
                    <a:cubicBezTo>
                      <a:pt x="1931428" y="10089"/>
                      <a:pt x="2022487" y="8311"/>
                      <a:pt x="2115832" y="7930"/>
                    </a:cubicBezTo>
                    <a:cubicBezTo>
                      <a:pt x="2246261" y="7422"/>
                      <a:pt x="2380754" y="9708"/>
                      <a:pt x="2552331" y="17836"/>
                    </a:cubicBezTo>
                    <a:cubicBezTo>
                      <a:pt x="2745244" y="26980"/>
                      <a:pt x="2984766" y="18852"/>
                      <a:pt x="3221748" y="10724"/>
                    </a:cubicBezTo>
                    <a:cubicBezTo>
                      <a:pt x="3445649" y="2977"/>
                      <a:pt x="3667645" y="-4643"/>
                      <a:pt x="3839349" y="3485"/>
                    </a:cubicBezTo>
                    <a:cubicBezTo>
                      <a:pt x="3898150" y="6279"/>
                      <a:pt x="3952252" y="10978"/>
                      <a:pt x="3999115" y="18471"/>
                    </a:cubicBezTo>
                    <a:cubicBezTo>
                      <a:pt x="4157992" y="43744"/>
                      <a:pt x="4380115" y="34727"/>
                      <a:pt x="4631575" y="24186"/>
                    </a:cubicBezTo>
                    <a:cubicBezTo>
                      <a:pt x="4845062" y="15296"/>
                      <a:pt x="5076837" y="5517"/>
                      <a:pt x="5296674" y="17836"/>
                    </a:cubicBezTo>
                    <a:lnTo>
                      <a:pt x="5293499" y="74859"/>
                    </a:lnTo>
                    <a:lnTo>
                      <a:pt x="5296674" y="17836"/>
                    </a:lnTo>
                    <a:cubicBezTo>
                      <a:pt x="5726188" y="41839"/>
                      <a:pt x="6123190" y="33965"/>
                      <a:pt x="6769874" y="21138"/>
                    </a:cubicBezTo>
                    <a:cubicBezTo>
                      <a:pt x="6823976" y="20122"/>
                      <a:pt x="6880237" y="18979"/>
                      <a:pt x="6938276" y="17836"/>
                    </a:cubicBezTo>
                    <a:cubicBezTo>
                      <a:pt x="6953516" y="17582"/>
                      <a:pt x="6968121" y="23297"/>
                      <a:pt x="6979043" y="33838"/>
                    </a:cubicBezTo>
                    <a:cubicBezTo>
                      <a:pt x="6989965" y="44379"/>
                      <a:pt x="6996315" y="58857"/>
                      <a:pt x="6996442" y="74097"/>
                    </a:cubicBezTo>
                    <a:cubicBezTo>
                      <a:pt x="6999871" y="302316"/>
                      <a:pt x="6996950" y="463733"/>
                      <a:pt x="6994029" y="618927"/>
                    </a:cubicBezTo>
                    <a:cubicBezTo>
                      <a:pt x="6991362" y="763961"/>
                      <a:pt x="6988695" y="903407"/>
                      <a:pt x="6991489" y="1087938"/>
                    </a:cubicBezTo>
                    <a:cubicBezTo>
                      <a:pt x="6992378" y="1150295"/>
                      <a:pt x="6994029" y="1217732"/>
                      <a:pt x="6996442" y="1292281"/>
                    </a:cubicBezTo>
                    <a:cubicBezTo>
                      <a:pt x="6996950" y="1308537"/>
                      <a:pt x="6990473" y="1324285"/>
                      <a:pt x="6978662" y="1335588"/>
                    </a:cubicBezTo>
                    <a:cubicBezTo>
                      <a:pt x="6966851" y="1346891"/>
                      <a:pt x="6950722" y="1352479"/>
                      <a:pt x="6934466" y="1351082"/>
                    </a:cubicBezTo>
                    <a:cubicBezTo>
                      <a:pt x="6636397" y="1326063"/>
                      <a:pt x="5897765" y="1324031"/>
                      <a:pt x="5502795" y="1351209"/>
                    </a:cubicBezTo>
                    <a:cubicBezTo>
                      <a:pt x="5488571" y="1352225"/>
                      <a:pt x="5474093" y="1353241"/>
                      <a:pt x="5459361" y="1354257"/>
                    </a:cubicBezTo>
                    <a:cubicBezTo>
                      <a:pt x="5444248" y="1355273"/>
                      <a:pt x="5429008" y="1356289"/>
                      <a:pt x="5413641" y="1357432"/>
                    </a:cubicBezTo>
                    <a:cubicBezTo>
                      <a:pt x="5026418" y="1383975"/>
                      <a:pt x="4516005" y="1415725"/>
                      <a:pt x="4050550" y="1350828"/>
                    </a:cubicBezTo>
                    <a:lnTo>
                      <a:pt x="4058424" y="1294186"/>
                    </a:lnTo>
                    <a:lnTo>
                      <a:pt x="4050550" y="1350828"/>
                    </a:lnTo>
                    <a:cubicBezTo>
                      <a:pt x="3562743" y="1282883"/>
                      <a:pt x="3067570" y="1311712"/>
                      <a:pt x="2623070" y="1351209"/>
                    </a:cubicBezTo>
                    <a:cubicBezTo>
                      <a:pt x="2174252" y="1390960"/>
                      <a:pt x="715530" y="1396040"/>
                      <a:pt x="76212" y="1351336"/>
                    </a:cubicBezTo>
                    <a:cubicBezTo>
                      <a:pt x="49161" y="1349431"/>
                      <a:pt x="27190" y="1328857"/>
                      <a:pt x="23634" y="1302060"/>
                    </a:cubicBezTo>
                    <a:cubicBezTo>
                      <a:pt x="-12815" y="1035487"/>
                      <a:pt x="774" y="710240"/>
                      <a:pt x="12585" y="424236"/>
                    </a:cubicBezTo>
                    <a:cubicBezTo>
                      <a:pt x="17792" y="297998"/>
                      <a:pt x="22618" y="179380"/>
                      <a:pt x="23126" y="74732"/>
                    </a:cubicBezTo>
                    <a:cubicBezTo>
                      <a:pt x="23253" y="45014"/>
                      <a:pt x="46113" y="20376"/>
                      <a:pt x="75704" y="17963"/>
                    </a:cubicBezTo>
                    <a:moveTo>
                      <a:pt x="84721" y="131882"/>
                    </a:moveTo>
                    <a:lnTo>
                      <a:pt x="80276" y="74986"/>
                    </a:lnTo>
                    <a:lnTo>
                      <a:pt x="137426" y="75240"/>
                    </a:lnTo>
                    <a:cubicBezTo>
                      <a:pt x="136918" y="182428"/>
                      <a:pt x="131965" y="303332"/>
                      <a:pt x="126758" y="428935"/>
                    </a:cubicBezTo>
                    <a:cubicBezTo>
                      <a:pt x="114820" y="717987"/>
                      <a:pt x="102120" y="1032185"/>
                      <a:pt x="136918" y="1286439"/>
                    </a:cubicBezTo>
                    <a:lnTo>
                      <a:pt x="80276" y="1294186"/>
                    </a:lnTo>
                    <a:lnTo>
                      <a:pt x="84213" y="1237163"/>
                    </a:lnTo>
                    <a:cubicBezTo>
                      <a:pt x="718832" y="1281486"/>
                      <a:pt x="2171458" y="1276406"/>
                      <a:pt x="2613037" y="1237290"/>
                    </a:cubicBezTo>
                    <a:lnTo>
                      <a:pt x="2618117" y="1294186"/>
                    </a:lnTo>
                    <a:lnTo>
                      <a:pt x="2613037" y="1237290"/>
                    </a:lnTo>
                    <a:cubicBezTo>
                      <a:pt x="3058934" y="1197793"/>
                      <a:pt x="3564902" y="1167694"/>
                      <a:pt x="4066425" y="1237671"/>
                    </a:cubicBezTo>
                    <a:cubicBezTo>
                      <a:pt x="4518291" y="1300663"/>
                      <a:pt x="5017401" y="1270056"/>
                      <a:pt x="5405894" y="1243386"/>
                    </a:cubicBezTo>
                    <a:cubicBezTo>
                      <a:pt x="5421261" y="1242370"/>
                      <a:pt x="5436501" y="1241227"/>
                      <a:pt x="5451614" y="1240211"/>
                    </a:cubicBezTo>
                    <a:cubicBezTo>
                      <a:pt x="5466346" y="1239195"/>
                      <a:pt x="5480824" y="1238179"/>
                      <a:pt x="5495048" y="1237163"/>
                    </a:cubicBezTo>
                    <a:lnTo>
                      <a:pt x="5498985" y="1294186"/>
                    </a:lnTo>
                    <a:lnTo>
                      <a:pt x="5495048" y="1237163"/>
                    </a:lnTo>
                    <a:cubicBezTo>
                      <a:pt x="5894717" y="1209731"/>
                      <a:pt x="6639318" y="1211636"/>
                      <a:pt x="6944118" y="1237290"/>
                    </a:cubicBezTo>
                    <a:lnTo>
                      <a:pt x="6939292" y="1294186"/>
                    </a:lnTo>
                    <a:lnTo>
                      <a:pt x="6882142" y="1295964"/>
                    </a:lnTo>
                    <a:cubicBezTo>
                      <a:pt x="6879729" y="1220780"/>
                      <a:pt x="6878205" y="1152708"/>
                      <a:pt x="6877189" y="1089716"/>
                    </a:cubicBezTo>
                    <a:cubicBezTo>
                      <a:pt x="6874395" y="903026"/>
                      <a:pt x="6876935" y="761929"/>
                      <a:pt x="6879729" y="616768"/>
                    </a:cubicBezTo>
                    <a:cubicBezTo>
                      <a:pt x="6882650" y="461701"/>
                      <a:pt x="6885571" y="301935"/>
                      <a:pt x="6882142" y="75748"/>
                    </a:cubicBezTo>
                    <a:lnTo>
                      <a:pt x="6939292" y="74859"/>
                    </a:lnTo>
                    <a:lnTo>
                      <a:pt x="6940435" y="132009"/>
                    </a:lnTo>
                    <a:cubicBezTo>
                      <a:pt x="6882396" y="133152"/>
                      <a:pt x="6826135" y="134295"/>
                      <a:pt x="6771779" y="135311"/>
                    </a:cubicBezTo>
                    <a:cubicBezTo>
                      <a:pt x="6126238" y="148138"/>
                      <a:pt x="5724664" y="156139"/>
                      <a:pt x="5289943" y="131882"/>
                    </a:cubicBezTo>
                    <a:cubicBezTo>
                      <a:pt x="5076710" y="119944"/>
                      <a:pt x="4850650" y="129342"/>
                      <a:pt x="4636020" y="138359"/>
                    </a:cubicBezTo>
                    <a:cubicBezTo>
                      <a:pt x="4389386" y="148646"/>
                      <a:pt x="4153801" y="158806"/>
                      <a:pt x="3980954" y="131247"/>
                    </a:cubicBezTo>
                    <a:lnTo>
                      <a:pt x="3989971" y="74859"/>
                    </a:lnTo>
                    <a:lnTo>
                      <a:pt x="3980954" y="131247"/>
                    </a:lnTo>
                    <a:cubicBezTo>
                      <a:pt x="3939679" y="124643"/>
                      <a:pt x="3890149" y="120325"/>
                      <a:pt x="3833761" y="117531"/>
                    </a:cubicBezTo>
                    <a:cubicBezTo>
                      <a:pt x="3667899" y="109657"/>
                      <a:pt x="3451110" y="117023"/>
                      <a:pt x="3225558" y="124770"/>
                    </a:cubicBezTo>
                    <a:cubicBezTo>
                      <a:pt x="2990100" y="132898"/>
                      <a:pt x="2745371" y="141280"/>
                      <a:pt x="2546870" y="131882"/>
                    </a:cubicBezTo>
                    <a:lnTo>
                      <a:pt x="2549537" y="74859"/>
                    </a:lnTo>
                    <a:lnTo>
                      <a:pt x="2546870" y="131882"/>
                    </a:lnTo>
                    <a:cubicBezTo>
                      <a:pt x="2377325" y="123754"/>
                      <a:pt x="2244737" y="121595"/>
                      <a:pt x="2116213" y="122103"/>
                    </a:cubicBezTo>
                    <a:cubicBezTo>
                      <a:pt x="2023884" y="122484"/>
                      <a:pt x="1933714" y="124135"/>
                      <a:pt x="1832876" y="126167"/>
                    </a:cubicBezTo>
                    <a:cubicBezTo>
                      <a:pt x="1707019" y="128580"/>
                      <a:pt x="1565160" y="131247"/>
                      <a:pt x="1383804" y="132009"/>
                    </a:cubicBezTo>
                    <a:lnTo>
                      <a:pt x="1383550" y="74859"/>
                    </a:lnTo>
                    <a:lnTo>
                      <a:pt x="1383804" y="132009"/>
                    </a:lnTo>
                    <a:cubicBezTo>
                      <a:pt x="1187208" y="132771"/>
                      <a:pt x="1020457" y="127818"/>
                      <a:pt x="865517" y="123373"/>
                    </a:cubicBezTo>
                    <a:cubicBezTo>
                      <a:pt x="602373" y="115626"/>
                      <a:pt x="373646" y="109022"/>
                      <a:pt x="84848" y="131882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" name="Freeform 29"/>
              <p:cNvSpPr/>
              <p:nvPr/>
            </p:nvSpPr>
            <p:spPr>
              <a:xfrm>
                <a:off x="-2216" y="-23876"/>
                <a:ext cx="6976357" cy="1400294"/>
              </a:xfrm>
              <a:custGeom>
                <a:avLst/>
                <a:gdLst/>
                <a:ahLst/>
                <a:cxnLst/>
                <a:rect l="l" t="t" r="r" b="b"/>
                <a:pathLst>
                  <a:path w="6976357" h="1400294">
                    <a:moveTo>
                      <a:pt x="68129" y="24511"/>
                    </a:moveTo>
                    <a:cubicBezTo>
                      <a:pt x="266249" y="55372"/>
                      <a:pt x="507930" y="46228"/>
                      <a:pt x="784663" y="35560"/>
                    </a:cubicBezTo>
                    <a:cubicBezTo>
                      <a:pt x="945318" y="29337"/>
                      <a:pt x="1116768" y="22733"/>
                      <a:pt x="1294441" y="23876"/>
                    </a:cubicBezTo>
                    <a:lnTo>
                      <a:pt x="1294060" y="81026"/>
                    </a:lnTo>
                    <a:lnTo>
                      <a:pt x="1294441" y="23876"/>
                    </a:lnTo>
                    <a:cubicBezTo>
                      <a:pt x="1449127" y="24892"/>
                      <a:pt x="1582096" y="28829"/>
                      <a:pt x="1707064" y="32512"/>
                    </a:cubicBezTo>
                    <a:cubicBezTo>
                      <a:pt x="1819078" y="35814"/>
                      <a:pt x="1924361" y="38989"/>
                      <a:pt x="2033962" y="39624"/>
                    </a:cubicBezTo>
                    <a:cubicBezTo>
                      <a:pt x="2181409" y="40640"/>
                      <a:pt x="2336476" y="37211"/>
                      <a:pt x="2524690" y="23876"/>
                    </a:cubicBezTo>
                    <a:lnTo>
                      <a:pt x="2528754" y="80899"/>
                    </a:lnTo>
                    <a:lnTo>
                      <a:pt x="2524690" y="23876"/>
                    </a:lnTo>
                    <a:cubicBezTo>
                      <a:pt x="3014529" y="-10668"/>
                      <a:pt x="3462839" y="-5207"/>
                      <a:pt x="3701726" y="24130"/>
                    </a:cubicBezTo>
                    <a:lnTo>
                      <a:pt x="3694741" y="80899"/>
                    </a:lnTo>
                    <a:lnTo>
                      <a:pt x="3701726" y="24130"/>
                    </a:lnTo>
                    <a:cubicBezTo>
                      <a:pt x="3792658" y="35306"/>
                      <a:pt x="3944550" y="28702"/>
                      <a:pt x="4138225" y="19939"/>
                    </a:cubicBezTo>
                    <a:cubicBezTo>
                      <a:pt x="4406957" y="7747"/>
                      <a:pt x="4745793" y="-7620"/>
                      <a:pt x="5072056" y="24003"/>
                    </a:cubicBezTo>
                    <a:lnTo>
                      <a:pt x="5066595" y="80899"/>
                    </a:lnTo>
                    <a:lnTo>
                      <a:pt x="5072056" y="24003"/>
                    </a:lnTo>
                    <a:cubicBezTo>
                      <a:pt x="5617775" y="76835"/>
                      <a:pt x="6477692" y="65786"/>
                      <a:pt x="6913048" y="24003"/>
                    </a:cubicBezTo>
                    <a:cubicBezTo>
                      <a:pt x="6928923" y="22479"/>
                      <a:pt x="6944671" y="27686"/>
                      <a:pt x="6956609" y="38227"/>
                    </a:cubicBezTo>
                    <a:cubicBezTo>
                      <a:pt x="6968547" y="48768"/>
                      <a:pt x="6975405" y="63881"/>
                      <a:pt x="6975659" y="79883"/>
                    </a:cubicBezTo>
                    <a:cubicBezTo>
                      <a:pt x="6978453" y="242824"/>
                      <a:pt x="6972357" y="379603"/>
                      <a:pt x="6966261" y="514985"/>
                    </a:cubicBezTo>
                    <a:cubicBezTo>
                      <a:pt x="6960165" y="651002"/>
                      <a:pt x="6954196" y="785495"/>
                      <a:pt x="6956990" y="946150"/>
                    </a:cubicBezTo>
                    <a:cubicBezTo>
                      <a:pt x="6958768" y="1049274"/>
                      <a:pt x="6964102" y="1163320"/>
                      <a:pt x="6975405" y="1295146"/>
                    </a:cubicBezTo>
                    <a:cubicBezTo>
                      <a:pt x="6976675" y="1310640"/>
                      <a:pt x="6971722" y="1326007"/>
                      <a:pt x="6961435" y="1337691"/>
                    </a:cubicBezTo>
                    <a:cubicBezTo>
                      <a:pt x="6951148" y="1349375"/>
                      <a:pt x="6936543" y="1356360"/>
                      <a:pt x="6921049" y="1357122"/>
                    </a:cubicBezTo>
                    <a:cubicBezTo>
                      <a:pt x="6793160" y="1362710"/>
                      <a:pt x="6600374" y="1355090"/>
                      <a:pt x="6392983" y="1346962"/>
                    </a:cubicBezTo>
                    <a:cubicBezTo>
                      <a:pt x="6138729" y="1337056"/>
                      <a:pt x="5860345" y="1326134"/>
                      <a:pt x="5638222" y="1335913"/>
                    </a:cubicBezTo>
                    <a:cubicBezTo>
                      <a:pt x="5554529" y="1339596"/>
                      <a:pt x="5480234" y="1346073"/>
                      <a:pt x="5419020" y="1356360"/>
                    </a:cubicBezTo>
                    <a:lnTo>
                      <a:pt x="5409622" y="1299972"/>
                    </a:lnTo>
                    <a:lnTo>
                      <a:pt x="5419020" y="1356360"/>
                    </a:lnTo>
                    <a:cubicBezTo>
                      <a:pt x="5035480" y="1420622"/>
                      <a:pt x="4820977" y="1408811"/>
                      <a:pt x="4238428" y="1356868"/>
                    </a:cubicBezTo>
                    <a:lnTo>
                      <a:pt x="4243508" y="1299972"/>
                    </a:lnTo>
                    <a:lnTo>
                      <a:pt x="4238428" y="1356868"/>
                    </a:lnTo>
                    <a:cubicBezTo>
                      <a:pt x="3848284" y="1322070"/>
                      <a:pt x="3613461" y="1334643"/>
                      <a:pt x="3395402" y="1346327"/>
                    </a:cubicBezTo>
                    <a:cubicBezTo>
                      <a:pt x="3291262" y="1351915"/>
                      <a:pt x="3189662" y="1357249"/>
                      <a:pt x="3077267" y="1357122"/>
                    </a:cubicBezTo>
                    <a:cubicBezTo>
                      <a:pt x="3003988" y="1356995"/>
                      <a:pt x="2931979" y="1356868"/>
                      <a:pt x="2858319" y="1356614"/>
                    </a:cubicBezTo>
                    <a:cubicBezTo>
                      <a:pt x="2781484" y="1356487"/>
                      <a:pt x="2702998" y="1356233"/>
                      <a:pt x="2619686" y="1356106"/>
                    </a:cubicBezTo>
                    <a:cubicBezTo>
                      <a:pt x="2409628" y="1355725"/>
                      <a:pt x="2168074" y="1355725"/>
                      <a:pt x="1842954" y="1357122"/>
                    </a:cubicBezTo>
                    <a:lnTo>
                      <a:pt x="1842700" y="1299972"/>
                    </a:lnTo>
                    <a:lnTo>
                      <a:pt x="1842954" y="1357122"/>
                    </a:lnTo>
                    <a:cubicBezTo>
                      <a:pt x="1645342" y="1357884"/>
                      <a:pt x="1462970" y="1348994"/>
                      <a:pt x="1280217" y="1340104"/>
                    </a:cubicBezTo>
                    <a:cubicBezTo>
                      <a:pt x="1092638" y="1330960"/>
                      <a:pt x="904424" y="1321816"/>
                      <a:pt x="695636" y="1322578"/>
                    </a:cubicBezTo>
                    <a:cubicBezTo>
                      <a:pt x="506914" y="1323340"/>
                      <a:pt x="301428" y="1332230"/>
                      <a:pt x="65335" y="1356868"/>
                    </a:cubicBezTo>
                    <a:cubicBezTo>
                      <a:pt x="49206" y="1358519"/>
                      <a:pt x="33204" y="1353312"/>
                      <a:pt x="21139" y="1342390"/>
                    </a:cubicBezTo>
                    <a:cubicBezTo>
                      <a:pt x="9074" y="1331468"/>
                      <a:pt x="2216" y="1316355"/>
                      <a:pt x="2216" y="1300099"/>
                    </a:cubicBezTo>
                    <a:cubicBezTo>
                      <a:pt x="2470" y="1136523"/>
                      <a:pt x="1835" y="974979"/>
                      <a:pt x="1073" y="816864"/>
                    </a:cubicBezTo>
                    <a:cubicBezTo>
                      <a:pt x="438" y="666115"/>
                      <a:pt x="-197" y="518414"/>
                      <a:pt x="57" y="375666"/>
                    </a:cubicBezTo>
                    <a:cubicBezTo>
                      <a:pt x="184" y="274701"/>
                      <a:pt x="819" y="176022"/>
                      <a:pt x="2216" y="80137"/>
                    </a:cubicBezTo>
                    <a:cubicBezTo>
                      <a:pt x="2470" y="63627"/>
                      <a:pt x="9836" y="48006"/>
                      <a:pt x="22536" y="37338"/>
                    </a:cubicBezTo>
                    <a:cubicBezTo>
                      <a:pt x="35236" y="26670"/>
                      <a:pt x="51746" y="21971"/>
                      <a:pt x="68129" y="24511"/>
                    </a:cubicBezTo>
                    <a:moveTo>
                      <a:pt x="50603" y="137541"/>
                    </a:moveTo>
                    <a:lnTo>
                      <a:pt x="59366" y="81026"/>
                    </a:lnTo>
                    <a:lnTo>
                      <a:pt x="116516" y="81915"/>
                    </a:lnTo>
                    <a:cubicBezTo>
                      <a:pt x="115119" y="177165"/>
                      <a:pt x="114484" y="275336"/>
                      <a:pt x="114357" y="375920"/>
                    </a:cubicBezTo>
                    <a:cubicBezTo>
                      <a:pt x="114103" y="518287"/>
                      <a:pt x="114738" y="665607"/>
                      <a:pt x="115373" y="816483"/>
                    </a:cubicBezTo>
                    <a:cubicBezTo>
                      <a:pt x="116008" y="974471"/>
                      <a:pt x="116770" y="1136396"/>
                      <a:pt x="116516" y="1300353"/>
                    </a:cubicBezTo>
                    <a:lnTo>
                      <a:pt x="59366" y="1300226"/>
                    </a:lnTo>
                    <a:lnTo>
                      <a:pt x="53397" y="1243330"/>
                    </a:lnTo>
                    <a:cubicBezTo>
                      <a:pt x="293554" y="1218311"/>
                      <a:pt x="502977" y="1209167"/>
                      <a:pt x="695128" y="1208532"/>
                    </a:cubicBezTo>
                    <a:cubicBezTo>
                      <a:pt x="907345" y="1207643"/>
                      <a:pt x="1098480" y="1217041"/>
                      <a:pt x="1285805" y="1226185"/>
                    </a:cubicBezTo>
                    <a:cubicBezTo>
                      <a:pt x="1468939" y="1235075"/>
                      <a:pt x="1648390" y="1243838"/>
                      <a:pt x="1842573" y="1243076"/>
                    </a:cubicBezTo>
                    <a:cubicBezTo>
                      <a:pt x="2167947" y="1241806"/>
                      <a:pt x="2409628" y="1241806"/>
                      <a:pt x="2619940" y="1242060"/>
                    </a:cubicBezTo>
                    <a:cubicBezTo>
                      <a:pt x="2703379" y="1242187"/>
                      <a:pt x="2781992" y="1242314"/>
                      <a:pt x="2858700" y="1242568"/>
                    </a:cubicBezTo>
                    <a:cubicBezTo>
                      <a:pt x="2932233" y="1242695"/>
                      <a:pt x="3004242" y="1242949"/>
                      <a:pt x="3077521" y="1243076"/>
                    </a:cubicBezTo>
                    <a:lnTo>
                      <a:pt x="3077394" y="1300226"/>
                    </a:lnTo>
                    <a:lnTo>
                      <a:pt x="3077521" y="1243076"/>
                    </a:lnTo>
                    <a:cubicBezTo>
                      <a:pt x="3186360" y="1243203"/>
                      <a:pt x="3284785" y="1237996"/>
                      <a:pt x="3389306" y="1232408"/>
                    </a:cubicBezTo>
                    <a:cubicBezTo>
                      <a:pt x="3609270" y="1220724"/>
                      <a:pt x="3850443" y="1207770"/>
                      <a:pt x="4248461" y="1243330"/>
                    </a:cubicBezTo>
                    <a:cubicBezTo>
                      <a:pt x="4829867" y="1295146"/>
                      <a:pt x="5031924" y="1305560"/>
                      <a:pt x="5399970" y="1243838"/>
                    </a:cubicBezTo>
                    <a:cubicBezTo>
                      <a:pt x="5467661" y="1232535"/>
                      <a:pt x="5547036" y="1225677"/>
                      <a:pt x="5633142" y="1221867"/>
                    </a:cubicBezTo>
                    <a:cubicBezTo>
                      <a:pt x="5860980" y="1211961"/>
                      <a:pt x="6144571" y="1223010"/>
                      <a:pt x="6397428" y="1232916"/>
                    </a:cubicBezTo>
                    <a:cubicBezTo>
                      <a:pt x="6606978" y="1241171"/>
                      <a:pt x="6793922" y="1248410"/>
                      <a:pt x="6915969" y="1243076"/>
                    </a:cubicBezTo>
                    <a:lnTo>
                      <a:pt x="6918509" y="1300226"/>
                    </a:lnTo>
                    <a:lnTo>
                      <a:pt x="6861613" y="1305052"/>
                    </a:lnTo>
                    <a:cubicBezTo>
                      <a:pt x="6850056" y="1170559"/>
                      <a:pt x="6844595" y="1053973"/>
                      <a:pt x="6842817" y="948182"/>
                    </a:cubicBezTo>
                    <a:cubicBezTo>
                      <a:pt x="6840023" y="783590"/>
                      <a:pt x="6846119" y="645795"/>
                      <a:pt x="6852215" y="509905"/>
                    </a:cubicBezTo>
                    <a:cubicBezTo>
                      <a:pt x="6858311" y="374396"/>
                      <a:pt x="6864153" y="240792"/>
                      <a:pt x="6861486" y="81915"/>
                    </a:cubicBezTo>
                    <a:lnTo>
                      <a:pt x="6918636" y="80899"/>
                    </a:lnTo>
                    <a:lnTo>
                      <a:pt x="6924097" y="137795"/>
                    </a:lnTo>
                    <a:cubicBezTo>
                      <a:pt x="6482137" y="180213"/>
                      <a:pt x="5614854" y="191389"/>
                      <a:pt x="5061134" y="137795"/>
                    </a:cubicBezTo>
                    <a:cubicBezTo>
                      <a:pt x="4744269" y="107188"/>
                      <a:pt x="4413307" y="121920"/>
                      <a:pt x="4143432" y="134112"/>
                    </a:cubicBezTo>
                    <a:cubicBezTo>
                      <a:pt x="3954964" y="142621"/>
                      <a:pt x="3790880" y="150241"/>
                      <a:pt x="3687883" y="137541"/>
                    </a:cubicBezTo>
                    <a:cubicBezTo>
                      <a:pt x="3459283" y="109474"/>
                      <a:pt x="3019101" y="103505"/>
                      <a:pt x="2532818" y="137795"/>
                    </a:cubicBezTo>
                    <a:cubicBezTo>
                      <a:pt x="2341429" y="151257"/>
                      <a:pt x="2183314" y="154813"/>
                      <a:pt x="2033327" y="153797"/>
                    </a:cubicBezTo>
                    <a:cubicBezTo>
                      <a:pt x="1922202" y="153035"/>
                      <a:pt x="1815522" y="149860"/>
                      <a:pt x="1703762" y="146558"/>
                    </a:cubicBezTo>
                    <a:cubicBezTo>
                      <a:pt x="1578794" y="142875"/>
                      <a:pt x="1446968" y="138938"/>
                      <a:pt x="1293806" y="137922"/>
                    </a:cubicBezTo>
                    <a:cubicBezTo>
                      <a:pt x="1119181" y="136779"/>
                      <a:pt x="950271" y="143256"/>
                      <a:pt x="789235" y="149479"/>
                    </a:cubicBezTo>
                    <a:cubicBezTo>
                      <a:pt x="516058" y="160020"/>
                      <a:pt x="262058" y="170053"/>
                      <a:pt x="50730" y="137160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19050"/>
                <a:ext cx="6973436" cy="1352550"/>
              </a:xfrm>
              <a:prstGeom prst="rect">
                <a:avLst/>
              </a:prstGeom>
            </p:spPr>
            <p:txBody>
              <a:bodyPr wrap="none" lIns="50800" tIns="50800" rIns="50800" bIns="50800" rtlCol="0" anchor="ctr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>
                    <a:solidFill>
                      <a:srgbClr val="FFFFFF"/>
                    </a:solidFill>
                    <a:latin typeface="Arimo"/>
                    <a:ea typeface="맑은 고딕"/>
                    <a:cs typeface="Arimo"/>
                    <a:sym typeface="Arimo"/>
                  </a:rPr>
                  <a:t>네 가지 색깔이 칠해진 자물쇠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13946019" y="6520074"/>
              <a:ext cx="6973436" cy="1333500"/>
              <a:chOff x="0" y="0"/>
              <a:chExt cx="6973436" cy="13335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34187" y="39376"/>
                <a:ext cx="6883772" cy="1274632"/>
              </a:xfrm>
              <a:custGeom>
                <a:avLst/>
                <a:gdLst/>
                <a:ahLst/>
                <a:cxnLst/>
                <a:rect l="l" t="t" r="r" b="b"/>
                <a:pathLst>
                  <a:path w="6883772" h="1274632">
                    <a:moveTo>
                      <a:pt x="22963" y="17774"/>
                    </a:moveTo>
                    <a:cubicBezTo>
                      <a:pt x="487275" y="-19056"/>
                      <a:pt x="798552" y="19806"/>
                      <a:pt x="1326237" y="17774"/>
                    </a:cubicBezTo>
                    <a:cubicBezTo>
                      <a:pt x="1853922" y="15742"/>
                      <a:pt x="2046581" y="-3435"/>
                      <a:pt x="2492351" y="17774"/>
                    </a:cubicBezTo>
                    <a:cubicBezTo>
                      <a:pt x="2938121" y="38983"/>
                      <a:pt x="3624302" y="-31248"/>
                      <a:pt x="3932785" y="17774"/>
                    </a:cubicBezTo>
                    <a:cubicBezTo>
                      <a:pt x="4241268" y="66796"/>
                      <a:pt x="4767556" y="-8388"/>
                      <a:pt x="5236059" y="17774"/>
                    </a:cubicBezTo>
                    <a:cubicBezTo>
                      <a:pt x="5704562" y="43936"/>
                      <a:pt x="6134457" y="32379"/>
                      <a:pt x="6882233" y="17774"/>
                    </a:cubicBezTo>
                    <a:cubicBezTo>
                      <a:pt x="6889980" y="529076"/>
                      <a:pt x="6865088" y="702812"/>
                      <a:pt x="6882233" y="1236974"/>
                    </a:cubicBezTo>
                    <a:cubicBezTo>
                      <a:pt x="6580862" y="1211574"/>
                      <a:pt x="5839182" y="1209669"/>
                      <a:pt x="5441799" y="1236974"/>
                    </a:cubicBezTo>
                    <a:cubicBezTo>
                      <a:pt x="5044416" y="1264279"/>
                      <a:pt x="4496030" y="1305935"/>
                      <a:pt x="4001365" y="1236974"/>
                    </a:cubicBezTo>
                    <a:cubicBezTo>
                      <a:pt x="3506700" y="1168013"/>
                      <a:pt x="3006193" y="1197477"/>
                      <a:pt x="2560931" y="1236974"/>
                    </a:cubicBezTo>
                    <a:cubicBezTo>
                      <a:pt x="2115669" y="1276471"/>
                      <a:pt x="660122" y="1281551"/>
                      <a:pt x="23090" y="1236974"/>
                    </a:cubicBezTo>
                    <a:cubicBezTo>
                      <a:pt x="-28091" y="862578"/>
                      <a:pt x="21566" y="365500"/>
                      <a:pt x="23090" y="17774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3" name="Freeform 33"/>
              <p:cNvSpPr/>
              <p:nvPr/>
            </p:nvSpPr>
            <p:spPr>
              <a:xfrm>
                <a:off x="54884" y="33432"/>
                <a:ext cx="6862214" cy="1286072"/>
              </a:xfrm>
              <a:custGeom>
                <a:avLst/>
                <a:gdLst/>
                <a:ahLst/>
                <a:cxnLst/>
                <a:rect l="l" t="t" r="r" b="b"/>
                <a:pathLst>
                  <a:path w="6862214" h="1286072">
                    <a:moveTo>
                      <a:pt x="2266" y="23718"/>
                    </a:moveTo>
                    <a:cubicBezTo>
                      <a:pt x="326751" y="74264"/>
                      <a:pt x="759440" y="20670"/>
                      <a:pt x="1236960" y="23718"/>
                    </a:cubicBezTo>
                    <a:cubicBezTo>
                      <a:pt x="1714480" y="26766"/>
                      <a:pt x="1983466" y="58135"/>
                      <a:pt x="2471654" y="23718"/>
                    </a:cubicBezTo>
                    <a:cubicBezTo>
                      <a:pt x="2959842" y="-10699"/>
                      <a:pt x="3403961" y="-4984"/>
                      <a:pt x="3637768" y="23718"/>
                    </a:cubicBezTo>
                    <a:cubicBezTo>
                      <a:pt x="3871575" y="52420"/>
                      <a:pt x="4459839" y="-29495"/>
                      <a:pt x="5009622" y="23718"/>
                    </a:cubicBezTo>
                    <a:cubicBezTo>
                      <a:pt x="5559405" y="76931"/>
                      <a:pt x="6422878" y="65755"/>
                      <a:pt x="6861536" y="23718"/>
                    </a:cubicBezTo>
                    <a:cubicBezTo>
                      <a:pt x="6868775" y="449803"/>
                      <a:pt x="6814546" y="695548"/>
                      <a:pt x="6861536" y="1242918"/>
                    </a:cubicBezTo>
                    <a:cubicBezTo>
                      <a:pt x="6527145" y="1257523"/>
                      <a:pt x="5728315" y="1179926"/>
                      <a:pt x="5352522" y="1242918"/>
                    </a:cubicBezTo>
                    <a:cubicBezTo>
                      <a:pt x="4976729" y="1305910"/>
                      <a:pt x="4768449" y="1294734"/>
                      <a:pt x="4186408" y="1242918"/>
                    </a:cubicBezTo>
                    <a:cubicBezTo>
                      <a:pt x="3604367" y="1191102"/>
                      <a:pt x="3362940" y="1243426"/>
                      <a:pt x="3020294" y="1242918"/>
                    </a:cubicBezTo>
                    <a:cubicBezTo>
                      <a:pt x="2677648" y="1242410"/>
                      <a:pt x="2363704" y="1240632"/>
                      <a:pt x="1785600" y="1242918"/>
                    </a:cubicBezTo>
                    <a:cubicBezTo>
                      <a:pt x="1207496" y="1245204"/>
                      <a:pt x="760583" y="1163924"/>
                      <a:pt x="2266" y="1242918"/>
                    </a:cubicBezTo>
                    <a:cubicBezTo>
                      <a:pt x="3028" y="812007"/>
                      <a:pt x="-3195" y="395828"/>
                      <a:pt x="2266" y="2371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-23126" y="-17836"/>
                <a:ext cx="6997992" cy="1389039"/>
              </a:xfrm>
              <a:custGeom>
                <a:avLst/>
                <a:gdLst/>
                <a:ahLst/>
                <a:cxnLst/>
                <a:rect l="l" t="t" r="r" b="b"/>
                <a:pathLst>
                  <a:path w="6997992" h="1389039">
                    <a:moveTo>
                      <a:pt x="75704" y="17963"/>
                    </a:moveTo>
                    <a:cubicBezTo>
                      <a:pt x="371360" y="-5532"/>
                      <a:pt x="605802" y="1453"/>
                      <a:pt x="868819" y="9200"/>
                    </a:cubicBezTo>
                    <a:cubicBezTo>
                      <a:pt x="1023759" y="13772"/>
                      <a:pt x="1188732" y="18598"/>
                      <a:pt x="1383296" y="17836"/>
                    </a:cubicBezTo>
                    <a:cubicBezTo>
                      <a:pt x="1563763" y="17201"/>
                      <a:pt x="1704860" y="14407"/>
                      <a:pt x="1830717" y="11994"/>
                    </a:cubicBezTo>
                    <a:cubicBezTo>
                      <a:pt x="1931428" y="10089"/>
                      <a:pt x="2022487" y="8311"/>
                      <a:pt x="2115832" y="7930"/>
                    </a:cubicBezTo>
                    <a:cubicBezTo>
                      <a:pt x="2246261" y="7422"/>
                      <a:pt x="2380754" y="9708"/>
                      <a:pt x="2552331" y="17836"/>
                    </a:cubicBezTo>
                    <a:cubicBezTo>
                      <a:pt x="2745244" y="26980"/>
                      <a:pt x="2984766" y="18852"/>
                      <a:pt x="3221748" y="10724"/>
                    </a:cubicBezTo>
                    <a:cubicBezTo>
                      <a:pt x="3445649" y="2977"/>
                      <a:pt x="3667645" y="-4643"/>
                      <a:pt x="3839349" y="3485"/>
                    </a:cubicBezTo>
                    <a:cubicBezTo>
                      <a:pt x="3898150" y="6279"/>
                      <a:pt x="3952252" y="10978"/>
                      <a:pt x="3999115" y="18471"/>
                    </a:cubicBezTo>
                    <a:cubicBezTo>
                      <a:pt x="4157992" y="43744"/>
                      <a:pt x="4380115" y="34727"/>
                      <a:pt x="4631575" y="24186"/>
                    </a:cubicBezTo>
                    <a:cubicBezTo>
                      <a:pt x="4845062" y="15296"/>
                      <a:pt x="5076837" y="5517"/>
                      <a:pt x="5296674" y="17836"/>
                    </a:cubicBezTo>
                    <a:lnTo>
                      <a:pt x="5293499" y="74859"/>
                    </a:lnTo>
                    <a:lnTo>
                      <a:pt x="5296674" y="17836"/>
                    </a:lnTo>
                    <a:cubicBezTo>
                      <a:pt x="5726188" y="41839"/>
                      <a:pt x="6123190" y="33965"/>
                      <a:pt x="6769874" y="21138"/>
                    </a:cubicBezTo>
                    <a:cubicBezTo>
                      <a:pt x="6823976" y="20122"/>
                      <a:pt x="6880237" y="18979"/>
                      <a:pt x="6938276" y="17836"/>
                    </a:cubicBezTo>
                    <a:cubicBezTo>
                      <a:pt x="6953516" y="17582"/>
                      <a:pt x="6968121" y="23297"/>
                      <a:pt x="6979043" y="33838"/>
                    </a:cubicBezTo>
                    <a:cubicBezTo>
                      <a:pt x="6989965" y="44379"/>
                      <a:pt x="6996315" y="58857"/>
                      <a:pt x="6996442" y="74097"/>
                    </a:cubicBezTo>
                    <a:cubicBezTo>
                      <a:pt x="6999871" y="302316"/>
                      <a:pt x="6996950" y="463733"/>
                      <a:pt x="6994029" y="618927"/>
                    </a:cubicBezTo>
                    <a:cubicBezTo>
                      <a:pt x="6991362" y="763961"/>
                      <a:pt x="6988695" y="903407"/>
                      <a:pt x="6991489" y="1087938"/>
                    </a:cubicBezTo>
                    <a:cubicBezTo>
                      <a:pt x="6992378" y="1150295"/>
                      <a:pt x="6994029" y="1217732"/>
                      <a:pt x="6996442" y="1292281"/>
                    </a:cubicBezTo>
                    <a:cubicBezTo>
                      <a:pt x="6996950" y="1308537"/>
                      <a:pt x="6990473" y="1324285"/>
                      <a:pt x="6978662" y="1335588"/>
                    </a:cubicBezTo>
                    <a:cubicBezTo>
                      <a:pt x="6966851" y="1346891"/>
                      <a:pt x="6950722" y="1352479"/>
                      <a:pt x="6934466" y="1351082"/>
                    </a:cubicBezTo>
                    <a:cubicBezTo>
                      <a:pt x="6636397" y="1326063"/>
                      <a:pt x="5897765" y="1324031"/>
                      <a:pt x="5502795" y="1351209"/>
                    </a:cubicBezTo>
                    <a:cubicBezTo>
                      <a:pt x="5488571" y="1352225"/>
                      <a:pt x="5474093" y="1353241"/>
                      <a:pt x="5459361" y="1354257"/>
                    </a:cubicBezTo>
                    <a:cubicBezTo>
                      <a:pt x="5444248" y="1355273"/>
                      <a:pt x="5429008" y="1356289"/>
                      <a:pt x="5413641" y="1357432"/>
                    </a:cubicBezTo>
                    <a:cubicBezTo>
                      <a:pt x="5026418" y="1383975"/>
                      <a:pt x="4516005" y="1415725"/>
                      <a:pt x="4050550" y="1350828"/>
                    </a:cubicBezTo>
                    <a:lnTo>
                      <a:pt x="4058424" y="1294186"/>
                    </a:lnTo>
                    <a:lnTo>
                      <a:pt x="4050550" y="1350828"/>
                    </a:lnTo>
                    <a:cubicBezTo>
                      <a:pt x="3562743" y="1282883"/>
                      <a:pt x="3067570" y="1311712"/>
                      <a:pt x="2623070" y="1351209"/>
                    </a:cubicBezTo>
                    <a:cubicBezTo>
                      <a:pt x="2174252" y="1390960"/>
                      <a:pt x="715530" y="1396040"/>
                      <a:pt x="76212" y="1351336"/>
                    </a:cubicBezTo>
                    <a:cubicBezTo>
                      <a:pt x="49161" y="1349431"/>
                      <a:pt x="27190" y="1328857"/>
                      <a:pt x="23634" y="1302060"/>
                    </a:cubicBezTo>
                    <a:cubicBezTo>
                      <a:pt x="-12815" y="1035487"/>
                      <a:pt x="774" y="710240"/>
                      <a:pt x="12585" y="424236"/>
                    </a:cubicBezTo>
                    <a:cubicBezTo>
                      <a:pt x="17792" y="297998"/>
                      <a:pt x="22618" y="179380"/>
                      <a:pt x="23126" y="74732"/>
                    </a:cubicBezTo>
                    <a:cubicBezTo>
                      <a:pt x="23253" y="45014"/>
                      <a:pt x="46113" y="20376"/>
                      <a:pt x="75704" y="17963"/>
                    </a:cubicBezTo>
                    <a:moveTo>
                      <a:pt x="84721" y="131882"/>
                    </a:moveTo>
                    <a:lnTo>
                      <a:pt x="80276" y="74986"/>
                    </a:lnTo>
                    <a:lnTo>
                      <a:pt x="137426" y="75240"/>
                    </a:lnTo>
                    <a:cubicBezTo>
                      <a:pt x="136918" y="182428"/>
                      <a:pt x="131965" y="303332"/>
                      <a:pt x="126758" y="428935"/>
                    </a:cubicBezTo>
                    <a:cubicBezTo>
                      <a:pt x="114820" y="717987"/>
                      <a:pt x="102120" y="1032185"/>
                      <a:pt x="136918" y="1286439"/>
                    </a:cubicBezTo>
                    <a:lnTo>
                      <a:pt x="80276" y="1294186"/>
                    </a:lnTo>
                    <a:lnTo>
                      <a:pt x="84213" y="1237163"/>
                    </a:lnTo>
                    <a:cubicBezTo>
                      <a:pt x="718832" y="1281486"/>
                      <a:pt x="2171458" y="1276406"/>
                      <a:pt x="2613037" y="1237290"/>
                    </a:cubicBezTo>
                    <a:lnTo>
                      <a:pt x="2618117" y="1294186"/>
                    </a:lnTo>
                    <a:lnTo>
                      <a:pt x="2613037" y="1237290"/>
                    </a:lnTo>
                    <a:cubicBezTo>
                      <a:pt x="3058934" y="1197793"/>
                      <a:pt x="3564902" y="1167694"/>
                      <a:pt x="4066425" y="1237671"/>
                    </a:cubicBezTo>
                    <a:cubicBezTo>
                      <a:pt x="4518291" y="1300663"/>
                      <a:pt x="5017401" y="1270056"/>
                      <a:pt x="5405894" y="1243386"/>
                    </a:cubicBezTo>
                    <a:cubicBezTo>
                      <a:pt x="5421261" y="1242370"/>
                      <a:pt x="5436501" y="1241227"/>
                      <a:pt x="5451614" y="1240211"/>
                    </a:cubicBezTo>
                    <a:cubicBezTo>
                      <a:pt x="5466346" y="1239195"/>
                      <a:pt x="5480824" y="1238179"/>
                      <a:pt x="5495048" y="1237163"/>
                    </a:cubicBezTo>
                    <a:lnTo>
                      <a:pt x="5498985" y="1294186"/>
                    </a:lnTo>
                    <a:lnTo>
                      <a:pt x="5495048" y="1237163"/>
                    </a:lnTo>
                    <a:cubicBezTo>
                      <a:pt x="5894717" y="1209731"/>
                      <a:pt x="6639318" y="1211636"/>
                      <a:pt x="6944118" y="1237290"/>
                    </a:cubicBezTo>
                    <a:lnTo>
                      <a:pt x="6939292" y="1294186"/>
                    </a:lnTo>
                    <a:lnTo>
                      <a:pt x="6882142" y="1295964"/>
                    </a:lnTo>
                    <a:cubicBezTo>
                      <a:pt x="6879729" y="1220780"/>
                      <a:pt x="6878205" y="1152708"/>
                      <a:pt x="6877189" y="1089716"/>
                    </a:cubicBezTo>
                    <a:cubicBezTo>
                      <a:pt x="6874395" y="903026"/>
                      <a:pt x="6876935" y="761929"/>
                      <a:pt x="6879729" y="616768"/>
                    </a:cubicBezTo>
                    <a:cubicBezTo>
                      <a:pt x="6882650" y="461701"/>
                      <a:pt x="6885571" y="301935"/>
                      <a:pt x="6882142" y="75748"/>
                    </a:cubicBezTo>
                    <a:lnTo>
                      <a:pt x="6939292" y="74859"/>
                    </a:lnTo>
                    <a:lnTo>
                      <a:pt x="6940435" y="132009"/>
                    </a:lnTo>
                    <a:cubicBezTo>
                      <a:pt x="6882396" y="133152"/>
                      <a:pt x="6826135" y="134295"/>
                      <a:pt x="6771779" y="135311"/>
                    </a:cubicBezTo>
                    <a:cubicBezTo>
                      <a:pt x="6126238" y="148138"/>
                      <a:pt x="5724664" y="156139"/>
                      <a:pt x="5289943" y="131882"/>
                    </a:cubicBezTo>
                    <a:cubicBezTo>
                      <a:pt x="5076710" y="119944"/>
                      <a:pt x="4850650" y="129342"/>
                      <a:pt x="4636020" y="138359"/>
                    </a:cubicBezTo>
                    <a:cubicBezTo>
                      <a:pt x="4389386" y="148646"/>
                      <a:pt x="4153801" y="158806"/>
                      <a:pt x="3980954" y="131247"/>
                    </a:cubicBezTo>
                    <a:lnTo>
                      <a:pt x="3989971" y="74859"/>
                    </a:lnTo>
                    <a:lnTo>
                      <a:pt x="3980954" y="131247"/>
                    </a:lnTo>
                    <a:cubicBezTo>
                      <a:pt x="3939679" y="124643"/>
                      <a:pt x="3890149" y="120325"/>
                      <a:pt x="3833761" y="117531"/>
                    </a:cubicBezTo>
                    <a:cubicBezTo>
                      <a:pt x="3667899" y="109657"/>
                      <a:pt x="3451110" y="117023"/>
                      <a:pt x="3225558" y="124770"/>
                    </a:cubicBezTo>
                    <a:cubicBezTo>
                      <a:pt x="2990100" y="132898"/>
                      <a:pt x="2745371" y="141280"/>
                      <a:pt x="2546870" y="131882"/>
                    </a:cubicBezTo>
                    <a:lnTo>
                      <a:pt x="2549537" y="74859"/>
                    </a:lnTo>
                    <a:lnTo>
                      <a:pt x="2546870" y="131882"/>
                    </a:lnTo>
                    <a:cubicBezTo>
                      <a:pt x="2377325" y="123754"/>
                      <a:pt x="2244737" y="121595"/>
                      <a:pt x="2116213" y="122103"/>
                    </a:cubicBezTo>
                    <a:cubicBezTo>
                      <a:pt x="2023884" y="122484"/>
                      <a:pt x="1933714" y="124135"/>
                      <a:pt x="1832876" y="126167"/>
                    </a:cubicBezTo>
                    <a:cubicBezTo>
                      <a:pt x="1707019" y="128580"/>
                      <a:pt x="1565160" y="131247"/>
                      <a:pt x="1383804" y="132009"/>
                    </a:cubicBezTo>
                    <a:lnTo>
                      <a:pt x="1383550" y="74859"/>
                    </a:lnTo>
                    <a:lnTo>
                      <a:pt x="1383804" y="132009"/>
                    </a:lnTo>
                    <a:cubicBezTo>
                      <a:pt x="1187208" y="132771"/>
                      <a:pt x="1020457" y="127818"/>
                      <a:pt x="865517" y="123373"/>
                    </a:cubicBezTo>
                    <a:cubicBezTo>
                      <a:pt x="602373" y="115626"/>
                      <a:pt x="373646" y="109022"/>
                      <a:pt x="84848" y="131882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-2216" y="-23876"/>
                <a:ext cx="6976357" cy="1400294"/>
              </a:xfrm>
              <a:custGeom>
                <a:avLst/>
                <a:gdLst/>
                <a:ahLst/>
                <a:cxnLst/>
                <a:rect l="l" t="t" r="r" b="b"/>
                <a:pathLst>
                  <a:path w="6976357" h="1400294">
                    <a:moveTo>
                      <a:pt x="68129" y="24511"/>
                    </a:moveTo>
                    <a:cubicBezTo>
                      <a:pt x="266249" y="55372"/>
                      <a:pt x="507930" y="46228"/>
                      <a:pt x="784663" y="35560"/>
                    </a:cubicBezTo>
                    <a:cubicBezTo>
                      <a:pt x="945318" y="29337"/>
                      <a:pt x="1116768" y="22733"/>
                      <a:pt x="1294441" y="23876"/>
                    </a:cubicBezTo>
                    <a:lnTo>
                      <a:pt x="1294060" y="81026"/>
                    </a:lnTo>
                    <a:lnTo>
                      <a:pt x="1294441" y="23876"/>
                    </a:lnTo>
                    <a:cubicBezTo>
                      <a:pt x="1449127" y="24892"/>
                      <a:pt x="1582096" y="28829"/>
                      <a:pt x="1707064" y="32512"/>
                    </a:cubicBezTo>
                    <a:cubicBezTo>
                      <a:pt x="1819078" y="35814"/>
                      <a:pt x="1924361" y="38989"/>
                      <a:pt x="2033962" y="39624"/>
                    </a:cubicBezTo>
                    <a:cubicBezTo>
                      <a:pt x="2181409" y="40640"/>
                      <a:pt x="2336476" y="37211"/>
                      <a:pt x="2524690" y="23876"/>
                    </a:cubicBezTo>
                    <a:lnTo>
                      <a:pt x="2528754" y="80899"/>
                    </a:lnTo>
                    <a:lnTo>
                      <a:pt x="2524690" y="23876"/>
                    </a:lnTo>
                    <a:cubicBezTo>
                      <a:pt x="3014529" y="-10668"/>
                      <a:pt x="3462839" y="-5207"/>
                      <a:pt x="3701726" y="24130"/>
                    </a:cubicBezTo>
                    <a:lnTo>
                      <a:pt x="3694741" y="80899"/>
                    </a:lnTo>
                    <a:lnTo>
                      <a:pt x="3701726" y="24130"/>
                    </a:lnTo>
                    <a:cubicBezTo>
                      <a:pt x="3792658" y="35306"/>
                      <a:pt x="3944550" y="28702"/>
                      <a:pt x="4138225" y="19939"/>
                    </a:cubicBezTo>
                    <a:cubicBezTo>
                      <a:pt x="4406957" y="7747"/>
                      <a:pt x="4745793" y="-7620"/>
                      <a:pt x="5072056" y="24003"/>
                    </a:cubicBezTo>
                    <a:lnTo>
                      <a:pt x="5066595" y="80899"/>
                    </a:lnTo>
                    <a:lnTo>
                      <a:pt x="5072056" y="24003"/>
                    </a:lnTo>
                    <a:cubicBezTo>
                      <a:pt x="5617775" y="76835"/>
                      <a:pt x="6477692" y="65786"/>
                      <a:pt x="6913048" y="24003"/>
                    </a:cubicBezTo>
                    <a:cubicBezTo>
                      <a:pt x="6928923" y="22479"/>
                      <a:pt x="6944671" y="27686"/>
                      <a:pt x="6956609" y="38227"/>
                    </a:cubicBezTo>
                    <a:cubicBezTo>
                      <a:pt x="6968547" y="48768"/>
                      <a:pt x="6975405" y="63881"/>
                      <a:pt x="6975659" y="79883"/>
                    </a:cubicBezTo>
                    <a:cubicBezTo>
                      <a:pt x="6978453" y="242824"/>
                      <a:pt x="6972357" y="379603"/>
                      <a:pt x="6966261" y="514985"/>
                    </a:cubicBezTo>
                    <a:cubicBezTo>
                      <a:pt x="6960165" y="651002"/>
                      <a:pt x="6954196" y="785495"/>
                      <a:pt x="6956990" y="946150"/>
                    </a:cubicBezTo>
                    <a:cubicBezTo>
                      <a:pt x="6958768" y="1049274"/>
                      <a:pt x="6964102" y="1163320"/>
                      <a:pt x="6975405" y="1295146"/>
                    </a:cubicBezTo>
                    <a:cubicBezTo>
                      <a:pt x="6976675" y="1310640"/>
                      <a:pt x="6971722" y="1326007"/>
                      <a:pt x="6961435" y="1337691"/>
                    </a:cubicBezTo>
                    <a:cubicBezTo>
                      <a:pt x="6951148" y="1349375"/>
                      <a:pt x="6936543" y="1356360"/>
                      <a:pt x="6921049" y="1357122"/>
                    </a:cubicBezTo>
                    <a:cubicBezTo>
                      <a:pt x="6793160" y="1362710"/>
                      <a:pt x="6600374" y="1355090"/>
                      <a:pt x="6392983" y="1346962"/>
                    </a:cubicBezTo>
                    <a:cubicBezTo>
                      <a:pt x="6138729" y="1337056"/>
                      <a:pt x="5860345" y="1326134"/>
                      <a:pt x="5638222" y="1335913"/>
                    </a:cubicBezTo>
                    <a:cubicBezTo>
                      <a:pt x="5554529" y="1339596"/>
                      <a:pt x="5480234" y="1346073"/>
                      <a:pt x="5419020" y="1356360"/>
                    </a:cubicBezTo>
                    <a:lnTo>
                      <a:pt x="5409622" y="1299972"/>
                    </a:lnTo>
                    <a:lnTo>
                      <a:pt x="5419020" y="1356360"/>
                    </a:lnTo>
                    <a:cubicBezTo>
                      <a:pt x="5035480" y="1420622"/>
                      <a:pt x="4820977" y="1408811"/>
                      <a:pt x="4238428" y="1356868"/>
                    </a:cubicBezTo>
                    <a:lnTo>
                      <a:pt x="4243508" y="1299972"/>
                    </a:lnTo>
                    <a:lnTo>
                      <a:pt x="4238428" y="1356868"/>
                    </a:lnTo>
                    <a:cubicBezTo>
                      <a:pt x="3848284" y="1322070"/>
                      <a:pt x="3613461" y="1334643"/>
                      <a:pt x="3395402" y="1346327"/>
                    </a:cubicBezTo>
                    <a:cubicBezTo>
                      <a:pt x="3291262" y="1351915"/>
                      <a:pt x="3189662" y="1357249"/>
                      <a:pt x="3077267" y="1357122"/>
                    </a:cubicBezTo>
                    <a:cubicBezTo>
                      <a:pt x="3003988" y="1356995"/>
                      <a:pt x="2931979" y="1356868"/>
                      <a:pt x="2858319" y="1356614"/>
                    </a:cubicBezTo>
                    <a:cubicBezTo>
                      <a:pt x="2781484" y="1356487"/>
                      <a:pt x="2702998" y="1356233"/>
                      <a:pt x="2619686" y="1356106"/>
                    </a:cubicBezTo>
                    <a:cubicBezTo>
                      <a:pt x="2409628" y="1355725"/>
                      <a:pt x="2168074" y="1355725"/>
                      <a:pt x="1842954" y="1357122"/>
                    </a:cubicBezTo>
                    <a:lnTo>
                      <a:pt x="1842700" y="1299972"/>
                    </a:lnTo>
                    <a:lnTo>
                      <a:pt x="1842954" y="1357122"/>
                    </a:lnTo>
                    <a:cubicBezTo>
                      <a:pt x="1645342" y="1357884"/>
                      <a:pt x="1462970" y="1348994"/>
                      <a:pt x="1280217" y="1340104"/>
                    </a:cubicBezTo>
                    <a:cubicBezTo>
                      <a:pt x="1092638" y="1330960"/>
                      <a:pt x="904424" y="1321816"/>
                      <a:pt x="695636" y="1322578"/>
                    </a:cubicBezTo>
                    <a:cubicBezTo>
                      <a:pt x="506914" y="1323340"/>
                      <a:pt x="301428" y="1332230"/>
                      <a:pt x="65335" y="1356868"/>
                    </a:cubicBezTo>
                    <a:cubicBezTo>
                      <a:pt x="49206" y="1358519"/>
                      <a:pt x="33204" y="1353312"/>
                      <a:pt x="21139" y="1342390"/>
                    </a:cubicBezTo>
                    <a:cubicBezTo>
                      <a:pt x="9074" y="1331468"/>
                      <a:pt x="2216" y="1316355"/>
                      <a:pt x="2216" y="1300099"/>
                    </a:cubicBezTo>
                    <a:cubicBezTo>
                      <a:pt x="2470" y="1136523"/>
                      <a:pt x="1835" y="974979"/>
                      <a:pt x="1073" y="816864"/>
                    </a:cubicBezTo>
                    <a:cubicBezTo>
                      <a:pt x="438" y="666115"/>
                      <a:pt x="-197" y="518414"/>
                      <a:pt x="57" y="375666"/>
                    </a:cubicBezTo>
                    <a:cubicBezTo>
                      <a:pt x="184" y="274701"/>
                      <a:pt x="819" y="176022"/>
                      <a:pt x="2216" y="80137"/>
                    </a:cubicBezTo>
                    <a:cubicBezTo>
                      <a:pt x="2470" y="63627"/>
                      <a:pt x="9836" y="48006"/>
                      <a:pt x="22536" y="37338"/>
                    </a:cubicBezTo>
                    <a:cubicBezTo>
                      <a:pt x="35236" y="26670"/>
                      <a:pt x="51746" y="21971"/>
                      <a:pt x="68129" y="24511"/>
                    </a:cubicBezTo>
                    <a:moveTo>
                      <a:pt x="50603" y="137541"/>
                    </a:moveTo>
                    <a:lnTo>
                      <a:pt x="59366" y="81026"/>
                    </a:lnTo>
                    <a:lnTo>
                      <a:pt x="116516" y="81915"/>
                    </a:lnTo>
                    <a:cubicBezTo>
                      <a:pt x="115119" y="177165"/>
                      <a:pt x="114484" y="275336"/>
                      <a:pt x="114357" y="375920"/>
                    </a:cubicBezTo>
                    <a:cubicBezTo>
                      <a:pt x="114103" y="518287"/>
                      <a:pt x="114738" y="665607"/>
                      <a:pt x="115373" y="816483"/>
                    </a:cubicBezTo>
                    <a:cubicBezTo>
                      <a:pt x="116008" y="974471"/>
                      <a:pt x="116770" y="1136396"/>
                      <a:pt x="116516" y="1300353"/>
                    </a:cubicBezTo>
                    <a:lnTo>
                      <a:pt x="59366" y="1300226"/>
                    </a:lnTo>
                    <a:lnTo>
                      <a:pt x="53397" y="1243330"/>
                    </a:lnTo>
                    <a:cubicBezTo>
                      <a:pt x="293554" y="1218311"/>
                      <a:pt x="502977" y="1209167"/>
                      <a:pt x="695128" y="1208532"/>
                    </a:cubicBezTo>
                    <a:cubicBezTo>
                      <a:pt x="907345" y="1207643"/>
                      <a:pt x="1098480" y="1217041"/>
                      <a:pt x="1285805" y="1226185"/>
                    </a:cubicBezTo>
                    <a:cubicBezTo>
                      <a:pt x="1468939" y="1235075"/>
                      <a:pt x="1648390" y="1243838"/>
                      <a:pt x="1842573" y="1243076"/>
                    </a:cubicBezTo>
                    <a:cubicBezTo>
                      <a:pt x="2167947" y="1241806"/>
                      <a:pt x="2409628" y="1241806"/>
                      <a:pt x="2619940" y="1242060"/>
                    </a:cubicBezTo>
                    <a:cubicBezTo>
                      <a:pt x="2703379" y="1242187"/>
                      <a:pt x="2781992" y="1242314"/>
                      <a:pt x="2858700" y="1242568"/>
                    </a:cubicBezTo>
                    <a:cubicBezTo>
                      <a:pt x="2932233" y="1242695"/>
                      <a:pt x="3004242" y="1242949"/>
                      <a:pt x="3077521" y="1243076"/>
                    </a:cubicBezTo>
                    <a:lnTo>
                      <a:pt x="3077394" y="1300226"/>
                    </a:lnTo>
                    <a:lnTo>
                      <a:pt x="3077521" y="1243076"/>
                    </a:lnTo>
                    <a:cubicBezTo>
                      <a:pt x="3186360" y="1243203"/>
                      <a:pt x="3284785" y="1237996"/>
                      <a:pt x="3389306" y="1232408"/>
                    </a:cubicBezTo>
                    <a:cubicBezTo>
                      <a:pt x="3609270" y="1220724"/>
                      <a:pt x="3850443" y="1207770"/>
                      <a:pt x="4248461" y="1243330"/>
                    </a:cubicBezTo>
                    <a:cubicBezTo>
                      <a:pt x="4829867" y="1295146"/>
                      <a:pt x="5031924" y="1305560"/>
                      <a:pt x="5399970" y="1243838"/>
                    </a:cubicBezTo>
                    <a:cubicBezTo>
                      <a:pt x="5467661" y="1232535"/>
                      <a:pt x="5547036" y="1225677"/>
                      <a:pt x="5633142" y="1221867"/>
                    </a:cubicBezTo>
                    <a:cubicBezTo>
                      <a:pt x="5860980" y="1211961"/>
                      <a:pt x="6144571" y="1223010"/>
                      <a:pt x="6397428" y="1232916"/>
                    </a:cubicBezTo>
                    <a:cubicBezTo>
                      <a:pt x="6606978" y="1241171"/>
                      <a:pt x="6793922" y="1248410"/>
                      <a:pt x="6915969" y="1243076"/>
                    </a:cubicBezTo>
                    <a:lnTo>
                      <a:pt x="6918509" y="1300226"/>
                    </a:lnTo>
                    <a:lnTo>
                      <a:pt x="6861613" y="1305052"/>
                    </a:lnTo>
                    <a:cubicBezTo>
                      <a:pt x="6850056" y="1170559"/>
                      <a:pt x="6844595" y="1053973"/>
                      <a:pt x="6842817" y="948182"/>
                    </a:cubicBezTo>
                    <a:cubicBezTo>
                      <a:pt x="6840023" y="783590"/>
                      <a:pt x="6846119" y="645795"/>
                      <a:pt x="6852215" y="509905"/>
                    </a:cubicBezTo>
                    <a:cubicBezTo>
                      <a:pt x="6858311" y="374396"/>
                      <a:pt x="6864153" y="240792"/>
                      <a:pt x="6861486" y="81915"/>
                    </a:cubicBezTo>
                    <a:lnTo>
                      <a:pt x="6918636" y="80899"/>
                    </a:lnTo>
                    <a:lnTo>
                      <a:pt x="6924097" y="137795"/>
                    </a:lnTo>
                    <a:cubicBezTo>
                      <a:pt x="6482137" y="180213"/>
                      <a:pt x="5614854" y="191389"/>
                      <a:pt x="5061134" y="137795"/>
                    </a:cubicBezTo>
                    <a:cubicBezTo>
                      <a:pt x="4744269" y="107188"/>
                      <a:pt x="4413307" y="121920"/>
                      <a:pt x="4143432" y="134112"/>
                    </a:cubicBezTo>
                    <a:cubicBezTo>
                      <a:pt x="3954964" y="142621"/>
                      <a:pt x="3790880" y="150241"/>
                      <a:pt x="3687883" y="137541"/>
                    </a:cubicBezTo>
                    <a:cubicBezTo>
                      <a:pt x="3459283" y="109474"/>
                      <a:pt x="3019101" y="103505"/>
                      <a:pt x="2532818" y="137795"/>
                    </a:cubicBezTo>
                    <a:cubicBezTo>
                      <a:pt x="2341429" y="151257"/>
                      <a:pt x="2183314" y="154813"/>
                      <a:pt x="2033327" y="153797"/>
                    </a:cubicBezTo>
                    <a:cubicBezTo>
                      <a:pt x="1922202" y="153035"/>
                      <a:pt x="1815522" y="149860"/>
                      <a:pt x="1703762" y="146558"/>
                    </a:cubicBezTo>
                    <a:cubicBezTo>
                      <a:pt x="1578794" y="142875"/>
                      <a:pt x="1446968" y="138938"/>
                      <a:pt x="1293806" y="137922"/>
                    </a:cubicBezTo>
                    <a:cubicBezTo>
                      <a:pt x="1119181" y="136779"/>
                      <a:pt x="950271" y="143256"/>
                      <a:pt x="789235" y="149479"/>
                    </a:cubicBezTo>
                    <a:cubicBezTo>
                      <a:pt x="516058" y="160020"/>
                      <a:pt x="262058" y="170053"/>
                      <a:pt x="50730" y="137160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19050"/>
                <a:ext cx="6973436" cy="1352550"/>
              </a:xfrm>
              <a:prstGeom prst="rect">
                <a:avLst/>
              </a:prstGeom>
            </p:spPr>
            <p:txBody>
              <a:bodyPr wrap="none" lIns="50800" tIns="50800" rIns="50800" bIns="50800" rtlCol="0" anchor="ctr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>
                    <a:solidFill>
                      <a:srgbClr val="FFFFFF"/>
                    </a:solidFill>
                    <a:latin typeface="Arimo"/>
                    <a:ea typeface="맑은 고딕"/>
                    <a:cs typeface="Arimo"/>
                    <a:sym typeface="Arimo"/>
                  </a:rPr>
                  <a:t>자물쇠 맞추기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13946019" y="8693432"/>
              <a:ext cx="6973436" cy="1333500"/>
              <a:chOff x="0" y="0"/>
              <a:chExt cx="6973436" cy="13335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34187" y="39376"/>
                <a:ext cx="6883772" cy="1274632"/>
              </a:xfrm>
              <a:custGeom>
                <a:avLst/>
                <a:gdLst/>
                <a:ahLst/>
                <a:cxnLst/>
                <a:rect l="l" t="t" r="r" b="b"/>
                <a:pathLst>
                  <a:path w="6883772" h="1274632">
                    <a:moveTo>
                      <a:pt x="22963" y="17774"/>
                    </a:moveTo>
                    <a:cubicBezTo>
                      <a:pt x="487275" y="-19056"/>
                      <a:pt x="798552" y="19806"/>
                      <a:pt x="1326237" y="17774"/>
                    </a:cubicBezTo>
                    <a:cubicBezTo>
                      <a:pt x="1853922" y="15742"/>
                      <a:pt x="2046581" y="-3435"/>
                      <a:pt x="2492351" y="17774"/>
                    </a:cubicBezTo>
                    <a:cubicBezTo>
                      <a:pt x="2938121" y="38983"/>
                      <a:pt x="3624302" y="-31248"/>
                      <a:pt x="3932785" y="17774"/>
                    </a:cubicBezTo>
                    <a:cubicBezTo>
                      <a:pt x="4241268" y="66796"/>
                      <a:pt x="4767556" y="-8388"/>
                      <a:pt x="5236059" y="17774"/>
                    </a:cubicBezTo>
                    <a:cubicBezTo>
                      <a:pt x="5704562" y="43936"/>
                      <a:pt x="6134457" y="32379"/>
                      <a:pt x="6882233" y="17774"/>
                    </a:cubicBezTo>
                    <a:cubicBezTo>
                      <a:pt x="6889980" y="529076"/>
                      <a:pt x="6865088" y="702812"/>
                      <a:pt x="6882233" y="1236974"/>
                    </a:cubicBezTo>
                    <a:cubicBezTo>
                      <a:pt x="6580862" y="1211574"/>
                      <a:pt x="5839182" y="1209669"/>
                      <a:pt x="5441799" y="1236974"/>
                    </a:cubicBezTo>
                    <a:cubicBezTo>
                      <a:pt x="5044416" y="1264279"/>
                      <a:pt x="4496030" y="1305935"/>
                      <a:pt x="4001365" y="1236974"/>
                    </a:cubicBezTo>
                    <a:cubicBezTo>
                      <a:pt x="3506700" y="1168013"/>
                      <a:pt x="3006193" y="1197477"/>
                      <a:pt x="2560931" y="1236974"/>
                    </a:cubicBezTo>
                    <a:cubicBezTo>
                      <a:pt x="2115669" y="1276471"/>
                      <a:pt x="660122" y="1281551"/>
                      <a:pt x="23090" y="1236974"/>
                    </a:cubicBezTo>
                    <a:cubicBezTo>
                      <a:pt x="-28091" y="862578"/>
                      <a:pt x="21566" y="365500"/>
                      <a:pt x="23090" y="17774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9" name="Freeform 39"/>
              <p:cNvSpPr/>
              <p:nvPr/>
            </p:nvSpPr>
            <p:spPr>
              <a:xfrm>
                <a:off x="54884" y="33432"/>
                <a:ext cx="6862214" cy="1286072"/>
              </a:xfrm>
              <a:custGeom>
                <a:avLst/>
                <a:gdLst/>
                <a:ahLst/>
                <a:cxnLst/>
                <a:rect l="l" t="t" r="r" b="b"/>
                <a:pathLst>
                  <a:path w="6862214" h="1286072">
                    <a:moveTo>
                      <a:pt x="2266" y="23718"/>
                    </a:moveTo>
                    <a:cubicBezTo>
                      <a:pt x="326751" y="74264"/>
                      <a:pt x="759440" y="20670"/>
                      <a:pt x="1236960" y="23718"/>
                    </a:cubicBezTo>
                    <a:cubicBezTo>
                      <a:pt x="1714480" y="26766"/>
                      <a:pt x="1983466" y="58135"/>
                      <a:pt x="2471654" y="23718"/>
                    </a:cubicBezTo>
                    <a:cubicBezTo>
                      <a:pt x="2959842" y="-10699"/>
                      <a:pt x="3403961" y="-4984"/>
                      <a:pt x="3637768" y="23718"/>
                    </a:cubicBezTo>
                    <a:cubicBezTo>
                      <a:pt x="3871575" y="52420"/>
                      <a:pt x="4459839" y="-29495"/>
                      <a:pt x="5009622" y="23718"/>
                    </a:cubicBezTo>
                    <a:cubicBezTo>
                      <a:pt x="5559405" y="76931"/>
                      <a:pt x="6422878" y="65755"/>
                      <a:pt x="6861536" y="23718"/>
                    </a:cubicBezTo>
                    <a:cubicBezTo>
                      <a:pt x="6868775" y="449803"/>
                      <a:pt x="6814546" y="695548"/>
                      <a:pt x="6861536" y="1242918"/>
                    </a:cubicBezTo>
                    <a:cubicBezTo>
                      <a:pt x="6527145" y="1257523"/>
                      <a:pt x="5728315" y="1179926"/>
                      <a:pt x="5352522" y="1242918"/>
                    </a:cubicBezTo>
                    <a:cubicBezTo>
                      <a:pt x="4976729" y="1305910"/>
                      <a:pt x="4768449" y="1294734"/>
                      <a:pt x="4186408" y="1242918"/>
                    </a:cubicBezTo>
                    <a:cubicBezTo>
                      <a:pt x="3604367" y="1191102"/>
                      <a:pt x="3362940" y="1243426"/>
                      <a:pt x="3020294" y="1242918"/>
                    </a:cubicBezTo>
                    <a:cubicBezTo>
                      <a:pt x="2677648" y="1242410"/>
                      <a:pt x="2363704" y="1240632"/>
                      <a:pt x="1785600" y="1242918"/>
                    </a:cubicBezTo>
                    <a:cubicBezTo>
                      <a:pt x="1207496" y="1245204"/>
                      <a:pt x="760583" y="1163924"/>
                      <a:pt x="2266" y="1242918"/>
                    </a:cubicBezTo>
                    <a:cubicBezTo>
                      <a:pt x="3028" y="812007"/>
                      <a:pt x="-3195" y="395828"/>
                      <a:pt x="2266" y="2371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0" name="Freeform 40"/>
              <p:cNvSpPr/>
              <p:nvPr/>
            </p:nvSpPr>
            <p:spPr>
              <a:xfrm>
                <a:off x="-23126" y="-17836"/>
                <a:ext cx="6997992" cy="1389039"/>
              </a:xfrm>
              <a:custGeom>
                <a:avLst/>
                <a:gdLst/>
                <a:ahLst/>
                <a:cxnLst/>
                <a:rect l="l" t="t" r="r" b="b"/>
                <a:pathLst>
                  <a:path w="6997992" h="1389039">
                    <a:moveTo>
                      <a:pt x="75704" y="17963"/>
                    </a:moveTo>
                    <a:cubicBezTo>
                      <a:pt x="371360" y="-5532"/>
                      <a:pt x="605802" y="1453"/>
                      <a:pt x="868819" y="9200"/>
                    </a:cubicBezTo>
                    <a:cubicBezTo>
                      <a:pt x="1023759" y="13772"/>
                      <a:pt x="1188732" y="18598"/>
                      <a:pt x="1383296" y="17836"/>
                    </a:cubicBezTo>
                    <a:cubicBezTo>
                      <a:pt x="1563763" y="17201"/>
                      <a:pt x="1704860" y="14407"/>
                      <a:pt x="1830717" y="11994"/>
                    </a:cubicBezTo>
                    <a:cubicBezTo>
                      <a:pt x="1931428" y="10089"/>
                      <a:pt x="2022487" y="8311"/>
                      <a:pt x="2115832" y="7930"/>
                    </a:cubicBezTo>
                    <a:cubicBezTo>
                      <a:pt x="2246261" y="7422"/>
                      <a:pt x="2380754" y="9708"/>
                      <a:pt x="2552331" y="17836"/>
                    </a:cubicBezTo>
                    <a:cubicBezTo>
                      <a:pt x="2745244" y="26980"/>
                      <a:pt x="2984766" y="18852"/>
                      <a:pt x="3221748" y="10724"/>
                    </a:cubicBezTo>
                    <a:cubicBezTo>
                      <a:pt x="3445649" y="2977"/>
                      <a:pt x="3667645" y="-4643"/>
                      <a:pt x="3839349" y="3485"/>
                    </a:cubicBezTo>
                    <a:cubicBezTo>
                      <a:pt x="3898150" y="6279"/>
                      <a:pt x="3952252" y="10978"/>
                      <a:pt x="3999115" y="18471"/>
                    </a:cubicBezTo>
                    <a:cubicBezTo>
                      <a:pt x="4157992" y="43744"/>
                      <a:pt x="4380115" y="34727"/>
                      <a:pt x="4631575" y="24186"/>
                    </a:cubicBezTo>
                    <a:cubicBezTo>
                      <a:pt x="4845062" y="15296"/>
                      <a:pt x="5076837" y="5517"/>
                      <a:pt x="5296674" y="17836"/>
                    </a:cubicBezTo>
                    <a:lnTo>
                      <a:pt x="5293499" y="74859"/>
                    </a:lnTo>
                    <a:lnTo>
                      <a:pt x="5296674" y="17836"/>
                    </a:lnTo>
                    <a:cubicBezTo>
                      <a:pt x="5726188" y="41839"/>
                      <a:pt x="6123190" y="33965"/>
                      <a:pt x="6769874" y="21138"/>
                    </a:cubicBezTo>
                    <a:cubicBezTo>
                      <a:pt x="6823976" y="20122"/>
                      <a:pt x="6880237" y="18979"/>
                      <a:pt x="6938276" y="17836"/>
                    </a:cubicBezTo>
                    <a:cubicBezTo>
                      <a:pt x="6953516" y="17582"/>
                      <a:pt x="6968121" y="23297"/>
                      <a:pt x="6979043" y="33838"/>
                    </a:cubicBezTo>
                    <a:cubicBezTo>
                      <a:pt x="6989965" y="44379"/>
                      <a:pt x="6996315" y="58857"/>
                      <a:pt x="6996442" y="74097"/>
                    </a:cubicBezTo>
                    <a:cubicBezTo>
                      <a:pt x="6999871" y="302316"/>
                      <a:pt x="6996950" y="463733"/>
                      <a:pt x="6994029" y="618927"/>
                    </a:cubicBezTo>
                    <a:cubicBezTo>
                      <a:pt x="6991362" y="763961"/>
                      <a:pt x="6988695" y="903407"/>
                      <a:pt x="6991489" y="1087938"/>
                    </a:cubicBezTo>
                    <a:cubicBezTo>
                      <a:pt x="6992378" y="1150295"/>
                      <a:pt x="6994029" y="1217732"/>
                      <a:pt x="6996442" y="1292281"/>
                    </a:cubicBezTo>
                    <a:cubicBezTo>
                      <a:pt x="6996950" y="1308537"/>
                      <a:pt x="6990473" y="1324285"/>
                      <a:pt x="6978662" y="1335588"/>
                    </a:cubicBezTo>
                    <a:cubicBezTo>
                      <a:pt x="6966851" y="1346891"/>
                      <a:pt x="6950722" y="1352479"/>
                      <a:pt x="6934466" y="1351082"/>
                    </a:cubicBezTo>
                    <a:cubicBezTo>
                      <a:pt x="6636397" y="1326063"/>
                      <a:pt x="5897765" y="1324031"/>
                      <a:pt x="5502795" y="1351209"/>
                    </a:cubicBezTo>
                    <a:cubicBezTo>
                      <a:pt x="5488571" y="1352225"/>
                      <a:pt x="5474093" y="1353241"/>
                      <a:pt x="5459361" y="1354257"/>
                    </a:cubicBezTo>
                    <a:cubicBezTo>
                      <a:pt x="5444248" y="1355273"/>
                      <a:pt x="5429008" y="1356289"/>
                      <a:pt x="5413641" y="1357432"/>
                    </a:cubicBezTo>
                    <a:cubicBezTo>
                      <a:pt x="5026418" y="1383975"/>
                      <a:pt x="4516005" y="1415725"/>
                      <a:pt x="4050550" y="1350828"/>
                    </a:cubicBezTo>
                    <a:lnTo>
                      <a:pt x="4058424" y="1294186"/>
                    </a:lnTo>
                    <a:lnTo>
                      <a:pt x="4050550" y="1350828"/>
                    </a:lnTo>
                    <a:cubicBezTo>
                      <a:pt x="3562743" y="1282883"/>
                      <a:pt x="3067570" y="1311712"/>
                      <a:pt x="2623070" y="1351209"/>
                    </a:cubicBezTo>
                    <a:cubicBezTo>
                      <a:pt x="2174252" y="1390960"/>
                      <a:pt x="715530" y="1396040"/>
                      <a:pt x="76212" y="1351336"/>
                    </a:cubicBezTo>
                    <a:cubicBezTo>
                      <a:pt x="49161" y="1349431"/>
                      <a:pt x="27190" y="1328857"/>
                      <a:pt x="23634" y="1302060"/>
                    </a:cubicBezTo>
                    <a:cubicBezTo>
                      <a:pt x="-12815" y="1035487"/>
                      <a:pt x="774" y="710240"/>
                      <a:pt x="12585" y="424236"/>
                    </a:cubicBezTo>
                    <a:cubicBezTo>
                      <a:pt x="17792" y="297998"/>
                      <a:pt x="22618" y="179380"/>
                      <a:pt x="23126" y="74732"/>
                    </a:cubicBezTo>
                    <a:cubicBezTo>
                      <a:pt x="23253" y="45014"/>
                      <a:pt x="46113" y="20376"/>
                      <a:pt x="75704" y="17963"/>
                    </a:cubicBezTo>
                    <a:moveTo>
                      <a:pt x="84721" y="131882"/>
                    </a:moveTo>
                    <a:lnTo>
                      <a:pt x="80276" y="74986"/>
                    </a:lnTo>
                    <a:lnTo>
                      <a:pt x="137426" y="75240"/>
                    </a:lnTo>
                    <a:cubicBezTo>
                      <a:pt x="136918" y="182428"/>
                      <a:pt x="131965" y="303332"/>
                      <a:pt x="126758" y="428935"/>
                    </a:cubicBezTo>
                    <a:cubicBezTo>
                      <a:pt x="114820" y="717987"/>
                      <a:pt x="102120" y="1032185"/>
                      <a:pt x="136918" y="1286439"/>
                    </a:cubicBezTo>
                    <a:lnTo>
                      <a:pt x="80276" y="1294186"/>
                    </a:lnTo>
                    <a:lnTo>
                      <a:pt x="84213" y="1237163"/>
                    </a:lnTo>
                    <a:cubicBezTo>
                      <a:pt x="718832" y="1281486"/>
                      <a:pt x="2171458" y="1276406"/>
                      <a:pt x="2613037" y="1237290"/>
                    </a:cubicBezTo>
                    <a:lnTo>
                      <a:pt x="2618117" y="1294186"/>
                    </a:lnTo>
                    <a:lnTo>
                      <a:pt x="2613037" y="1237290"/>
                    </a:lnTo>
                    <a:cubicBezTo>
                      <a:pt x="3058934" y="1197793"/>
                      <a:pt x="3564902" y="1167694"/>
                      <a:pt x="4066425" y="1237671"/>
                    </a:cubicBezTo>
                    <a:cubicBezTo>
                      <a:pt x="4518291" y="1300663"/>
                      <a:pt x="5017401" y="1270056"/>
                      <a:pt x="5405894" y="1243386"/>
                    </a:cubicBezTo>
                    <a:cubicBezTo>
                      <a:pt x="5421261" y="1242370"/>
                      <a:pt x="5436501" y="1241227"/>
                      <a:pt x="5451614" y="1240211"/>
                    </a:cubicBezTo>
                    <a:cubicBezTo>
                      <a:pt x="5466346" y="1239195"/>
                      <a:pt x="5480824" y="1238179"/>
                      <a:pt x="5495048" y="1237163"/>
                    </a:cubicBezTo>
                    <a:lnTo>
                      <a:pt x="5498985" y="1294186"/>
                    </a:lnTo>
                    <a:lnTo>
                      <a:pt x="5495048" y="1237163"/>
                    </a:lnTo>
                    <a:cubicBezTo>
                      <a:pt x="5894717" y="1209731"/>
                      <a:pt x="6639318" y="1211636"/>
                      <a:pt x="6944118" y="1237290"/>
                    </a:cubicBezTo>
                    <a:lnTo>
                      <a:pt x="6939292" y="1294186"/>
                    </a:lnTo>
                    <a:lnTo>
                      <a:pt x="6882142" y="1295964"/>
                    </a:lnTo>
                    <a:cubicBezTo>
                      <a:pt x="6879729" y="1220780"/>
                      <a:pt x="6878205" y="1152708"/>
                      <a:pt x="6877189" y="1089716"/>
                    </a:cubicBezTo>
                    <a:cubicBezTo>
                      <a:pt x="6874395" y="903026"/>
                      <a:pt x="6876935" y="761929"/>
                      <a:pt x="6879729" y="616768"/>
                    </a:cubicBezTo>
                    <a:cubicBezTo>
                      <a:pt x="6882650" y="461701"/>
                      <a:pt x="6885571" y="301935"/>
                      <a:pt x="6882142" y="75748"/>
                    </a:cubicBezTo>
                    <a:lnTo>
                      <a:pt x="6939292" y="74859"/>
                    </a:lnTo>
                    <a:lnTo>
                      <a:pt x="6940435" y="132009"/>
                    </a:lnTo>
                    <a:cubicBezTo>
                      <a:pt x="6882396" y="133152"/>
                      <a:pt x="6826135" y="134295"/>
                      <a:pt x="6771779" y="135311"/>
                    </a:cubicBezTo>
                    <a:cubicBezTo>
                      <a:pt x="6126238" y="148138"/>
                      <a:pt x="5724664" y="156139"/>
                      <a:pt x="5289943" y="131882"/>
                    </a:cubicBezTo>
                    <a:cubicBezTo>
                      <a:pt x="5076710" y="119944"/>
                      <a:pt x="4850650" y="129342"/>
                      <a:pt x="4636020" y="138359"/>
                    </a:cubicBezTo>
                    <a:cubicBezTo>
                      <a:pt x="4389386" y="148646"/>
                      <a:pt x="4153801" y="158806"/>
                      <a:pt x="3980954" y="131247"/>
                    </a:cubicBezTo>
                    <a:lnTo>
                      <a:pt x="3989971" y="74859"/>
                    </a:lnTo>
                    <a:lnTo>
                      <a:pt x="3980954" y="131247"/>
                    </a:lnTo>
                    <a:cubicBezTo>
                      <a:pt x="3939679" y="124643"/>
                      <a:pt x="3890149" y="120325"/>
                      <a:pt x="3833761" y="117531"/>
                    </a:cubicBezTo>
                    <a:cubicBezTo>
                      <a:pt x="3667899" y="109657"/>
                      <a:pt x="3451110" y="117023"/>
                      <a:pt x="3225558" y="124770"/>
                    </a:cubicBezTo>
                    <a:cubicBezTo>
                      <a:pt x="2990100" y="132898"/>
                      <a:pt x="2745371" y="141280"/>
                      <a:pt x="2546870" y="131882"/>
                    </a:cubicBezTo>
                    <a:lnTo>
                      <a:pt x="2549537" y="74859"/>
                    </a:lnTo>
                    <a:lnTo>
                      <a:pt x="2546870" y="131882"/>
                    </a:lnTo>
                    <a:cubicBezTo>
                      <a:pt x="2377325" y="123754"/>
                      <a:pt x="2244737" y="121595"/>
                      <a:pt x="2116213" y="122103"/>
                    </a:cubicBezTo>
                    <a:cubicBezTo>
                      <a:pt x="2023884" y="122484"/>
                      <a:pt x="1933714" y="124135"/>
                      <a:pt x="1832876" y="126167"/>
                    </a:cubicBezTo>
                    <a:cubicBezTo>
                      <a:pt x="1707019" y="128580"/>
                      <a:pt x="1565160" y="131247"/>
                      <a:pt x="1383804" y="132009"/>
                    </a:cubicBezTo>
                    <a:lnTo>
                      <a:pt x="1383550" y="74859"/>
                    </a:lnTo>
                    <a:lnTo>
                      <a:pt x="1383804" y="132009"/>
                    </a:lnTo>
                    <a:cubicBezTo>
                      <a:pt x="1187208" y="132771"/>
                      <a:pt x="1020457" y="127818"/>
                      <a:pt x="865517" y="123373"/>
                    </a:cubicBezTo>
                    <a:cubicBezTo>
                      <a:pt x="602373" y="115626"/>
                      <a:pt x="373646" y="109022"/>
                      <a:pt x="84848" y="131882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" name="Freeform 41"/>
              <p:cNvSpPr/>
              <p:nvPr/>
            </p:nvSpPr>
            <p:spPr>
              <a:xfrm>
                <a:off x="-2216" y="-23876"/>
                <a:ext cx="6976357" cy="1400294"/>
              </a:xfrm>
              <a:custGeom>
                <a:avLst/>
                <a:gdLst/>
                <a:ahLst/>
                <a:cxnLst/>
                <a:rect l="l" t="t" r="r" b="b"/>
                <a:pathLst>
                  <a:path w="6976357" h="1400294">
                    <a:moveTo>
                      <a:pt x="68129" y="24511"/>
                    </a:moveTo>
                    <a:cubicBezTo>
                      <a:pt x="266249" y="55372"/>
                      <a:pt x="507930" y="46228"/>
                      <a:pt x="784663" y="35560"/>
                    </a:cubicBezTo>
                    <a:cubicBezTo>
                      <a:pt x="945318" y="29337"/>
                      <a:pt x="1116768" y="22733"/>
                      <a:pt x="1294441" y="23876"/>
                    </a:cubicBezTo>
                    <a:lnTo>
                      <a:pt x="1294060" y="81026"/>
                    </a:lnTo>
                    <a:lnTo>
                      <a:pt x="1294441" y="23876"/>
                    </a:lnTo>
                    <a:cubicBezTo>
                      <a:pt x="1449127" y="24892"/>
                      <a:pt x="1582096" y="28829"/>
                      <a:pt x="1707064" y="32512"/>
                    </a:cubicBezTo>
                    <a:cubicBezTo>
                      <a:pt x="1819078" y="35814"/>
                      <a:pt x="1924361" y="38989"/>
                      <a:pt x="2033962" y="39624"/>
                    </a:cubicBezTo>
                    <a:cubicBezTo>
                      <a:pt x="2181409" y="40640"/>
                      <a:pt x="2336476" y="37211"/>
                      <a:pt x="2524690" y="23876"/>
                    </a:cubicBezTo>
                    <a:lnTo>
                      <a:pt x="2528754" y="80899"/>
                    </a:lnTo>
                    <a:lnTo>
                      <a:pt x="2524690" y="23876"/>
                    </a:lnTo>
                    <a:cubicBezTo>
                      <a:pt x="3014529" y="-10668"/>
                      <a:pt x="3462839" y="-5207"/>
                      <a:pt x="3701726" y="24130"/>
                    </a:cubicBezTo>
                    <a:lnTo>
                      <a:pt x="3694741" y="80899"/>
                    </a:lnTo>
                    <a:lnTo>
                      <a:pt x="3701726" y="24130"/>
                    </a:lnTo>
                    <a:cubicBezTo>
                      <a:pt x="3792658" y="35306"/>
                      <a:pt x="3944550" y="28702"/>
                      <a:pt x="4138225" y="19939"/>
                    </a:cubicBezTo>
                    <a:cubicBezTo>
                      <a:pt x="4406957" y="7747"/>
                      <a:pt x="4745793" y="-7620"/>
                      <a:pt x="5072056" y="24003"/>
                    </a:cubicBezTo>
                    <a:lnTo>
                      <a:pt x="5066595" y="80899"/>
                    </a:lnTo>
                    <a:lnTo>
                      <a:pt x="5072056" y="24003"/>
                    </a:lnTo>
                    <a:cubicBezTo>
                      <a:pt x="5617775" y="76835"/>
                      <a:pt x="6477692" y="65786"/>
                      <a:pt x="6913048" y="24003"/>
                    </a:cubicBezTo>
                    <a:cubicBezTo>
                      <a:pt x="6928923" y="22479"/>
                      <a:pt x="6944671" y="27686"/>
                      <a:pt x="6956609" y="38227"/>
                    </a:cubicBezTo>
                    <a:cubicBezTo>
                      <a:pt x="6968547" y="48768"/>
                      <a:pt x="6975405" y="63881"/>
                      <a:pt x="6975659" y="79883"/>
                    </a:cubicBezTo>
                    <a:cubicBezTo>
                      <a:pt x="6978453" y="242824"/>
                      <a:pt x="6972357" y="379603"/>
                      <a:pt x="6966261" y="514985"/>
                    </a:cubicBezTo>
                    <a:cubicBezTo>
                      <a:pt x="6960165" y="651002"/>
                      <a:pt x="6954196" y="785495"/>
                      <a:pt x="6956990" y="946150"/>
                    </a:cubicBezTo>
                    <a:cubicBezTo>
                      <a:pt x="6958768" y="1049274"/>
                      <a:pt x="6964102" y="1163320"/>
                      <a:pt x="6975405" y="1295146"/>
                    </a:cubicBezTo>
                    <a:cubicBezTo>
                      <a:pt x="6976675" y="1310640"/>
                      <a:pt x="6971722" y="1326007"/>
                      <a:pt x="6961435" y="1337691"/>
                    </a:cubicBezTo>
                    <a:cubicBezTo>
                      <a:pt x="6951148" y="1349375"/>
                      <a:pt x="6936543" y="1356360"/>
                      <a:pt x="6921049" y="1357122"/>
                    </a:cubicBezTo>
                    <a:cubicBezTo>
                      <a:pt x="6793160" y="1362710"/>
                      <a:pt x="6600374" y="1355090"/>
                      <a:pt x="6392983" y="1346962"/>
                    </a:cubicBezTo>
                    <a:cubicBezTo>
                      <a:pt x="6138729" y="1337056"/>
                      <a:pt x="5860345" y="1326134"/>
                      <a:pt x="5638222" y="1335913"/>
                    </a:cubicBezTo>
                    <a:cubicBezTo>
                      <a:pt x="5554529" y="1339596"/>
                      <a:pt x="5480234" y="1346073"/>
                      <a:pt x="5419020" y="1356360"/>
                    </a:cubicBezTo>
                    <a:lnTo>
                      <a:pt x="5409622" y="1299972"/>
                    </a:lnTo>
                    <a:lnTo>
                      <a:pt x="5419020" y="1356360"/>
                    </a:lnTo>
                    <a:cubicBezTo>
                      <a:pt x="5035480" y="1420622"/>
                      <a:pt x="4820977" y="1408811"/>
                      <a:pt x="4238428" y="1356868"/>
                    </a:cubicBezTo>
                    <a:lnTo>
                      <a:pt x="4243508" y="1299972"/>
                    </a:lnTo>
                    <a:lnTo>
                      <a:pt x="4238428" y="1356868"/>
                    </a:lnTo>
                    <a:cubicBezTo>
                      <a:pt x="3848284" y="1322070"/>
                      <a:pt x="3613461" y="1334643"/>
                      <a:pt x="3395402" y="1346327"/>
                    </a:cubicBezTo>
                    <a:cubicBezTo>
                      <a:pt x="3291262" y="1351915"/>
                      <a:pt x="3189662" y="1357249"/>
                      <a:pt x="3077267" y="1357122"/>
                    </a:cubicBezTo>
                    <a:cubicBezTo>
                      <a:pt x="3003988" y="1356995"/>
                      <a:pt x="2931979" y="1356868"/>
                      <a:pt x="2858319" y="1356614"/>
                    </a:cubicBezTo>
                    <a:cubicBezTo>
                      <a:pt x="2781484" y="1356487"/>
                      <a:pt x="2702998" y="1356233"/>
                      <a:pt x="2619686" y="1356106"/>
                    </a:cubicBezTo>
                    <a:cubicBezTo>
                      <a:pt x="2409628" y="1355725"/>
                      <a:pt x="2168074" y="1355725"/>
                      <a:pt x="1842954" y="1357122"/>
                    </a:cubicBezTo>
                    <a:lnTo>
                      <a:pt x="1842700" y="1299972"/>
                    </a:lnTo>
                    <a:lnTo>
                      <a:pt x="1842954" y="1357122"/>
                    </a:lnTo>
                    <a:cubicBezTo>
                      <a:pt x="1645342" y="1357884"/>
                      <a:pt x="1462970" y="1348994"/>
                      <a:pt x="1280217" y="1340104"/>
                    </a:cubicBezTo>
                    <a:cubicBezTo>
                      <a:pt x="1092638" y="1330960"/>
                      <a:pt x="904424" y="1321816"/>
                      <a:pt x="695636" y="1322578"/>
                    </a:cubicBezTo>
                    <a:cubicBezTo>
                      <a:pt x="506914" y="1323340"/>
                      <a:pt x="301428" y="1332230"/>
                      <a:pt x="65335" y="1356868"/>
                    </a:cubicBezTo>
                    <a:cubicBezTo>
                      <a:pt x="49206" y="1358519"/>
                      <a:pt x="33204" y="1353312"/>
                      <a:pt x="21139" y="1342390"/>
                    </a:cubicBezTo>
                    <a:cubicBezTo>
                      <a:pt x="9074" y="1331468"/>
                      <a:pt x="2216" y="1316355"/>
                      <a:pt x="2216" y="1300099"/>
                    </a:cubicBezTo>
                    <a:cubicBezTo>
                      <a:pt x="2470" y="1136523"/>
                      <a:pt x="1835" y="974979"/>
                      <a:pt x="1073" y="816864"/>
                    </a:cubicBezTo>
                    <a:cubicBezTo>
                      <a:pt x="438" y="666115"/>
                      <a:pt x="-197" y="518414"/>
                      <a:pt x="57" y="375666"/>
                    </a:cubicBezTo>
                    <a:cubicBezTo>
                      <a:pt x="184" y="274701"/>
                      <a:pt x="819" y="176022"/>
                      <a:pt x="2216" y="80137"/>
                    </a:cubicBezTo>
                    <a:cubicBezTo>
                      <a:pt x="2470" y="63627"/>
                      <a:pt x="9836" y="48006"/>
                      <a:pt x="22536" y="37338"/>
                    </a:cubicBezTo>
                    <a:cubicBezTo>
                      <a:pt x="35236" y="26670"/>
                      <a:pt x="51746" y="21971"/>
                      <a:pt x="68129" y="24511"/>
                    </a:cubicBezTo>
                    <a:moveTo>
                      <a:pt x="50603" y="137541"/>
                    </a:moveTo>
                    <a:lnTo>
                      <a:pt x="59366" y="81026"/>
                    </a:lnTo>
                    <a:lnTo>
                      <a:pt x="116516" y="81915"/>
                    </a:lnTo>
                    <a:cubicBezTo>
                      <a:pt x="115119" y="177165"/>
                      <a:pt x="114484" y="275336"/>
                      <a:pt x="114357" y="375920"/>
                    </a:cubicBezTo>
                    <a:cubicBezTo>
                      <a:pt x="114103" y="518287"/>
                      <a:pt x="114738" y="665607"/>
                      <a:pt x="115373" y="816483"/>
                    </a:cubicBezTo>
                    <a:cubicBezTo>
                      <a:pt x="116008" y="974471"/>
                      <a:pt x="116770" y="1136396"/>
                      <a:pt x="116516" y="1300353"/>
                    </a:cubicBezTo>
                    <a:lnTo>
                      <a:pt x="59366" y="1300226"/>
                    </a:lnTo>
                    <a:lnTo>
                      <a:pt x="53397" y="1243330"/>
                    </a:lnTo>
                    <a:cubicBezTo>
                      <a:pt x="293554" y="1218311"/>
                      <a:pt x="502977" y="1209167"/>
                      <a:pt x="695128" y="1208532"/>
                    </a:cubicBezTo>
                    <a:cubicBezTo>
                      <a:pt x="907345" y="1207643"/>
                      <a:pt x="1098480" y="1217041"/>
                      <a:pt x="1285805" y="1226185"/>
                    </a:cubicBezTo>
                    <a:cubicBezTo>
                      <a:pt x="1468939" y="1235075"/>
                      <a:pt x="1648390" y="1243838"/>
                      <a:pt x="1842573" y="1243076"/>
                    </a:cubicBezTo>
                    <a:cubicBezTo>
                      <a:pt x="2167947" y="1241806"/>
                      <a:pt x="2409628" y="1241806"/>
                      <a:pt x="2619940" y="1242060"/>
                    </a:cubicBezTo>
                    <a:cubicBezTo>
                      <a:pt x="2703379" y="1242187"/>
                      <a:pt x="2781992" y="1242314"/>
                      <a:pt x="2858700" y="1242568"/>
                    </a:cubicBezTo>
                    <a:cubicBezTo>
                      <a:pt x="2932233" y="1242695"/>
                      <a:pt x="3004242" y="1242949"/>
                      <a:pt x="3077521" y="1243076"/>
                    </a:cubicBezTo>
                    <a:lnTo>
                      <a:pt x="3077394" y="1300226"/>
                    </a:lnTo>
                    <a:lnTo>
                      <a:pt x="3077521" y="1243076"/>
                    </a:lnTo>
                    <a:cubicBezTo>
                      <a:pt x="3186360" y="1243203"/>
                      <a:pt x="3284785" y="1237996"/>
                      <a:pt x="3389306" y="1232408"/>
                    </a:cubicBezTo>
                    <a:cubicBezTo>
                      <a:pt x="3609270" y="1220724"/>
                      <a:pt x="3850443" y="1207770"/>
                      <a:pt x="4248461" y="1243330"/>
                    </a:cubicBezTo>
                    <a:cubicBezTo>
                      <a:pt x="4829867" y="1295146"/>
                      <a:pt x="5031924" y="1305560"/>
                      <a:pt x="5399970" y="1243838"/>
                    </a:cubicBezTo>
                    <a:cubicBezTo>
                      <a:pt x="5467661" y="1232535"/>
                      <a:pt x="5547036" y="1225677"/>
                      <a:pt x="5633142" y="1221867"/>
                    </a:cubicBezTo>
                    <a:cubicBezTo>
                      <a:pt x="5860980" y="1211961"/>
                      <a:pt x="6144571" y="1223010"/>
                      <a:pt x="6397428" y="1232916"/>
                    </a:cubicBezTo>
                    <a:cubicBezTo>
                      <a:pt x="6606978" y="1241171"/>
                      <a:pt x="6793922" y="1248410"/>
                      <a:pt x="6915969" y="1243076"/>
                    </a:cubicBezTo>
                    <a:lnTo>
                      <a:pt x="6918509" y="1300226"/>
                    </a:lnTo>
                    <a:lnTo>
                      <a:pt x="6861613" y="1305052"/>
                    </a:lnTo>
                    <a:cubicBezTo>
                      <a:pt x="6850056" y="1170559"/>
                      <a:pt x="6844595" y="1053973"/>
                      <a:pt x="6842817" y="948182"/>
                    </a:cubicBezTo>
                    <a:cubicBezTo>
                      <a:pt x="6840023" y="783590"/>
                      <a:pt x="6846119" y="645795"/>
                      <a:pt x="6852215" y="509905"/>
                    </a:cubicBezTo>
                    <a:cubicBezTo>
                      <a:pt x="6858311" y="374396"/>
                      <a:pt x="6864153" y="240792"/>
                      <a:pt x="6861486" y="81915"/>
                    </a:cubicBezTo>
                    <a:lnTo>
                      <a:pt x="6918636" y="80899"/>
                    </a:lnTo>
                    <a:lnTo>
                      <a:pt x="6924097" y="137795"/>
                    </a:lnTo>
                    <a:cubicBezTo>
                      <a:pt x="6482137" y="180213"/>
                      <a:pt x="5614854" y="191389"/>
                      <a:pt x="5061134" y="137795"/>
                    </a:cubicBezTo>
                    <a:cubicBezTo>
                      <a:pt x="4744269" y="107188"/>
                      <a:pt x="4413307" y="121920"/>
                      <a:pt x="4143432" y="134112"/>
                    </a:cubicBezTo>
                    <a:cubicBezTo>
                      <a:pt x="3954964" y="142621"/>
                      <a:pt x="3790880" y="150241"/>
                      <a:pt x="3687883" y="137541"/>
                    </a:cubicBezTo>
                    <a:cubicBezTo>
                      <a:pt x="3459283" y="109474"/>
                      <a:pt x="3019101" y="103505"/>
                      <a:pt x="2532818" y="137795"/>
                    </a:cubicBezTo>
                    <a:cubicBezTo>
                      <a:pt x="2341429" y="151257"/>
                      <a:pt x="2183314" y="154813"/>
                      <a:pt x="2033327" y="153797"/>
                    </a:cubicBezTo>
                    <a:cubicBezTo>
                      <a:pt x="1922202" y="153035"/>
                      <a:pt x="1815522" y="149860"/>
                      <a:pt x="1703762" y="146558"/>
                    </a:cubicBezTo>
                    <a:cubicBezTo>
                      <a:pt x="1578794" y="142875"/>
                      <a:pt x="1446968" y="138938"/>
                      <a:pt x="1293806" y="137922"/>
                    </a:cubicBezTo>
                    <a:cubicBezTo>
                      <a:pt x="1119181" y="136779"/>
                      <a:pt x="950271" y="143256"/>
                      <a:pt x="789235" y="149479"/>
                    </a:cubicBezTo>
                    <a:cubicBezTo>
                      <a:pt x="516058" y="160020"/>
                      <a:pt x="262058" y="170053"/>
                      <a:pt x="50730" y="137160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19050"/>
                <a:ext cx="6973436" cy="1352550"/>
              </a:xfrm>
              <a:prstGeom prst="rect">
                <a:avLst/>
              </a:prstGeom>
            </p:spPr>
            <p:txBody>
              <a:bodyPr wrap="none" lIns="50800" tIns="50800" rIns="50800" bIns="50800" rtlCol="0" anchor="ctr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>
                    <a:solidFill>
                      <a:srgbClr val="FFFFFF"/>
                    </a:solidFill>
                    <a:latin typeface="Arimo"/>
                    <a:ea typeface="맑은 고딕"/>
                    <a:cs typeface="Arimo"/>
                    <a:sym typeface="Arimo"/>
                  </a:rPr>
                  <a:t>동생과 음식을 나눠먹는 그림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13946019" y="10866790"/>
              <a:ext cx="6973436" cy="1333500"/>
              <a:chOff x="0" y="0"/>
              <a:chExt cx="6973436" cy="13335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34187" y="39376"/>
                <a:ext cx="6883772" cy="1274632"/>
              </a:xfrm>
              <a:custGeom>
                <a:avLst/>
                <a:gdLst/>
                <a:ahLst/>
                <a:cxnLst/>
                <a:rect l="l" t="t" r="r" b="b"/>
                <a:pathLst>
                  <a:path w="6883772" h="1274632">
                    <a:moveTo>
                      <a:pt x="22963" y="17774"/>
                    </a:moveTo>
                    <a:cubicBezTo>
                      <a:pt x="487275" y="-19056"/>
                      <a:pt x="798552" y="19806"/>
                      <a:pt x="1326237" y="17774"/>
                    </a:cubicBezTo>
                    <a:cubicBezTo>
                      <a:pt x="1853922" y="15742"/>
                      <a:pt x="2046581" y="-3435"/>
                      <a:pt x="2492351" y="17774"/>
                    </a:cubicBezTo>
                    <a:cubicBezTo>
                      <a:pt x="2938121" y="38983"/>
                      <a:pt x="3624302" y="-31248"/>
                      <a:pt x="3932785" y="17774"/>
                    </a:cubicBezTo>
                    <a:cubicBezTo>
                      <a:pt x="4241268" y="66796"/>
                      <a:pt x="4767556" y="-8388"/>
                      <a:pt x="5236059" y="17774"/>
                    </a:cubicBezTo>
                    <a:cubicBezTo>
                      <a:pt x="5704562" y="43936"/>
                      <a:pt x="6134457" y="32379"/>
                      <a:pt x="6882233" y="17774"/>
                    </a:cubicBezTo>
                    <a:cubicBezTo>
                      <a:pt x="6889980" y="529076"/>
                      <a:pt x="6865088" y="702812"/>
                      <a:pt x="6882233" y="1236974"/>
                    </a:cubicBezTo>
                    <a:cubicBezTo>
                      <a:pt x="6580862" y="1211574"/>
                      <a:pt x="5839182" y="1209669"/>
                      <a:pt x="5441799" y="1236974"/>
                    </a:cubicBezTo>
                    <a:cubicBezTo>
                      <a:pt x="5044416" y="1264279"/>
                      <a:pt x="4496030" y="1305935"/>
                      <a:pt x="4001365" y="1236974"/>
                    </a:cubicBezTo>
                    <a:cubicBezTo>
                      <a:pt x="3506700" y="1168013"/>
                      <a:pt x="3006193" y="1197477"/>
                      <a:pt x="2560931" y="1236974"/>
                    </a:cubicBezTo>
                    <a:cubicBezTo>
                      <a:pt x="2115669" y="1276471"/>
                      <a:pt x="660122" y="1281551"/>
                      <a:pt x="23090" y="1236974"/>
                    </a:cubicBezTo>
                    <a:cubicBezTo>
                      <a:pt x="-28091" y="862578"/>
                      <a:pt x="21566" y="365500"/>
                      <a:pt x="23090" y="17774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54884" y="33432"/>
                <a:ext cx="6862214" cy="1286072"/>
              </a:xfrm>
              <a:custGeom>
                <a:avLst/>
                <a:gdLst/>
                <a:ahLst/>
                <a:cxnLst/>
                <a:rect l="l" t="t" r="r" b="b"/>
                <a:pathLst>
                  <a:path w="6862214" h="1286072">
                    <a:moveTo>
                      <a:pt x="2266" y="23718"/>
                    </a:moveTo>
                    <a:cubicBezTo>
                      <a:pt x="326751" y="74264"/>
                      <a:pt x="759440" y="20670"/>
                      <a:pt x="1236960" y="23718"/>
                    </a:cubicBezTo>
                    <a:cubicBezTo>
                      <a:pt x="1714480" y="26766"/>
                      <a:pt x="1983466" y="58135"/>
                      <a:pt x="2471654" y="23718"/>
                    </a:cubicBezTo>
                    <a:cubicBezTo>
                      <a:pt x="2959842" y="-10699"/>
                      <a:pt x="3403961" y="-4984"/>
                      <a:pt x="3637768" y="23718"/>
                    </a:cubicBezTo>
                    <a:cubicBezTo>
                      <a:pt x="3871575" y="52420"/>
                      <a:pt x="4459839" y="-29495"/>
                      <a:pt x="5009622" y="23718"/>
                    </a:cubicBezTo>
                    <a:cubicBezTo>
                      <a:pt x="5559405" y="76931"/>
                      <a:pt x="6422878" y="65755"/>
                      <a:pt x="6861536" y="23718"/>
                    </a:cubicBezTo>
                    <a:cubicBezTo>
                      <a:pt x="6868775" y="449803"/>
                      <a:pt x="6814546" y="695548"/>
                      <a:pt x="6861536" y="1242918"/>
                    </a:cubicBezTo>
                    <a:cubicBezTo>
                      <a:pt x="6527145" y="1257523"/>
                      <a:pt x="5728315" y="1179926"/>
                      <a:pt x="5352522" y="1242918"/>
                    </a:cubicBezTo>
                    <a:cubicBezTo>
                      <a:pt x="4976729" y="1305910"/>
                      <a:pt x="4768449" y="1294734"/>
                      <a:pt x="4186408" y="1242918"/>
                    </a:cubicBezTo>
                    <a:cubicBezTo>
                      <a:pt x="3604367" y="1191102"/>
                      <a:pt x="3362940" y="1243426"/>
                      <a:pt x="3020294" y="1242918"/>
                    </a:cubicBezTo>
                    <a:cubicBezTo>
                      <a:pt x="2677648" y="1242410"/>
                      <a:pt x="2363704" y="1240632"/>
                      <a:pt x="1785600" y="1242918"/>
                    </a:cubicBezTo>
                    <a:cubicBezTo>
                      <a:pt x="1207496" y="1245204"/>
                      <a:pt x="760583" y="1163924"/>
                      <a:pt x="2266" y="1242918"/>
                    </a:cubicBezTo>
                    <a:cubicBezTo>
                      <a:pt x="3028" y="812007"/>
                      <a:pt x="-3195" y="395828"/>
                      <a:pt x="2266" y="2371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-23126" y="-17836"/>
                <a:ext cx="6997992" cy="1389039"/>
              </a:xfrm>
              <a:custGeom>
                <a:avLst/>
                <a:gdLst/>
                <a:ahLst/>
                <a:cxnLst/>
                <a:rect l="l" t="t" r="r" b="b"/>
                <a:pathLst>
                  <a:path w="6997992" h="1389039">
                    <a:moveTo>
                      <a:pt x="75704" y="17963"/>
                    </a:moveTo>
                    <a:cubicBezTo>
                      <a:pt x="371360" y="-5532"/>
                      <a:pt x="605802" y="1453"/>
                      <a:pt x="868819" y="9200"/>
                    </a:cubicBezTo>
                    <a:cubicBezTo>
                      <a:pt x="1023759" y="13772"/>
                      <a:pt x="1188732" y="18598"/>
                      <a:pt x="1383296" y="17836"/>
                    </a:cubicBezTo>
                    <a:cubicBezTo>
                      <a:pt x="1563763" y="17201"/>
                      <a:pt x="1704860" y="14407"/>
                      <a:pt x="1830717" y="11994"/>
                    </a:cubicBezTo>
                    <a:cubicBezTo>
                      <a:pt x="1931428" y="10089"/>
                      <a:pt x="2022487" y="8311"/>
                      <a:pt x="2115832" y="7930"/>
                    </a:cubicBezTo>
                    <a:cubicBezTo>
                      <a:pt x="2246261" y="7422"/>
                      <a:pt x="2380754" y="9708"/>
                      <a:pt x="2552331" y="17836"/>
                    </a:cubicBezTo>
                    <a:cubicBezTo>
                      <a:pt x="2745244" y="26980"/>
                      <a:pt x="2984766" y="18852"/>
                      <a:pt x="3221748" y="10724"/>
                    </a:cubicBezTo>
                    <a:cubicBezTo>
                      <a:pt x="3445649" y="2977"/>
                      <a:pt x="3667645" y="-4643"/>
                      <a:pt x="3839349" y="3485"/>
                    </a:cubicBezTo>
                    <a:cubicBezTo>
                      <a:pt x="3898150" y="6279"/>
                      <a:pt x="3952252" y="10978"/>
                      <a:pt x="3999115" y="18471"/>
                    </a:cubicBezTo>
                    <a:cubicBezTo>
                      <a:pt x="4157992" y="43744"/>
                      <a:pt x="4380115" y="34727"/>
                      <a:pt x="4631575" y="24186"/>
                    </a:cubicBezTo>
                    <a:cubicBezTo>
                      <a:pt x="4845062" y="15296"/>
                      <a:pt x="5076837" y="5517"/>
                      <a:pt x="5296674" y="17836"/>
                    </a:cubicBezTo>
                    <a:lnTo>
                      <a:pt x="5293499" y="74859"/>
                    </a:lnTo>
                    <a:lnTo>
                      <a:pt x="5296674" y="17836"/>
                    </a:lnTo>
                    <a:cubicBezTo>
                      <a:pt x="5726188" y="41839"/>
                      <a:pt x="6123190" y="33965"/>
                      <a:pt x="6769874" y="21138"/>
                    </a:cubicBezTo>
                    <a:cubicBezTo>
                      <a:pt x="6823976" y="20122"/>
                      <a:pt x="6880237" y="18979"/>
                      <a:pt x="6938276" y="17836"/>
                    </a:cubicBezTo>
                    <a:cubicBezTo>
                      <a:pt x="6953516" y="17582"/>
                      <a:pt x="6968121" y="23297"/>
                      <a:pt x="6979043" y="33838"/>
                    </a:cubicBezTo>
                    <a:cubicBezTo>
                      <a:pt x="6989965" y="44379"/>
                      <a:pt x="6996315" y="58857"/>
                      <a:pt x="6996442" y="74097"/>
                    </a:cubicBezTo>
                    <a:cubicBezTo>
                      <a:pt x="6999871" y="302316"/>
                      <a:pt x="6996950" y="463733"/>
                      <a:pt x="6994029" y="618927"/>
                    </a:cubicBezTo>
                    <a:cubicBezTo>
                      <a:pt x="6991362" y="763961"/>
                      <a:pt x="6988695" y="903407"/>
                      <a:pt x="6991489" y="1087938"/>
                    </a:cubicBezTo>
                    <a:cubicBezTo>
                      <a:pt x="6992378" y="1150295"/>
                      <a:pt x="6994029" y="1217732"/>
                      <a:pt x="6996442" y="1292281"/>
                    </a:cubicBezTo>
                    <a:cubicBezTo>
                      <a:pt x="6996950" y="1308537"/>
                      <a:pt x="6990473" y="1324285"/>
                      <a:pt x="6978662" y="1335588"/>
                    </a:cubicBezTo>
                    <a:cubicBezTo>
                      <a:pt x="6966851" y="1346891"/>
                      <a:pt x="6950722" y="1352479"/>
                      <a:pt x="6934466" y="1351082"/>
                    </a:cubicBezTo>
                    <a:cubicBezTo>
                      <a:pt x="6636397" y="1326063"/>
                      <a:pt x="5897765" y="1324031"/>
                      <a:pt x="5502795" y="1351209"/>
                    </a:cubicBezTo>
                    <a:cubicBezTo>
                      <a:pt x="5488571" y="1352225"/>
                      <a:pt x="5474093" y="1353241"/>
                      <a:pt x="5459361" y="1354257"/>
                    </a:cubicBezTo>
                    <a:cubicBezTo>
                      <a:pt x="5444248" y="1355273"/>
                      <a:pt x="5429008" y="1356289"/>
                      <a:pt x="5413641" y="1357432"/>
                    </a:cubicBezTo>
                    <a:cubicBezTo>
                      <a:pt x="5026418" y="1383975"/>
                      <a:pt x="4516005" y="1415725"/>
                      <a:pt x="4050550" y="1350828"/>
                    </a:cubicBezTo>
                    <a:lnTo>
                      <a:pt x="4058424" y="1294186"/>
                    </a:lnTo>
                    <a:lnTo>
                      <a:pt x="4050550" y="1350828"/>
                    </a:lnTo>
                    <a:cubicBezTo>
                      <a:pt x="3562743" y="1282883"/>
                      <a:pt x="3067570" y="1311712"/>
                      <a:pt x="2623070" y="1351209"/>
                    </a:cubicBezTo>
                    <a:cubicBezTo>
                      <a:pt x="2174252" y="1390960"/>
                      <a:pt x="715530" y="1396040"/>
                      <a:pt x="76212" y="1351336"/>
                    </a:cubicBezTo>
                    <a:cubicBezTo>
                      <a:pt x="49161" y="1349431"/>
                      <a:pt x="27190" y="1328857"/>
                      <a:pt x="23634" y="1302060"/>
                    </a:cubicBezTo>
                    <a:cubicBezTo>
                      <a:pt x="-12815" y="1035487"/>
                      <a:pt x="774" y="710240"/>
                      <a:pt x="12585" y="424236"/>
                    </a:cubicBezTo>
                    <a:cubicBezTo>
                      <a:pt x="17792" y="297998"/>
                      <a:pt x="22618" y="179380"/>
                      <a:pt x="23126" y="74732"/>
                    </a:cubicBezTo>
                    <a:cubicBezTo>
                      <a:pt x="23253" y="45014"/>
                      <a:pt x="46113" y="20376"/>
                      <a:pt x="75704" y="17963"/>
                    </a:cubicBezTo>
                    <a:moveTo>
                      <a:pt x="84721" y="131882"/>
                    </a:moveTo>
                    <a:lnTo>
                      <a:pt x="80276" y="74986"/>
                    </a:lnTo>
                    <a:lnTo>
                      <a:pt x="137426" y="75240"/>
                    </a:lnTo>
                    <a:cubicBezTo>
                      <a:pt x="136918" y="182428"/>
                      <a:pt x="131965" y="303332"/>
                      <a:pt x="126758" y="428935"/>
                    </a:cubicBezTo>
                    <a:cubicBezTo>
                      <a:pt x="114820" y="717987"/>
                      <a:pt x="102120" y="1032185"/>
                      <a:pt x="136918" y="1286439"/>
                    </a:cubicBezTo>
                    <a:lnTo>
                      <a:pt x="80276" y="1294186"/>
                    </a:lnTo>
                    <a:lnTo>
                      <a:pt x="84213" y="1237163"/>
                    </a:lnTo>
                    <a:cubicBezTo>
                      <a:pt x="718832" y="1281486"/>
                      <a:pt x="2171458" y="1276406"/>
                      <a:pt x="2613037" y="1237290"/>
                    </a:cubicBezTo>
                    <a:lnTo>
                      <a:pt x="2618117" y="1294186"/>
                    </a:lnTo>
                    <a:lnTo>
                      <a:pt x="2613037" y="1237290"/>
                    </a:lnTo>
                    <a:cubicBezTo>
                      <a:pt x="3058934" y="1197793"/>
                      <a:pt x="3564902" y="1167694"/>
                      <a:pt x="4066425" y="1237671"/>
                    </a:cubicBezTo>
                    <a:cubicBezTo>
                      <a:pt x="4518291" y="1300663"/>
                      <a:pt x="5017401" y="1270056"/>
                      <a:pt x="5405894" y="1243386"/>
                    </a:cubicBezTo>
                    <a:cubicBezTo>
                      <a:pt x="5421261" y="1242370"/>
                      <a:pt x="5436501" y="1241227"/>
                      <a:pt x="5451614" y="1240211"/>
                    </a:cubicBezTo>
                    <a:cubicBezTo>
                      <a:pt x="5466346" y="1239195"/>
                      <a:pt x="5480824" y="1238179"/>
                      <a:pt x="5495048" y="1237163"/>
                    </a:cubicBezTo>
                    <a:lnTo>
                      <a:pt x="5498985" y="1294186"/>
                    </a:lnTo>
                    <a:lnTo>
                      <a:pt x="5495048" y="1237163"/>
                    </a:lnTo>
                    <a:cubicBezTo>
                      <a:pt x="5894717" y="1209731"/>
                      <a:pt x="6639318" y="1211636"/>
                      <a:pt x="6944118" y="1237290"/>
                    </a:cubicBezTo>
                    <a:lnTo>
                      <a:pt x="6939292" y="1294186"/>
                    </a:lnTo>
                    <a:lnTo>
                      <a:pt x="6882142" y="1295964"/>
                    </a:lnTo>
                    <a:cubicBezTo>
                      <a:pt x="6879729" y="1220780"/>
                      <a:pt x="6878205" y="1152708"/>
                      <a:pt x="6877189" y="1089716"/>
                    </a:cubicBezTo>
                    <a:cubicBezTo>
                      <a:pt x="6874395" y="903026"/>
                      <a:pt x="6876935" y="761929"/>
                      <a:pt x="6879729" y="616768"/>
                    </a:cubicBezTo>
                    <a:cubicBezTo>
                      <a:pt x="6882650" y="461701"/>
                      <a:pt x="6885571" y="301935"/>
                      <a:pt x="6882142" y="75748"/>
                    </a:cubicBezTo>
                    <a:lnTo>
                      <a:pt x="6939292" y="74859"/>
                    </a:lnTo>
                    <a:lnTo>
                      <a:pt x="6940435" y="132009"/>
                    </a:lnTo>
                    <a:cubicBezTo>
                      <a:pt x="6882396" y="133152"/>
                      <a:pt x="6826135" y="134295"/>
                      <a:pt x="6771779" y="135311"/>
                    </a:cubicBezTo>
                    <a:cubicBezTo>
                      <a:pt x="6126238" y="148138"/>
                      <a:pt x="5724664" y="156139"/>
                      <a:pt x="5289943" y="131882"/>
                    </a:cubicBezTo>
                    <a:cubicBezTo>
                      <a:pt x="5076710" y="119944"/>
                      <a:pt x="4850650" y="129342"/>
                      <a:pt x="4636020" y="138359"/>
                    </a:cubicBezTo>
                    <a:cubicBezTo>
                      <a:pt x="4389386" y="148646"/>
                      <a:pt x="4153801" y="158806"/>
                      <a:pt x="3980954" y="131247"/>
                    </a:cubicBezTo>
                    <a:lnTo>
                      <a:pt x="3989971" y="74859"/>
                    </a:lnTo>
                    <a:lnTo>
                      <a:pt x="3980954" y="131247"/>
                    </a:lnTo>
                    <a:cubicBezTo>
                      <a:pt x="3939679" y="124643"/>
                      <a:pt x="3890149" y="120325"/>
                      <a:pt x="3833761" y="117531"/>
                    </a:cubicBezTo>
                    <a:cubicBezTo>
                      <a:pt x="3667899" y="109657"/>
                      <a:pt x="3451110" y="117023"/>
                      <a:pt x="3225558" y="124770"/>
                    </a:cubicBezTo>
                    <a:cubicBezTo>
                      <a:pt x="2990100" y="132898"/>
                      <a:pt x="2745371" y="141280"/>
                      <a:pt x="2546870" y="131882"/>
                    </a:cubicBezTo>
                    <a:lnTo>
                      <a:pt x="2549537" y="74859"/>
                    </a:lnTo>
                    <a:lnTo>
                      <a:pt x="2546870" y="131882"/>
                    </a:lnTo>
                    <a:cubicBezTo>
                      <a:pt x="2377325" y="123754"/>
                      <a:pt x="2244737" y="121595"/>
                      <a:pt x="2116213" y="122103"/>
                    </a:cubicBezTo>
                    <a:cubicBezTo>
                      <a:pt x="2023884" y="122484"/>
                      <a:pt x="1933714" y="124135"/>
                      <a:pt x="1832876" y="126167"/>
                    </a:cubicBezTo>
                    <a:cubicBezTo>
                      <a:pt x="1707019" y="128580"/>
                      <a:pt x="1565160" y="131247"/>
                      <a:pt x="1383804" y="132009"/>
                    </a:cubicBezTo>
                    <a:lnTo>
                      <a:pt x="1383550" y="74859"/>
                    </a:lnTo>
                    <a:lnTo>
                      <a:pt x="1383804" y="132009"/>
                    </a:lnTo>
                    <a:cubicBezTo>
                      <a:pt x="1187208" y="132771"/>
                      <a:pt x="1020457" y="127818"/>
                      <a:pt x="865517" y="123373"/>
                    </a:cubicBezTo>
                    <a:cubicBezTo>
                      <a:pt x="602373" y="115626"/>
                      <a:pt x="373646" y="109022"/>
                      <a:pt x="84848" y="131882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7" name="Freeform 47"/>
              <p:cNvSpPr/>
              <p:nvPr/>
            </p:nvSpPr>
            <p:spPr>
              <a:xfrm>
                <a:off x="-2216" y="-23876"/>
                <a:ext cx="6976357" cy="1400294"/>
              </a:xfrm>
              <a:custGeom>
                <a:avLst/>
                <a:gdLst/>
                <a:ahLst/>
                <a:cxnLst/>
                <a:rect l="l" t="t" r="r" b="b"/>
                <a:pathLst>
                  <a:path w="6976357" h="1400294">
                    <a:moveTo>
                      <a:pt x="68129" y="24511"/>
                    </a:moveTo>
                    <a:cubicBezTo>
                      <a:pt x="266249" y="55372"/>
                      <a:pt x="507930" y="46228"/>
                      <a:pt x="784663" y="35560"/>
                    </a:cubicBezTo>
                    <a:cubicBezTo>
                      <a:pt x="945318" y="29337"/>
                      <a:pt x="1116768" y="22733"/>
                      <a:pt x="1294441" y="23876"/>
                    </a:cubicBezTo>
                    <a:lnTo>
                      <a:pt x="1294060" y="81026"/>
                    </a:lnTo>
                    <a:lnTo>
                      <a:pt x="1294441" y="23876"/>
                    </a:lnTo>
                    <a:cubicBezTo>
                      <a:pt x="1449127" y="24892"/>
                      <a:pt x="1582096" y="28829"/>
                      <a:pt x="1707064" y="32512"/>
                    </a:cubicBezTo>
                    <a:cubicBezTo>
                      <a:pt x="1819078" y="35814"/>
                      <a:pt x="1924361" y="38989"/>
                      <a:pt x="2033962" y="39624"/>
                    </a:cubicBezTo>
                    <a:cubicBezTo>
                      <a:pt x="2181409" y="40640"/>
                      <a:pt x="2336476" y="37211"/>
                      <a:pt x="2524690" y="23876"/>
                    </a:cubicBezTo>
                    <a:lnTo>
                      <a:pt x="2528754" y="80899"/>
                    </a:lnTo>
                    <a:lnTo>
                      <a:pt x="2524690" y="23876"/>
                    </a:lnTo>
                    <a:cubicBezTo>
                      <a:pt x="3014529" y="-10668"/>
                      <a:pt x="3462839" y="-5207"/>
                      <a:pt x="3701726" y="24130"/>
                    </a:cubicBezTo>
                    <a:lnTo>
                      <a:pt x="3694741" y="80899"/>
                    </a:lnTo>
                    <a:lnTo>
                      <a:pt x="3701726" y="24130"/>
                    </a:lnTo>
                    <a:cubicBezTo>
                      <a:pt x="3792658" y="35306"/>
                      <a:pt x="3944550" y="28702"/>
                      <a:pt x="4138225" y="19939"/>
                    </a:cubicBezTo>
                    <a:cubicBezTo>
                      <a:pt x="4406957" y="7747"/>
                      <a:pt x="4745793" y="-7620"/>
                      <a:pt x="5072056" y="24003"/>
                    </a:cubicBezTo>
                    <a:lnTo>
                      <a:pt x="5066595" y="80899"/>
                    </a:lnTo>
                    <a:lnTo>
                      <a:pt x="5072056" y="24003"/>
                    </a:lnTo>
                    <a:cubicBezTo>
                      <a:pt x="5617775" y="76835"/>
                      <a:pt x="6477692" y="65786"/>
                      <a:pt x="6913048" y="24003"/>
                    </a:cubicBezTo>
                    <a:cubicBezTo>
                      <a:pt x="6928923" y="22479"/>
                      <a:pt x="6944671" y="27686"/>
                      <a:pt x="6956609" y="38227"/>
                    </a:cubicBezTo>
                    <a:cubicBezTo>
                      <a:pt x="6968547" y="48768"/>
                      <a:pt x="6975405" y="63881"/>
                      <a:pt x="6975659" y="79883"/>
                    </a:cubicBezTo>
                    <a:cubicBezTo>
                      <a:pt x="6978453" y="242824"/>
                      <a:pt x="6972357" y="379603"/>
                      <a:pt x="6966261" y="514985"/>
                    </a:cubicBezTo>
                    <a:cubicBezTo>
                      <a:pt x="6960165" y="651002"/>
                      <a:pt x="6954196" y="785495"/>
                      <a:pt x="6956990" y="946150"/>
                    </a:cubicBezTo>
                    <a:cubicBezTo>
                      <a:pt x="6958768" y="1049274"/>
                      <a:pt x="6964102" y="1163320"/>
                      <a:pt x="6975405" y="1295146"/>
                    </a:cubicBezTo>
                    <a:cubicBezTo>
                      <a:pt x="6976675" y="1310640"/>
                      <a:pt x="6971722" y="1326007"/>
                      <a:pt x="6961435" y="1337691"/>
                    </a:cubicBezTo>
                    <a:cubicBezTo>
                      <a:pt x="6951148" y="1349375"/>
                      <a:pt x="6936543" y="1356360"/>
                      <a:pt x="6921049" y="1357122"/>
                    </a:cubicBezTo>
                    <a:cubicBezTo>
                      <a:pt x="6793160" y="1362710"/>
                      <a:pt x="6600374" y="1355090"/>
                      <a:pt x="6392983" y="1346962"/>
                    </a:cubicBezTo>
                    <a:cubicBezTo>
                      <a:pt x="6138729" y="1337056"/>
                      <a:pt x="5860345" y="1326134"/>
                      <a:pt x="5638222" y="1335913"/>
                    </a:cubicBezTo>
                    <a:cubicBezTo>
                      <a:pt x="5554529" y="1339596"/>
                      <a:pt x="5480234" y="1346073"/>
                      <a:pt x="5419020" y="1356360"/>
                    </a:cubicBezTo>
                    <a:lnTo>
                      <a:pt x="5409622" y="1299972"/>
                    </a:lnTo>
                    <a:lnTo>
                      <a:pt x="5419020" y="1356360"/>
                    </a:lnTo>
                    <a:cubicBezTo>
                      <a:pt x="5035480" y="1420622"/>
                      <a:pt x="4820977" y="1408811"/>
                      <a:pt x="4238428" y="1356868"/>
                    </a:cubicBezTo>
                    <a:lnTo>
                      <a:pt x="4243508" y="1299972"/>
                    </a:lnTo>
                    <a:lnTo>
                      <a:pt x="4238428" y="1356868"/>
                    </a:lnTo>
                    <a:cubicBezTo>
                      <a:pt x="3848284" y="1322070"/>
                      <a:pt x="3613461" y="1334643"/>
                      <a:pt x="3395402" y="1346327"/>
                    </a:cubicBezTo>
                    <a:cubicBezTo>
                      <a:pt x="3291262" y="1351915"/>
                      <a:pt x="3189662" y="1357249"/>
                      <a:pt x="3077267" y="1357122"/>
                    </a:cubicBezTo>
                    <a:cubicBezTo>
                      <a:pt x="3003988" y="1356995"/>
                      <a:pt x="2931979" y="1356868"/>
                      <a:pt x="2858319" y="1356614"/>
                    </a:cubicBezTo>
                    <a:cubicBezTo>
                      <a:pt x="2781484" y="1356487"/>
                      <a:pt x="2702998" y="1356233"/>
                      <a:pt x="2619686" y="1356106"/>
                    </a:cubicBezTo>
                    <a:cubicBezTo>
                      <a:pt x="2409628" y="1355725"/>
                      <a:pt x="2168074" y="1355725"/>
                      <a:pt x="1842954" y="1357122"/>
                    </a:cubicBezTo>
                    <a:lnTo>
                      <a:pt x="1842700" y="1299972"/>
                    </a:lnTo>
                    <a:lnTo>
                      <a:pt x="1842954" y="1357122"/>
                    </a:lnTo>
                    <a:cubicBezTo>
                      <a:pt x="1645342" y="1357884"/>
                      <a:pt x="1462970" y="1348994"/>
                      <a:pt x="1280217" y="1340104"/>
                    </a:cubicBezTo>
                    <a:cubicBezTo>
                      <a:pt x="1092638" y="1330960"/>
                      <a:pt x="904424" y="1321816"/>
                      <a:pt x="695636" y="1322578"/>
                    </a:cubicBezTo>
                    <a:cubicBezTo>
                      <a:pt x="506914" y="1323340"/>
                      <a:pt x="301428" y="1332230"/>
                      <a:pt x="65335" y="1356868"/>
                    </a:cubicBezTo>
                    <a:cubicBezTo>
                      <a:pt x="49206" y="1358519"/>
                      <a:pt x="33204" y="1353312"/>
                      <a:pt x="21139" y="1342390"/>
                    </a:cubicBezTo>
                    <a:cubicBezTo>
                      <a:pt x="9074" y="1331468"/>
                      <a:pt x="2216" y="1316355"/>
                      <a:pt x="2216" y="1300099"/>
                    </a:cubicBezTo>
                    <a:cubicBezTo>
                      <a:pt x="2470" y="1136523"/>
                      <a:pt x="1835" y="974979"/>
                      <a:pt x="1073" y="816864"/>
                    </a:cubicBezTo>
                    <a:cubicBezTo>
                      <a:pt x="438" y="666115"/>
                      <a:pt x="-197" y="518414"/>
                      <a:pt x="57" y="375666"/>
                    </a:cubicBezTo>
                    <a:cubicBezTo>
                      <a:pt x="184" y="274701"/>
                      <a:pt x="819" y="176022"/>
                      <a:pt x="2216" y="80137"/>
                    </a:cubicBezTo>
                    <a:cubicBezTo>
                      <a:pt x="2470" y="63627"/>
                      <a:pt x="9836" y="48006"/>
                      <a:pt x="22536" y="37338"/>
                    </a:cubicBezTo>
                    <a:cubicBezTo>
                      <a:pt x="35236" y="26670"/>
                      <a:pt x="51746" y="21971"/>
                      <a:pt x="68129" y="24511"/>
                    </a:cubicBezTo>
                    <a:moveTo>
                      <a:pt x="50603" y="137541"/>
                    </a:moveTo>
                    <a:lnTo>
                      <a:pt x="59366" y="81026"/>
                    </a:lnTo>
                    <a:lnTo>
                      <a:pt x="116516" y="81915"/>
                    </a:lnTo>
                    <a:cubicBezTo>
                      <a:pt x="115119" y="177165"/>
                      <a:pt x="114484" y="275336"/>
                      <a:pt x="114357" y="375920"/>
                    </a:cubicBezTo>
                    <a:cubicBezTo>
                      <a:pt x="114103" y="518287"/>
                      <a:pt x="114738" y="665607"/>
                      <a:pt x="115373" y="816483"/>
                    </a:cubicBezTo>
                    <a:cubicBezTo>
                      <a:pt x="116008" y="974471"/>
                      <a:pt x="116770" y="1136396"/>
                      <a:pt x="116516" y="1300353"/>
                    </a:cubicBezTo>
                    <a:lnTo>
                      <a:pt x="59366" y="1300226"/>
                    </a:lnTo>
                    <a:lnTo>
                      <a:pt x="53397" y="1243330"/>
                    </a:lnTo>
                    <a:cubicBezTo>
                      <a:pt x="293554" y="1218311"/>
                      <a:pt x="502977" y="1209167"/>
                      <a:pt x="695128" y="1208532"/>
                    </a:cubicBezTo>
                    <a:cubicBezTo>
                      <a:pt x="907345" y="1207643"/>
                      <a:pt x="1098480" y="1217041"/>
                      <a:pt x="1285805" y="1226185"/>
                    </a:cubicBezTo>
                    <a:cubicBezTo>
                      <a:pt x="1468939" y="1235075"/>
                      <a:pt x="1648390" y="1243838"/>
                      <a:pt x="1842573" y="1243076"/>
                    </a:cubicBezTo>
                    <a:cubicBezTo>
                      <a:pt x="2167947" y="1241806"/>
                      <a:pt x="2409628" y="1241806"/>
                      <a:pt x="2619940" y="1242060"/>
                    </a:cubicBezTo>
                    <a:cubicBezTo>
                      <a:pt x="2703379" y="1242187"/>
                      <a:pt x="2781992" y="1242314"/>
                      <a:pt x="2858700" y="1242568"/>
                    </a:cubicBezTo>
                    <a:cubicBezTo>
                      <a:pt x="2932233" y="1242695"/>
                      <a:pt x="3004242" y="1242949"/>
                      <a:pt x="3077521" y="1243076"/>
                    </a:cubicBezTo>
                    <a:lnTo>
                      <a:pt x="3077394" y="1300226"/>
                    </a:lnTo>
                    <a:lnTo>
                      <a:pt x="3077521" y="1243076"/>
                    </a:lnTo>
                    <a:cubicBezTo>
                      <a:pt x="3186360" y="1243203"/>
                      <a:pt x="3284785" y="1237996"/>
                      <a:pt x="3389306" y="1232408"/>
                    </a:cubicBezTo>
                    <a:cubicBezTo>
                      <a:pt x="3609270" y="1220724"/>
                      <a:pt x="3850443" y="1207770"/>
                      <a:pt x="4248461" y="1243330"/>
                    </a:cubicBezTo>
                    <a:cubicBezTo>
                      <a:pt x="4829867" y="1295146"/>
                      <a:pt x="5031924" y="1305560"/>
                      <a:pt x="5399970" y="1243838"/>
                    </a:cubicBezTo>
                    <a:cubicBezTo>
                      <a:pt x="5467661" y="1232535"/>
                      <a:pt x="5547036" y="1225677"/>
                      <a:pt x="5633142" y="1221867"/>
                    </a:cubicBezTo>
                    <a:cubicBezTo>
                      <a:pt x="5860980" y="1211961"/>
                      <a:pt x="6144571" y="1223010"/>
                      <a:pt x="6397428" y="1232916"/>
                    </a:cubicBezTo>
                    <a:cubicBezTo>
                      <a:pt x="6606978" y="1241171"/>
                      <a:pt x="6793922" y="1248410"/>
                      <a:pt x="6915969" y="1243076"/>
                    </a:cubicBezTo>
                    <a:lnTo>
                      <a:pt x="6918509" y="1300226"/>
                    </a:lnTo>
                    <a:lnTo>
                      <a:pt x="6861613" y="1305052"/>
                    </a:lnTo>
                    <a:cubicBezTo>
                      <a:pt x="6850056" y="1170559"/>
                      <a:pt x="6844595" y="1053973"/>
                      <a:pt x="6842817" y="948182"/>
                    </a:cubicBezTo>
                    <a:cubicBezTo>
                      <a:pt x="6840023" y="783590"/>
                      <a:pt x="6846119" y="645795"/>
                      <a:pt x="6852215" y="509905"/>
                    </a:cubicBezTo>
                    <a:cubicBezTo>
                      <a:pt x="6858311" y="374396"/>
                      <a:pt x="6864153" y="240792"/>
                      <a:pt x="6861486" y="81915"/>
                    </a:cubicBezTo>
                    <a:lnTo>
                      <a:pt x="6918636" y="80899"/>
                    </a:lnTo>
                    <a:lnTo>
                      <a:pt x="6924097" y="137795"/>
                    </a:lnTo>
                    <a:cubicBezTo>
                      <a:pt x="6482137" y="180213"/>
                      <a:pt x="5614854" y="191389"/>
                      <a:pt x="5061134" y="137795"/>
                    </a:cubicBezTo>
                    <a:cubicBezTo>
                      <a:pt x="4744269" y="107188"/>
                      <a:pt x="4413307" y="121920"/>
                      <a:pt x="4143432" y="134112"/>
                    </a:cubicBezTo>
                    <a:cubicBezTo>
                      <a:pt x="3954964" y="142621"/>
                      <a:pt x="3790880" y="150241"/>
                      <a:pt x="3687883" y="137541"/>
                    </a:cubicBezTo>
                    <a:cubicBezTo>
                      <a:pt x="3459283" y="109474"/>
                      <a:pt x="3019101" y="103505"/>
                      <a:pt x="2532818" y="137795"/>
                    </a:cubicBezTo>
                    <a:cubicBezTo>
                      <a:pt x="2341429" y="151257"/>
                      <a:pt x="2183314" y="154813"/>
                      <a:pt x="2033327" y="153797"/>
                    </a:cubicBezTo>
                    <a:cubicBezTo>
                      <a:pt x="1922202" y="153035"/>
                      <a:pt x="1815522" y="149860"/>
                      <a:pt x="1703762" y="146558"/>
                    </a:cubicBezTo>
                    <a:cubicBezTo>
                      <a:pt x="1578794" y="142875"/>
                      <a:pt x="1446968" y="138938"/>
                      <a:pt x="1293806" y="137922"/>
                    </a:cubicBezTo>
                    <a:cubicBezTo>
                      <a:pt x="1119181" y="136779"/>
                      <a:pt x="950271" y="143256"/>
                      <a:pt x="789235" y="149479"/>
                    </a:cubicBezTo>
                    <a:cubicBezTo>
                      <a:pt x="516058" y="160020"/>
                      <a:pt x="262058" y="170053"/>
                      <a:pt x="50730" y="137160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19050"/>
                <a:ext cx="6973436" cy="1352550"/>
              </a:xfrm>
              <a:prstGeom prst="rect">
                <a:avLst/>
              </a:prstGeom>
            </p:spPr>
            <p:txBody>
              <a:bodyPr wrap="none" lIns="50800" tIns="50800" rIns="50800" bIns="50800" rtlCol="0" anchor="ctr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>
                    <a:solidFill>
                      <a:srgbClr val="FFFFFF"/>
                    </a:solidFill>
                    <a:latin typeface="Arimo"/>
                    <a:ea typeface="맑은 고딕"/>
                    <a:cs typeface="Arimo"/>
                    <a:sym typeface="Arimo"/>
                  </a:rPr>
                  <a:t>어디선가 날아오는 종이 비행기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2" y="0"/>
              <a:ext cx="6973436" cy="1333500"/>
              <a:chOff x="0" y="0"/>
              <a:chExt cx="6973436" cy="13335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34187" y="39376"/>
                <a:ext cx="6883772" cy="1274632"/>
              </a:xfrm>
              <a:custGeom>
                <a:avLst/>
                <a:gdLst/>
                <a:ahLst/>
                <a:cxnLst/>
                <a:rect l="l" t="t" r="r" b="b"/>
                <a:pathLst>
                  <a:path w="6883772" h="1274632">
                    <a:moveTo>
                      <a:pt x="22963" y="17774"/>
                    </a:moveTo>
                    <a:cubicBezTo>
                      <a:pt x="487275" y="-19056"/>
                      <a:pt x="798552" y="19806"/>
                      <a:pt x="1326237" y="17774"/>
                    </a:cubicBezTo>
                    <a:cubicBezTo>
                      <a:pt x="1853922" y="15742"/>
                      <a:pt x="2046581" y="-3435"/>
                      <a:pt x="2492351" y="17774"/>
                    </a:cubicBezTo>
                    <a:cubicBezTo>
                      <a:pt x="2938121" y="38983"/>
                      <a:pt x="3624302" y="-31248"/>
                      <a:pt x="3932785" y="17774"/>
                    </a:cubicBezTo>
                    <a:cubicBezTo>
                      <a:pt x="4241268" y="66796"/>
                      <a:pt x="4767556" y="-8388"/>
                      <a:pt x="5236059" y="17774"/>
                    </a:cubicBezTo>
                    <a:cubicBezTo>
                      <a:pt x="5704562" y="43936"/>
                      <a:pt x="6134457" y="32379"/>
                      <a:pt x="6882233" y="17774"/>
                    </a:cubicBezTo>
                    <a:cubicBezTo>
                      <a:pt x="6889980" y="529076"/>
                      <a:pt x="6865088" y="702812"/>
                      <a:pt x="6882233" y="1236974"/>
                    </a:cubicBezTo>
                    <a:cubicBezTo>
                      <a:pt x="6580862" y="1211574"/>
                      <a:pt x="5839182" y="1209669"/>
                      <a:pt x="5441799" y="1236974"/>
                    </a:cubicBezTo>
                    <a:cubicBezTo>
                      <a:pt x="5044416" y="1264279"/>
                      <a:pt x="4496030" y="1305935"/>
                      <a:pt x="4001365" y="1236974"/>
                    </a:cubicBezTo>
                    <a:cubicBezTo>
                      <a:pt x="3506700" y="1168013"/>
                      <a:pt x="3006193" y="1197477"/>
                      <a:pt x="2560931" y="1236974"/>
                    </a:cubicBezTo>
                    <a:cubicBezTo>
                      <a:pt x="2115669" y="1276471"/>
                      <a:pt x="660122" y="1281551"/>
                      <a:pt x="23090" y="1236974"/>
                    </a:cubicBezTo>
                    <a:cubicBezTo>
                      <a:pt x="-28091" y="862578"/>
                      <a:pt x="21566" y="365500"/>
                      <a:pt x="23090" y="17774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1" name="Freeform 51"/>
              <p:cNvSpPr/>
              <p:nvPr/>
            </p:nvSpPr>
            <p:spPr>
              <a:xfrm>
                <a:off x="54884" y="33432"/>
                <a:ext cx="6862214" cy="1286072"/>
              </a:xfrm>
              <a:custGeom>
                <a:avLst/>
                <a:gdLst/>
                <a:ahLst/>
                <a:cxnLst/>
                <a:rect l="l" t="t" r="r" b="b"/>
                <a:pathLst>
                  <a:path w="6862214" h="1286072">
                    <a:moveTo>
                      <a:pt x="2266" y="23718"/>
                    </a:moveTo>
                    <a:cubicBezTo>
                      <a:pt x="326751" y="74264"/>
                      <a:pt x="759440" y="20670"/>
                      <a:pt x="1236960" y="23718"/>
                    </a:cubicBezTo>
                    <a:cubicBezTo>
                      <a:pt x="1714480" y="26766"/>
                      <a:pt x="1983466" y="58135"/>
                      <a:pt x="2471654" y="23718"/>
                    </a:cubicBezTo>
                    <a:cubicBezTo>
                      <a:pt x="2959842" y="-10699"/>
                      <a:pt x="3403961" y="-4984"/>
                      <a:pt x="3637768" y="23718"/>
                    </a:cubicBezTo>
                    <a:cubicBezTo>
                      <a:pt x="3871575" y="52420"/>
                      <a:pt x="4459839" y="-29495"/>
                      <a:pt x="5009622" y="23718"/>
                    </a:cubicBezTo>
                    <a:cubicBezTo>
                      <a:pt x="5559405" y="76931"/>
                      <a:pt x="6422878" y="65755"/>
                      <a:pt x="6861536" y="23718"/>
                    </a:cubicBezTo>
                    <a:cubicBezTo>
                      <a:pt x="6868775" y="449803"/>
                      <a:pt x="6814546" y="695548"/>
                      <a:pt x="6861536" y="1242918"/>
                    </a:cubicBezTo>
                    <a:cubicBezTo>
                      <a:pt x="6527145" y="1257523"/>
                      <a:pt x="5728315" y="1179926"/>
                      <a:pt x="5352522" y="1242918"/>
                    </a:cubicBezTo>
                    <a:cubicBezTo>
                      <a:pt x="4976729" y="1305910"/>
                      <a:pt x="4768449" y="1294734"/>
                      <a:pt x="4186408" y="1242918"/>
                    </a:cubicBezTo>
                    <a:cubicBezTo>
                      <a:pt x="3604367" y="1191102"/>
                      <a:pt x="3362940" y="1243426"/>
                      <a:pt x="3020294" y="1242918"/>
                    </a:cubicBezTo>
                    <a:cubicBezTo>
                      <a:pt x="2677648" y="1242410"/>
                      <a:pt x="2363704" y="1240632"/>
                      <a:pt x="1785600" y="1242918"/>
                    </a:cubicBezTo>
                    <a:cubicBezTo>
                      <a:pt x="1207496" y="1245204"/>
                      <a:pt x="760583" y="1163924"/>
                      <a:pt x="2266" y="1242918"/>
                    </a:cubicBezTo>
                    <a:cubicBezTo>
                      <a:pt x="3028" y="812007"/>
                      <a:pt x="-3195" y="395828"/>
                      <a:pt x="2266" y="2371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2" name="Freeform 52"/>
              <p:cNvSpPr/>
              <p:nvPr/>
            </p:nvSpPr>
            <p:spPr>
              <a:xfrm>
                <a:off x="-23126" y="-17836"/>
                <a:ext cx="6997992" cy="1389039"/>
              </a:xfrm>
              <a:custGeom>
                <a:avLst/>
                <a:gdLst/>
                <a:ahLst/>
                <a:cxnLst/>
                <a:rect l="l" t="t" r="r" b="b"/>
                <a:pathLst>
                  <a:path w="6997992" h="1389039">
                    <a:moveTo>
                      <a:pt x="75704" y="17963"/>
                    </a:moveTo>
                    <a:cubicBezTo>
                      <a:pt x="371360" y="-5532"/>
                      <a:pt x="605802" y="1453"/>
                      <a:pt x="868819" y="9200"/>
                    </a:cubicBezTo>
                    <a:cubicBezTo>
                      <a:pt x="1023759" y="13772"/>
                      <a:pt x="1188732" y="18598"/>
                      <a:pt x="1383296" y="17836"/>
                    </a:cubicBezTo>
                    <a:cubicBezTo>
                      <a:pt x="1563763" y="17201"/>
                      <a:pt x="1704860" y="14407"/>
                      <a:pt x="1830717" y="11994"/>
                    </a:cubicBezTo>
                    <a:cubicBezTo>
                      <a:pt x="1931428" y="10089"/>
                      <a:pt x="2022487" y="8311"/>
                      <a:pt x="2115832" y="7930"/>
                    </a:cubicBezTo>
                    <a:cubicBezTo>
                      <a:pt x="2246261" y="7422"/>
                      <a:pt x="2380754" y="9708"/>
                      <a:pt x="2552331" y="17836"/>
                    </a:cubicBezTo>
                    <a:cubicBezTo>
                      <a:pt x="2745244" y="26980"/>
                      <a:pt x="2984766" y="18852"/>
                      <a:pt x="3221748" y="10724"/>
                    </a:cubicBezTo>
                    <a:cubicBezTo>
                      <a:pt x="3445649" y="2977"/>
                      <a:pt x="3667645" y="-4643"/>
                      <a:pt x="3839349" y="3485"/>
                    </a:cubicBezTo>
                    <a:cubicBezTo>
                      <a:pt x="3898150" y="6279"/>
                      <a:pt x="3952252" y="10978"/>
                      <a:pt x="3999115" y="18471"/>
                    </a:cubicBezTo>
                    <a:cubicBezTo>
                      <a:pt x="4157992" y="43744"/>
                      <a:pt x="4380115" y="34727"/>
                      <a:pt x="4631575" y="24186"/>
                    </a:cubicBezTo>
                    <a:cubicBezTo>
                      <a:pt x="4845062" y="15296"/>
                      <a:pt x="5076837" y="5517"/>
                      <a:pt x="5296674" y="17836"/>
                    </a:cubicBezTo>
                    <a:lnTo>
                      <a:pt x="5293499" y="74859"/>
                    </a:lnTo>
                    <a:lnTo>
                      <a:pt x="5296674" y="17836"/>
                    </a:lnTo>
                    <a:cubicBezTo>
                      <a:pt x="5726188" y="41839"/>
                      <a:pt x="6123190" y="33965"/>
                      <a:pt x="6769874" y="21138"/>
                    </a:cubicBezTo>
                    <a:cubicBezTo>
                      <a:pt x="6823976" y="20122"/>
                      <a:pt x="6880237" y="18979"/>
                      <a:pt x="6938276" y="17836"/>
                    </a:cubicBezTo>
                    <a:cubicBezTo>
                      <a:pt x="6953516" y="17582"/>
                      <a:pt x="6968121" y="23297"/>
                      <a:pt x="6979043" y="33838"/>
                    </a:cubicBezTo>
                    <a:cubicBezTo>
                      <a:pt x="6989965" y="44379"/>
                      <a:pt x="6996315" y="58857"/>
                      <a:pt x="6996442" y="74097"/>
                    </a:cubicBezTo>
                    <a:cubicBezTo>
                      <a:pt x="6999871" y="302316"/>
                      <a:pt x="6996950" y="463733"/>
                      <a:pt x="6994029" y="618927"/>
                    </a:cubicBezTo>
                    <a:cubicBezTo>
                      <a:pt x="6991362" y="763961"/>
                      <a:pt x="6988695" y="903407"/>
                      <a:pt x="6991489" y="1087938"/>
                    </a:cubicBezTo>
                    <a:cubicBezTo>
                      <a:pt x="6992378" y="1150295"/>
                      <a:pt x="6994029" y="1217732"/>
                      <a:pt x="6996442" y="1292281"/>
                    </a:cubicBezTo>
                    <a:cubicBezTo>
                      <a:pt x="6996950" y="1308537"/>
                      <a:pt x="6990473" y="1324285"/>
                      <a:pt x="6978662" y="1335588"/>
                    </a:cubicBezTo>
                    <a:cubicBezTo>
                      <a:pt x="6966851" y="1346891"/>
                      <a:pt x="6950722" y="1352479"/>
                      <a:pt x="6934466" y="1351082"/>
                    </a:cubicBezTo>
                    <a:cubicBezTo>
                      <a:pt x="6636397" y="1326063"/>
                      <a:pt x="5897765" y="1324031"/>
                      <a:pt x="5502795" y="1351209"/>
                    </a:cubicBezTo>
                    <a:cubicBezTo>
                      <a:pt x="5488571" y="1352225"/>
                      <a:pt x="5474093" y="1353241"/>
                      <a:pt x="5459361" y="1354257"/>
                    </a:cubicBezTo>
                    <a:cubicBezTo>
                      <a:pt x="5444248" y="1355273"/>
                      <a:pt x="5429008" y="1356289"/>
                      <a:pt x="5413641" y="1357432"/>
                    </a:cubicBezTo>
                    <a:cubicBezTo>
                      <a:pt x="5026418" y="1383975"/>
                      <a:pt x="4516005" y="1415725"/>
                      <a:pt x="4050550" y="1350828"/>
                    </a:cubicBezTo>
                    <a:lnTo>
                      <a:pt x="4058424" y="1294186"/>
                    </a:lnTo>
                    <a:lnTo>
                      <a:pt x="4050550" y="1350828"/>
                    </a:lnTo>
                    <a:cubicBezTo>
                      <a:pt x="3562743" y="1282883"/>
                      <a:pt x="3067570" y="1311712"/>
                      <a:pt x="2623070" y="1351209"/>
                    </a:cubicBezTo>
                    <a:cubicBezTo>
                      <a:pt x="2174252" y="1390960"/>
                      <a:pt x="715530" y="1396040"/>
                      <a:pt x="76212" y="1351336"/>
                    </a:cubicBezTo>
                    <a:cubicBezTo>
                      <a:pt x="49161" y="1349431"/>
                      <a:pt x="27190" y="1328857"/>
                      <a:pt x="23634" y="1302060"/>
                    </a:cubicBezTo>
                    <a:cubicBezTo>
                      <a:pt x="-12815" y="1035487"/>
                      <a:pt x="774" y="710240"/>
                      <a:pt x="12585" y="424236"/>
                    </a:cubicBezTo>
                    <a:cubicBezTo>
                      <a:pt x="17792" y="297998"/>
                      <a:pt x="22618" y="179380"/>
                      <a:pt x="23126" y="74732"/>
                    </a:cubicBezTo>
                    <a:cubicBezTo>
                      <a:pt x="23253" y="45014"/>
                      <a:pt x="46113" y="20376"/>
                      <a:pt x="75704" y="17963"/>
                    </a:cubicBezTo>
                    <a:moveTo>
                      <a:pt x="84721" y="131882"/>
                    </a:moveTo>
                    <a:lnTo>
                      <a:pt x="80276" y="74986"/>
                    </a:lnTo>
                    <a:lnTo>
                      <a:pt x="137426" y="75240"/>
                    </a:lnTo>
                    <a:cubicBezTo>
                      <a:pt x="136918" y="182428"/>
                      <a:pt x="131965" y="303332"/>
                      <a:pt x="126758" y="428935"/>
                    </a:cubicBezTo>
                    <a:cubicBezTo>
                      <a:pt x="114820" y="717987"/>
                      <a:pt x="102120" y="1032185"/>
                      <a:pt x="136918" y="1286439"/>
                    </a:cubicBezTo>
                    <a:lnTo>
                      <a:pt x="80276" y="1294186"/>
                    </a:lnTo>
                    <a:lnTo>
                      <a:pt x="84213" y="1237163"/>
                    </a:lnTo>
                    <a:cubicBezTo>
                      <a:pt x="718832" y="1281486"/>
                      <a:pt x="2171458" y="1276406"/>
                      <a:pt x="2613037" y="1237290"/>
                    </a:cubicBezTo>
                    <a:lnTo>
                      <a:pt x="2618117" y="1294186"/>
                    </a:lnTo>
                    <a:lnTo>
                      <a:pt x="2613037" y="1237290"/>
                    </a:lnTo>
                    <a:cubicBezTo>
                      <a:pt x="3058934" y="1197793"/>
                      <a:pt x="3564902" y="1167694"/>
                      <a:pt x="4066425" y="1237671"/>
                    </a:cubicBezTo>
                    <a:cubicBezTo>
                      <a:pt x="4518291" y="1300663"/>
                      <a:pt x="5017401" y="1270056"/>
                      <a:pt x="5405894" y="1243386"/>
                    </a:cubicBezTo>
                    <a:cubicBezTo>
                      <a:pt x="5421261" y="1242370"/>
                      <a:pt x="5436501" y="1241227"/>
                      <a:pt x="5451614" y="1240211"/>
                    </a:cubicBezTo>
                    <a:cubicBezTo>
                      <a:pt x="5466346" y="1239195"/>
                      <a:pt x="5480824" y="1238179"/>
                      <a:pt x="5495048" y="1237163"/>
                    </a:cubicBezTo>
                    <a:lnTo>
                      <a:pt x="5498985" y="1294186"/>
                    </a:lnTo>
                    <a:lnTo>
                      <a:pt x="5495048" y="1237163"/>
                    </a:lnTo>
                    <a:cubicBezTo>
                      <a:pt x="5894717" y="1209731"/>
                      <a:pt x="6639318" y="1211636"/>
                      <a:pt x="6944118" y="1237290"/>
                    </a:cubicBezTo>
                    <a:lnTo>
                      <a:pt x="6939292" y="1294186"/>
                    </a:lnTo>
                    <a:lnTo>
                      <a:pt x="6882142" y="1295964"/>
                    </a:lnTo>
                    <a:cubicBezTo>
                      <a:pt x="6879729" y="1220780"/>
                      <a:pt x="6878205" y="1152708"/>
                      <a:pt x="6877189" y="1089716"/>
                    </a:cubicBezTo>
                    <a:cubicBezTo>
                      <a:pt x="6874395" y="903026"/>
                      <a:pt x="6876935" y="761929"/>
                      <a:pt x="6879729" y="616768"/>
                    </a:cubicBezTo>
                    <a:cubicBezTo>
                      <a:pt x="6882650" y="461701"/>
                      <a:pt x="6885571" y="301935"/>
                      <a:pt x="6882142" y="75748"/>
                    </a:cubicBezTo>
                    <a:lnTo>
                      <a:pt x="6939292" y="74859"/>
                    </a:lnTo>
                    <a:lnTo>
                      <a:pt x="6940435" y="132009"/>
                    </a:lnTo>
                    <a:cubicBezTo>
                      <a:pt x="6882396" y="133152"/>
                      <a:pt x="6826135" y="134295"/>
                      <a:pt x="6771779" y="135311"/>
                    </a:cubicBezTo>
                    <a:cubicBezTo>
                      <a:pt x="6126238" y="148138"/>
                      <a:pt x="5724664" y="156139"/>
                      <a:pt x="5289943" y="131882"/>
                    </a:cubicBezTo>
                    <a:cubicBezTo>
                      <a:pt x="5076710" y="119944"/>
                      <a:pt x="4850650" y="129342"/>
                      <a:pt x="4636020" y="138359"/>
                    </a:cubicBezTo>
                    <a:cubicBezTo>
                      <a:pt x="4389386" y="148646"/>
                      <a:pt x="4153801" y="158806"/>
                      <a:pt x="3980954" y="131247"/>
                    </a:cubicBezTo>
                    <a:lnTo>
                      <a:pt x="3989971" y="74859"/>
                    </a:lnTo>
                    <a:lnTo>
                      <a:pt x="3980954" y="131247"/>
                    </a:lnTo>
                    <a:cubicBezTo>
                      <a:pt x="3939679" y="124643"/>
                      <a:pt x="3890149" y="120325"/>
                      <a:pt x="3833761" y="117531"/>
                    </a:cubicBezTo>
                    <a:cubicBezTo>
                      <a:pt x="3667899" y="109657"/>
                      <a:pt x="3451110" y="117023"/>
                      <a:pt x="3225558" y="124770"/>
                    </a:cubicBezTo>
                    <a:cubicBezTo>
                      <a:pt x="2990100" y="132898"/>
                      <a:pt x="2745371" y="141280"/>
                      <a:pt x="2546870" y="131882"/>
                    </a:cubicBezTo>
                    <a:lnTo>
                      <a:pt x="2549537" y="74859"/>
                    </a:lnTo>
                    <a:lnTo>
                      <a:pt x="2546870" y="131882"/>
                    </a:lnTo>
                    <a:cubicBezTo>
                      <a:pt x="2377325" y="123754"/>
                      <a:pt x="2244737" y="121595"/>
                      <a:pt x="2116213" y="122103"/>
                    </a:cubicBezTo>
                    <a:cubicBezTo>
                      <a:pt x="2023884" y="122484"/>
                      <a:pt x="1933714" y="124135"/>
                      <a:pt x="1832876" y="126167"/>
                    </a:cubicBezTo>
                    <a:cubicBezTo>
                      <a:pt x="1707019" y="128580"/>
                      <a:pt x="1565160" y="131247"/>
                      <a:pt x="1383804" y="132009"/>
                    </a:cubicBezTo>
                    <a:lnTo>
                      <a:pt x="1383550" y="74859"/>
                    </a:lnTo>
                    <a:lnTo>
                      <a:pt x="1383804" y="132009"/>
                    </a:lnTo>
                    <a:cubicBezTo>
                      <a:pt x="1187208" y="132771"/>
                      <a:pt x="1020457" y="127818"/>
                      <a:pt x="865517" y="123373"/>
                    </a:cubicBezTo>
                    <a:cubicBezTo>
                      <a:pt x="602373" y="115626"/>
                      <a:pt x="373646" y="109022"/>
                      <a:pt x="84848" y="131882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3" name="Freeform 53"/>
              <p:cNvSpPr/>
              <p:nvPr/>
            </p:nvSpPr>
            <p:spPr>
              <a:xfrm>
                <a:off x="-2216" y="-23876"/>
                <a:ext cx="6976357" cy="1400294"/>
              </a:xfrm>
              <a:custGeom>
                <a:avLst/>
                <a:gdLst/>
                <a:ahLst/>
                <a:cxnLst/>
                <a:rect l="l" t="t" r="r" b="b"/>
                <a:pathLst>
                  <a:path w="6976357" h="1400294">
                    <a:moveTo>
                      <a:pt x="68129" y="24511"/>
                    </a:moveTo>
                    <a:cubicBezTo>
                      <a:pt x="266249" y="55372"/>
                      <a:pt x="507930" y="46228"/>
                      <a:pt x="784663" y="35560"/>
                    </a:cubicBezTo>
                    <a:cubicBezTo>
                      <a:pt x="945318" y="29337"/>
                      <a:pt x="1116768" y="22733"/>
                      <a:pt x="1294441" y="23876"/>
                    </a:cubicBezTo>
                    <a:lnTo>
                      <a:pt x="1294060" y="81026"/>
                    </a:lnTo>
                    <a:lnTo>
                      <a:pt x="1294441" y="23876"/>
                    </a:lnTo>
                    <a:cubicBezTo>
                      <a:pt x="1449127" y="24892"/>
                      <a:pt x="1582096" y="28829"/>
                      <a:pt x="1707064" y="32512"/>
                    </a:cubicBezTo>
                    <a:cubicBezTo>
                      <a:pt x="1819078" y="35814"/>
                      <a:pt x="1924361" y="38989"/>
                      <a:pt x="2033962" y="39624"/>
                    </a:cubicBezTo>
                    <a:cubicBezTo>
                      <a:pt x="2181409" y="40640"/>
                      <a:pt x="2336476" y="37211"/>
                      <a:pt x="2524690" y="23876"/>
                    </a:cubicBezTo>
                    <a:lnTo>
                      <a:pt x="2528754" y="80899"/>
                    </a:lnTo>
                    <a:lnTo>
                      <a:pt x="2524690" y="23876"/>
                    </a:lnTo>
                    <a:cubicBezTo>
                      <a:pt x="3014529" y="-10668"/>
                      <a:pt x="3462839" y="-5207"/>
                      <a:pt x="3701726" y="24130"/>
                    </a:cubicBezTo>
                    <a:lnTo>
                      <a:pt x="3694741" y="80899"/>
                    </a:lnTo>
                    <a:lnTo>
                      <a:pt x="3701726" y="24130"/>
                    </a:lnTo>
                    <a:cubicBezTo>
                      <a:pt x="3792658" y="35306"/>
                      <a:pt x="3944550" y="28702"/>
                      <a:pt x="4138225" y="19939"/>
                    </a:cubicBezTo>
                    <a:cubicBezTo>
                      <a:pt x="4406957" y="7747"/>
                      <a:pt x="4745793" y="-7620"/>
                      <a:pt x="5072056" y="24003"/>
                    </a:cubicBezTo>
                    <a:lnTo>
                      <a:pt x="5066595" y="80899"/>
                    </a:lnTo>
                    <a:lnTo>
                      <a:pt x="5072056" y="24003"/>
                    </a:lnTo>
                    <a:cubicBezTo>
                      <a:pt x="5617775" y="76835"/>
                      <a:pt x="6477692" y="65786"/>
                      <a:pt x="6913048" y="24003"/>
                    </a:cubicBezTo>
                    <a:cubicBezTo>
                      <a:pt x="6928923" y="22479"/>
                      <a:pt x="6944671" y="27686"/>
                      <a:pt x="6956609" y="38227"/>
                    </a:cubicBezTo>
                    <a:cubicBezTo>
                      <a:pt x="6968547" y="48768"/>
                      <a:pt x="6975405" y="63881"/>
                      <a:pt x="6975659" y="79883"/>
                    </a:cubicBezTo>
                    <a:cubicBezTo>
                      <a:pt x="6978453" y="242824"/>
                      <a:pt x="6972357" y="379603"/>
                      <a:pt x="6966261" y="514985"/>
                    </a:cubicBezTo>
                    <a:cubicBezTo>
                      <a:pt x="6960165" y="651002"/>
                      <a:pt x="6954196" y="785495"/>
                      <a:pt x="6956990" y="946150"/>
                    </a:cubicBezTo>
                    <a:cubicBezTo>
                      <a:pt x="6958768" y="1049274"/>
                      <a:pt x="6964102" y="1163320"/>
                      <a:pt x="6975405" y="1295146"/>
                    </a:cubicBezTo>
                    <a:cubicBezTo>
                      <a:pt x="6976675" y="1310640"/>
                      <a:pt x="6971722" y="1326007"/>
                      <a:pt x="6961435" y="1337691"/>
                    </a:cubicBezTo>
                    <a:cubicBezTo>
                      <a:pt x="6951148" y="1349375"/>
                      <a:pt x="6936543" y="1356360"/>
                      <a:pt x="6921049" y="1357122"/>
                    </a:cubicBezTo>
                    <a:cubicBezTo>
                      <a:pt x="6793160" y="1362710"/>
                      <a:pt x="6600374" y="1355090"/>
                      <a:pt x="6392983" y="1346962"/>
                    </a:cubicBezTo>
                    <a:cubicBezTo>
                      <a:pt x="6138729" y="1337056"/>
                      <a:pt x="5860345" y="1326134"/>
                      <a:pt x="5638222" y="1335913"/>
                    </a:cubicBezTo>
                    <a:cubicBezTo>
                      <a:pt x="5554529" y="1339596"/>
                      <a:pt x="5480234" y="1346073"/>
                      <a:pt x="5419020" y="1356360"/>
                    </a:cubicBezTo>
                    <a:lnTo>
                      <a:pt x="5409622" y="1299972"/>
                    </a:lnTo>
                    <a:lnTo>
                      <a:pt x="5419020" y="1356360"/>
                    </a:lnTo>
                    <a:cubicBezTo>
                      <a:pt x="5035480" y="1420622"/>
                      <a:pt x="4820977" y="1408811"/>
                      <a:pt x="4238428" y="1356868"/>
                    </a:cubicBezTo>
                    <a:lnTo>
                      <a:pt x="4243508" y="1299972"/>
                    </a:lnTo>
                    <a:lnTo>
                      <a:pt x="4238428" y="1356868"/>
                    </a:lnTo>
                    <a:cubicBezTo>
                      <a:pt x="3848284" y="1322070"/>
                      <a:pt x="3613461" y="1334643"/>
                      <a:pt x="3395402" y="1346327"/>
                    </a:cubicBezTo>
                    <a:cubicBezTo>
                      <a:pt x="3291262" y="1351915"/>
                      <a:pt x="3189662" y="1357249"/>
                      <a:pt x="3077267" y="1357122"/>
                    </a:cubicBezTo>
                    <a:cubicBezTo>
                      <a:pt x="3003988" y="1356995"/>
                      <a:pt x="2931979" y="1356868"/>
                      <a:pt x="2858319" y="1356614"/>
                    </a:cubicBezTo>
                    <a:cubicBezTo>
                      <a:pt x="2781484" y="1356487"/>
                      <a:pt x="2702998" y="1356233"/>
                      <a:pt x="2619686" y="1356106"/>
                    </a:cubicBezTo>
                    <a:cubicBezTo>
                      <a:pt x="2409628" y="1355725"/>
                      <a:pt x="2168074" y="1355725"/>
                      <a:pt x="1842954" y="1357122"/>
                    </a:cubicBezTo>
                    <a:lnTo>
                      <a:pt x="1842700" y="1299972"/>
                    </a:lnTo>
                    <a:lnTo>
                      <a:pt x="1842954" y="1357122"/>
                    </a:lnTo>
                    <a:cubicBezTo>
                      <a:pt x="1645342" y="1357884"/>
                      <a:pt x="1462970" y="1348994"/>
                      <a:pt x="1280217" y="1340104"/>
                    </a:cubicBezTo>
                    <a:cubicBezTo>
                      <a:pt x="1092638" y="1330960"/>
                      <a:pt x="904424" y="1321816"/>
                      <a:pt x="695636" y="1322578"/>
                    </a:cubicBezTo>
                    <a:cubicBezTo>
                      <a:pt x="506914" y="1323340"/>
                      <a:pt x="301428" y="1332230"/>
                      <a:pt x="65335" y="1356868"/>
                    </a:cubicBezTo>
                    <a:cubicBezTo>
                      <a:pt x="49206" y="1358519"/>
                      <a:pt x="33204" y="1353312"/>
                      <a:pt x="21139" y="1342390"/>
                    </a:cubicBezTo>
                    <a:cubicBezTo>
                      <a:pt x="9074" y="1331468"/>
                      <a:pt x="2216" y="1316355"/>
                      <a:pt x="2216" y="1300099"/>
                    </a:cubicBezTo>
                    <a:cubicBezTo>
                      <a:pt x="2470" y="1136523"/>
                      <a:pt x="1835" y="974979"/>
                      <a:pt x="1073" y="816864"/>
                    </a:cubicBezTo>
                    <a:cubicBezTo>
                      <a:pt x="438" y="666115"/>
                      <a:pt x="-197" y="518414"/>
                      <a:pt x="57" y="375666"/>
                    </a:cubicBezTo>
                    <a:cubicBezTo>
                      <a:pt x="184" y="274701"/>
                      <a:pt x="819" y="176022"/>
                      <a:pt x="2216" y="80137"/>
                    </a:cubicBezTo>
                    <a:cubicBezTo>
                      <a:pt x="2470" y="63627"/>
                      <a:pt x="9836" y="48006"/>
                      <a:pt x="22536" y="37338"/>
                    </a:cubicBezTo>
                    <a:cubicBezTo>
                      <a:pt x="35236" y="26670"/>
                      <a:pt x="51746" y="21971"/>
                      <a:pt x="68129" y="24511"/>
                    </a:cubicBezTo>
                    <a:moveTo>
                      <a:pt x="50603" y="137541"/>
                    </a:moveTo>
                    <a:lnTo>
                      <a:pt x="59366" y="81026"/>
                    </a:lnTo>
                    <a:lnTo>
                      <a:pt x="116516" y="81915"/>
                    </a:lnTo>
                    <a:cubicBezTo>
                      <a:pt x="115119" y="177165"/>
                      <a:pt x="114484" y="275336"/>
                      <a:pt x="114357" y="375920"/>
                    </a:cubicBezTo>
                    <a:cubicBezTo>
                      <a:pt x="114103" y="518287"/>
                      <a:pt x="114738" y="665607"/>
                      <a:pt x="115373" y="816483"/>
                    </a:cubicBezTo>
                    <a:cubicBezTo>
                      <a:pt x="116008" y="974471"/>
                      <a:pt x="116770" y="1136396"/>
                      <a:pt x="116516" y="1300353"/>
                    </a:cubicBezTo>
                    <a:lnTo>
                      <a:pt x="59366" y="1300226"/>
                    </a:lnTo>
                    <a:lnTo>
                      <a:pt x="53397" y="1243330"/>
                    </a:lnTo>
                    <a:cubicBezTo>
                      <a:pt x="293554" y="1218311"/>
                      <a:pt x="502977" y="1209167"/>
                      <a:pt x="695128" y="1208532"/>
                    </a:cubicBezTo>
                    <a:cubicBezTo>
                      <a:pt x="907345" y="1207643"/>
                      <a:pt x="1098480" y="1217041"/>
                      <a:pt x="1285805" y="1226185"/>
                    </a:cubicBezTo>
                    <a:cubicBezTo>
                      <a:pt x="1468939" y="1235075"/>
                      <a:pt x="1648390" y="1243838"/>
                      <a:pt x="1842573" y="1243076"/>
                    </a:cubicBezTo>
                    <a:cubicBezTo>
                      <a:pt x="2167947" y="1241806"/>
                      <a:pt x="2409628" y="1241806"/>
                      <a:pt x="2619940" y="1242060"/>
                    </a:cubicBezTo>
                    <a:cubicBezTo>
                      <a:pt x="2703379" y="1242187"/>
                      <a:pt x="2781992" y="1242314"/>
                      <a:pt x="2858700" y="1242568"/>
                    </a:cubicBezTo>
                    <a:cubicBezTo>
                      <a:pt x="2932233" y="1242695"/>
                      <a:pt x="3004242" y="1242949"/>
                      <a:pt x="3077521" y="1243076"/>
                    </a:cubicBezTo>
                    <a:lnTo>
                      <a:pt x="3077394" y="1300226"/>
                    </a:lnTo>
                    <a:lnTo>
                      <a:pt x="3077521" y="1243076"/>
                    </a:lnTo>
                    <a:cubicBezTo>
                      <a:pt x="3186360" y="1243203"/>
                      <a:pt x="3284785" y="1237996"/>
                      <a:pt x="3389306" y="1232408"/>
                    </a:cubicBezTo>
                    <a:cubicBezTo>
                      <a:pt x="3609270" y="1220724"/>
                      <a:pt x="3850443" y="1207770"/>
                      <a:pt x="4248461" y="1243330"/>
                    </a:cubicBezTo>
                    <a:cubicBezTo>
                      <a:pt x="4829867" y="1295146"/>
                      <a:pt x="5031924" y="1305560"/>
                      <a:pt x="5399970" y="1243838"/>
                    </a:cubicBezTo>
                    <a:cubicBezTo>
                      <a:pt x="5467661" y="1232535"/>
                      <a:pt x="5547036" y="1225677"/>
                      <a:pt x="5633142" y="1221867"/>
                    </a:cubicBezTo>
                    <a:cubicBezTo>
                      <a:pt x="5860980" y="1211961"/>
                      <a:pt x="6144571" y="1223010"/>
                      <a:pt x="6397428" y="1232916"/>
                    </a:cubicBezTo>
                    <a:cubicBezTo>
                      <a:pt x="6606978" y="1241171"/>
                      <a:pt x="6793922" y="1248410"/>
                      <a:pt x="6915969" y="1243076"/>
                    </a:cubicBezTo>
                    <a:lnTo>
                      <a:pt x="6918509" y="1300226"/>
                    </a:lnTo>
                    <a:lnTo>
                      <a:pt x="6861613" y="1305052"/>
                    </a:lnTo>
                    <a:cubicBezTo>
                      <a:pt x="6850056" y="1170559"/>
                      <a:pt x="6844595" y="1053973"/>
                      <a:pt x="6842817" y="948182"/>
                    </a:cubicBezTo>
                    <a:cubicBezTo>
                      <a:pt x="6840023" y="783590"/>
                      <a:pt x="6846119" y="645795"/>
                      <a:pt x="6852215" y="509905"/>
                    </a:cubicBezTo>
                    <a:cubicBezTo>
                      <a:pt x="6858311" y="374396"/>
                      <a:pt x="6864153" y="240792"/>
                      <a:pt x="6861486" y="81915"/>
                    </a:cubicBezTo>
                    <a:lnTo>
                      <a:pt x="6918636" y="80899"/>
                    </a:lnTo>
                    <a:lnTo>
                      <a:pt x="6924097" y="137795"/>
                    </a:lnTo>
                    <a:cubicBezTo>
                      <a:pt x="6482137" y="180213"/>
                      <a:pt x="5614854" y="191389"/>
                      <a:pt x="5061134" y="137795"/>
                    </a:cubicBezTo>
                    <a:cubicBezTo>
                      <a:pt x="4744269" y="107188"/>
                      <a:pt x="4413307" y="121920"/>
                      <a:pt x="4143432" y="134112"/>
                    </a:cubicBezTo>
                    <a:cubicBezTo>
                      <a:pt x="3954964" y="142621"/>
                      <a:pt x="3790880" y="150241"/>
                      <a:pt x="3687883" y="137541"/>
                    </a:cubicBezTo>
                    <a:cubicBezTo>
                      <a:pt x="3459283" y="109474"/>
                      <a:pt x="3019101" y="103505"/>
                      <a:pt x="2532818" y="137795"/>
                    </a:cubicBezTo>
                    <a:cubicBezTo>
                      <a:pt x="2341429" y="151257"/>
                      <a:pt x="2183314" y="154813"/>
                      <a:pt x="2033327" y="153797"/>
                    </a:cubicBezTo>
                    <a:cubicBezTo>
                      <a:pt x="1922202" y="153035"/>
                      <a:pt x="1815522" y="149860"/>
                      <a:pt x="1703762" y="146558"/>
                    </a:cubicBezTo>
                    <a:cubicBezTo>
                      <a:pt x="1578794" y="142875"/>
                      <a:pt x="1446968" y="138938"/>
                      <a:pt x="1293806" y="137922"/>
                    </a:cubicBezTo>
                    <a:cubicBezTo>
                      <a:pt x="1119181" y="136779"/>
                      <a:pt x="950271" y="143256"/>
                      <a:pt x="789235" y="149479"/>
                    </a:cubicBezTo>
                    <a:cubicBezTo>
                      <a:pt x="516058" y="160020"/>
                      <a:pt x="262058" y="170053"/>
                      <a:pt x="50730" y="137160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0" y="-19050"/>
                <a:ext cx="6973436" cy="1352550"/>
              </a:xfrm>
              <a:prstGeom prst="rect">
                <a:avLst/>
              </a:prstGeom>
            </p:spPr>
            <p:txBody>
              <a:bodyPr wrap="none" lIns="50800" tIns="50800" rIns="50800" bIns="50800" rtlCol="0" anchor="ctr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>
                    <a:solidFill>
                      <a:srgbClr val="FFFFFF"/>
                    </a:solidFill>
                    <a:latin typeface="Arimo"/>
                    <a:ea typeface="맑은 고딕"/>
                    <a:cs typeface="Arimo"/>
                    <a:sym typeface="Arimo"/>
                  </a:rPr>
                  <a:t>1P &amp; 엘리스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0" y="2173358"/>
              <a:ext cx="6973436" cy="1333500"/>
              <a:chOff x="0" y="0"/>
              <a:chExt cx="6973436" cy="13335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34187" y="39376"/>
                <a:ext cx="6883772" cy="1274632"/>
              </a:xfrm>
              <a:custGeom>
                <a:avLst/>
                <a:gdLst/>
                <a:ahLst/>
                <a:cxnLst/>
                <a:rect l="l" t="t" r="r" b="b"/>
                <a:pathLst>
                  <a:path w="6883772" h="1274632">
                    <a:moveTo>
                      <a:pt x="22963" y="17774"/>
                    </a:moveTo>
                    <a:cubicBezTo>
                      <a:pt x="487275" y="-19056"/>
                      <a:pt x="798552" y="19806"/>
                      <a:pt x="1326237" y="17774"/>
                    </a:cubicBezTo>
                    <a:cubicBezTo>
                      <a:pt x="1853922" y="15742"/>
                      <a:pt x="2046581" y="-3435"/>
                      <a:pt x="2492351" y="17774"/>
                    </a:cubicBezTo>
                    <a:cubicBezTo>
                      <a:pt x="2938121" y="38983"/>
                      <a:pt x="3624302" y="-31248"/>
                      <a:pt x="3932785" y="17774"/>
                    </a:cubicBezTo>
                    <a:cubicBezTo>
                      <a:pt x="4241268" y="66796"/>
                      <a:pt x="4767556" y="-8388"/>
                      <a:pt x="5236059" y="17774"/>
                    </a:cubicBezTo>
                    <a:cubicBezTo>
                      <a:pt x="5704562" y="43936"/>
                      <a:pt x="6134457" y="32379"/>
                      <a:pt x="6882233" y="17774"/>
                    </a:cubicBezTo>
                    <a:cubicBezTo>
                      <a:pt x="6889980" y="529076"/>
                      <a:pt x="6865088" y="702812"/>
                      <a:pt x="6882233" y="1236974"/>
                    </a:cubicBezTo>
                    <a:cubicBezTo>
                      <a:pt x="6580862" y="1211574"/>
                      <a:pt x="5839182" y="1209669"/>
                      <a:pt x="5441799" y="1236974"/>
                    </a:cubicBezTo>
                    <a:cubicBezTo>
                      <a:pt x="5044416" y="1264279"/>
                      <a:pt x="4496030" y="1305935"/>
                      <a:pt x="4001365" y="1236974"/>
                    </a:cubicBezTo>
                    <a:cubicBezTo>
                      <a:pt x="3506700" y="1168013"/>
                      <a:pt x="3006193" y="1197477"/>
                      <a:pt x="2560931" y="1236974"/>
                    </a:cubicBezTo>
                    <a:cubicBezTo>
                      <a:pt x="2115669" y="1276471"/>
                      <a:pt x="660122" y="1281551"/>
                      <a:pt x="23090" y="1236974"/>
                    </a:cubicBezTo>
                    <a:cubicBezTo>
                      <a:pt x="-28091" y="862578"/>
                      <a:pt x="21566" y="365500"/>
                      <a:pt x="23090" y="17774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7" name="Freeform 57"/>
              <p:cNvSpPr/>
              <p:nvPr/>
            </p:nvSpPr>
            <p:spPr>
              <a:xfrm>
                <a:off x="54884" y="33432"/>
                <a:ext cx="6862214" cy="1286072"/>
              </a:xfrm>
              <a:custGeom>
                <a:avLst/>
                <a:gdLst/>
                <a:ahLst/>
                <a:cxnLst/>
                <a:rect l="l" t="t" r="r" b="b"/>
                <a:pathLst>
                  <a:path w="6862214" h="1286072">
                    <a:moveTo>
                      <a:pt x="2266" y="23718"/>
                    </a:moveTo>
                    <a:cubicBezTo>
                      <a:pt x="326751" y="74264"/>
                      <a:pt x="759440" y="20670"/>
                      <a:pt x="1236960" y="23718"/>
                    </a:cubicBezTo>
                    <a:cubicBezTo>
                      <a:pt x="1714480" y="26766"/>
                      <a:pt x="1983466" y="58135"/>
                      <a:pt x="2471654" y="23718"/>
                    </a:cubicBezTo>
                    <a:cubicBezTo>
                      <a:pt x="2959842" y="-10699"/>
                      <a:pt x="3403961" y="-4984"/>
                      <a:pt x="3637768" y="23718"/>
                    </a:cubicBezTo>
                    <a:cubicBezTo>
                      <a:pt x="3871575" y="52420"/>
                      <a:pt x="4459839" y="-29495"/>
                      <a:pt x="5009622" y="23718"/>
                    </a:cubicBezTo>
                    <a:cubicBezTo>
                      <a:pt x="5559405" y="76931"/>
                      <a:pt x="6422878" y="65755"/>
                      <a:pt x="6861536" y="23718"/>
                    </a:cubicBezTo>
                    <a:cubicBezTo>
                      <a:pt x="6868775" y="449803"/>
                      <a:pt x="6814546" y="695548"/>
                      <a:pt x="6861536" y="1242918"/>
                    </a:cubicBezTo>
                    <a:cubicBezTo>
                      <a:pt x="6527145" y="1257523"/>
                      <a:pt x="5728315" y="1179926"/>
                      <a:pt x="5352522" y="1242918"/>
                    </a:cubicBezTo>
                    <a:cubicBezTo>
                      <a:pt x="4976729" y="1305910"/>
                      <a:pt x="4768449" y="1294734"/>
                      <a:pt x="4186408" y="1242918"/>
                    </a:cubicBezTo>
                    <a:cubicBezTo>
                      <a:pt x="3604367" y="1191102"/>
                      <a:pt x="3362940" y="1243426"/>
                      <a:pt x="3020294" y="1242918"/>
                    </a:cubicBezTo>
                    <a:cubicBezTo>
                      <a:pt x="2677648" y="1242410"/>
                      <a:pt x="2363704" y="1240632"/>
                      <a:pt x="1785600" y="1242918"/>
                    </a:cubicBezTo>
                    <a:cubicBezTo>
                      <a:pt x="1207496" y="1245204"/>
                      <a:pt x="760583" y="1163924"/>
                      <a:pt x="2266" y="1242918"/>
                    </a:cubicBezTo>
                    <a:cubicBezTo>
                      <a:pt x="3028" y="812007"/>
                      <a:pt x="-3195" y="395828"/>
                      <a:pt x="2266" y="2371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8" name="Freeform 58"/>
              <p:cNvSpPr/>
              <p:nvPr/>
            </p:nvSpPr>
            <p:spPr>
              <a:xfrm>
                <a:off x="-23126" y="-17836"/>
                <a:ext cx="6997992" cy="1389039"/>
              </a:xfrm>
              <a:custGeom>
                <a:avLst/>
                <a:gdLst/>
                <a:ahLst/>
                <a:cxnLst/>
                <a:rect l="l" t="t" r="r" b="b"/>
                <a:pathLst>
                  <a:path w="6997992" h="1389039">
                    <a:moveTo>
                      <a:pt x="75704" y="17963"/>
                    </a:moveTo>
                    <a:cubicBezTo>
                      <a:pt x="371360" y="-5532"/>
                      <a:pt x="605802" y="1453"/>
                      <a:pt x="868819" y="9200"/>
                    </a:cubicBezTo>
                    <a:cubicBezTo>
                      <a:pt x="1023759" y="13772"/>
                      <a:pt x="1188732" y="18598"/>
                      <a:pt x="1383296" y="17836"/>
                    </a:cubicBezTo>
                    <a:cubicBezTo>
                      <a:pt x="1563763" y="17201"/>
                      <a:pt x="1704860" y="14407"/>
                      <a:pt x="1830717" y="11994"/>
                    </a:cubicBezTo>
                    <a:cubicBezTo>
                      <a:pt x="1931428" y="10089"/>
                      <a:pt x="2022487" y="8311"/>
                      <a:pt x="2115832" y="7930"/>
                    </a:cubicBezTo>
                    <a:cubicBezTo>
                      <a:pt x="2246261" y="7422"/>
                      <a:pt x="2380754" y="9708"/>
                      <a:pt x="2552331" y="17836"/>
                    </a:cubicBezTo>
                    <a:cubicBezTo>
                      <a:pt x="2745244" y="26980"/>
                      <a:pt x="2984766" y="18852"/>
                      <a:pt x="3221748" y="10724"/>
                    </a:cubicBezTo>
                    <a:cubicBezTo>
                      <a:pt x="3445649" y="2977"/>
                      <a:pt x="3667645" y="-4643"/>
                      <a:pt x="3839349" y="3485"/>
                    </a:cubicBezTo>
                    <a:cubicBezTo>
                      <a:pt x="3898150" y="6279"/>
                      <a:pt x="3952252" y="10978"/>
                      <a:pt x="3999115" y="18471"/>
                    </a:cubicBezTo>
                    <a:cubicBezTo>
                      <a:pt x="4157992" y="43744"/>
                      <a:pt x="4380115" y="34727"/>
                      <a:pt x="4631575" y="24186"/>
                    </a:cubicBezTo>
                    <a:cubicBezTo>
                      <a:pt x="4845062" y="15296"/>
                      <a:pt x="5076837" y="5517"/>
                      <a:pt x="5296674" y="17836"/>
                    </a:cubicBezTo>
                    <a:lnTo>
                      <a:pt x="5293499" y="74859"/>
                    </a:lnTo>
                    <a:lnTo>
                      <a:pt x="5296674" y="17836"/>
                    </a:lnTo>
                    <a:cubicBezTo>
                      <a:pt x="5726188" y="41839"/>
                      <a:pt x="6123190" y="33965"/>
                      <a:pt x="6769874" y="21138"/>
                    </a:cubicBezTo>
                    <a:cubicBezTo>
                      <a:pt x="6823976" y="20122"/>
                      <a:pt x="6880237" y="18979"/>
                      <a:pt x="6938276" y="17836"/>
                    </a:cubicBezTo>
                    <a:cubicBezTo>
                      <a:pt x="6953516" y="17582"/>
                      <a:pt x="6968121" y="23297"/>
                      <a:pt x="6979043" y="33838"/>
                    </a:cubicBezTo>
                    <a:cubicBezTo>
                      <a:pt x="6989965" y="44379"/>
                      <a:pt x="6996315" y="58857"/>
                      <a:pt x="6996442" y="74097"/>
                    </a:cubicBezTo>
                    <a:cubicBezTo>
                      <a:pt x="6999871" y="302316"/>
                      <a:pt x="6996950" y="463733"/>
                      <a:pt x="6994029" y="618927"/>
                    </a:cubicBezTo>
                    <a:cubicBezTo>
                      <a:pt x="6991362" y="763961"/>
                      <a:pt x="6988695" y="903407"/>
                      <a:pt x="6991489" y="1087938"/>
                    </a:cubicBezTo>
                    <a:cubicBezTo>
                      <a:pt x="6992378" y="1150295"/>
                      <a:pt x="6994029" y="1217732"/>
                      <a:pt x="6996442" y="1292281"/>
                    </a:cubicBezTo>
                    <a:cubicBezTo>
                      <a:pt x="6996950" y="1308537"/>
                      <a:pt x="6990473" y="1324285"/>
                      <a:pt x="6978662" y="1335588"/>
                    </a:cubicBezTo>
                    <a:cubicBezTo>
                      <a:pt x="6966851" y="1346891"/>
                      <a:pt x="6950722" y="1352479"/>
                      <a:pt x="6934466" y="1351082"/>
                    </a:cubicBezTo>
                    <a:cubicBezTo>
                      <a:pt x="6636397" y="1326063"/>
                      <a:pt x="5897765" y="1324031"/>
                      <a:pt x="5502795" y="1351209"/>
                    </a:cubicBezTo>
                    <a:cubicBezTo>
                      <a:pt x="5488571" y="1352225"/>
                      <a:pt x="5474093" y="1353241"/>
                      <a:pt x="5459361" y="1354257"/>
                    </a:cubicBezTo>
                    <a:cubicBezTo>
                      <a:pt x="5444248" y="1355273"/>
                      <a:pt x="5429008" y="1356289"/>
                      <a:pt x="5413641" y="1357432"/>
                    </a:cubicBezTo>
                    <a:cubicBezTo>
                      <a:pt x="5026418" y="1383975"/>
                      <a:pt x="4516005" y="1415725"/>
                      <a:pt x="4050550" y="1350828"/>
                    </a:cubicBezTo>
                    <a:lnTo>
                      <a:pt x="4058424" y="1294186"/>
                    </a:lnTo>
                    <a:lnTo>
                      <a:pt x="4050550" y="1350828"/>
                    </a:lnTo>
                    <a:cubicBezTo>
                      <a:pt x="3562743" y="1282883"/>
                      <a:pt x="3067570" y="1311712"/>
                      <a:pt x="2623070" y="1351209"/>
                    </a:cubicBezTo>
                    <a:cubicBezTo>
                      <a:pt x="2174252" y="1390960"/>
                      <a:pt x="715530" y="1396040"/>
                      <a:pt x="76212" y="1351336"/>
                    </a:cubicBezTo>
                    <a:cubicBezTo>
                      <a:pt x="49161" y="1349431"/>
                      <a:pt x="27190" y="1328857"/>
                      <a:pt x="23634" y="1302060"/>
                    </a:cubicBezTo>
                    <a:cubicBezTo>
                      <a:pt x="-12815" y="1035487"/>
                      <a:pt x="774" y="710240"/>
                      <a:pt x="12585" y="424236"/>
                    </a:cubicBezTo>
                    <a:cubicBezTo>
                      <a:pt x="17792" y="297998"/>
                      <a:pt x="22618" y="179380"/>
                      <a:pt x="23126" y="74732"/>
                    </a:cubicBezTo>
                    <a:cubicBezTo>
                      <a:pt x="23253" y="45014"/>
                      <a:pt x="46113" y="20376"/>
                      <a:pt x="75704" y="17963"/>
                    </a:cubicBezTo>
                    <a:moveTo>
                      <a:pt x="84721" y="131882"/>
                    </a:moveTo>
                    <a:lnTo>
                      <a:pt x="80276" y="74986"/>
                    </a:lnTo>
                    <a:lnTo>
                      <a:pt x="137426" y="75240"/>
                    </a:lnTo>
                    <a:cubicBezTo>
                      <a:pt x="136918" y="182428"/>
                      <a:pt x="131965" y="303332"/>
                      <a:pt x="126758" y="428935"/>
                    </a:cubicBezTo>
                    <a:cubicBezTo>
                      <a:pt x="114820" y="717987"/>
                      <a:pt x="102120" y="1032185"/>
                      <a:pt x="136918" y="1286439"/>
                    </a:cubicBezTo>
                    <a:lnTo>
                      <a:pt x="80276" y="1294186"/>
                    </a:lnTo>
                    <a:lnTo>
                      <a:pt x="84213" y="1237163"/>
                    </a:lnTo>
                    <a:cubicBezTo>
                      <a:pt x="718832" y="1281486"/>
                      <a:pt x="2171458" y="1276406"/>
                      <a:pt x="2613037" y="1237290"/>
                    </a:cubicBezTo>
                    <a:lnTo>
                      <a:pt x="2618117" y="1294186"/>
                    </a:lnTo>
                    <a:lnTo>
                      <a:pt x="2613037" y="1237290"/>
                    </a:lnTo>
                    <a:cubicBezTo>
                      <a:pt x="3058934" y="1197793"/>
                      <a:pt x="3564902" y="1167694"/>
                      <a:pt x="4066425" y="1237671"/>
                    </a:cubicBezTo>
                    <a:cubicBezTo>
                      <a:pt x="4518291" y="1300663"/>
                      <a:pt x="5017401" y="1270056"/>
                      <a:pt x="5405894" y="1243386"/>
                    </a:cubicBezTo>
                    <a:cubicBezTo>
                      <a:pt x="5421261" y="1242370"/>
                      <a:pt x="5436501" y="1241227"/>
                      <a:pt x="5451614" y="1240211"/>
                    </a:cubicBezTo>
                    <a:cubicBezTo>
                      <a:pt x="5466346" y="1239195"/>
                      <a:pt x="5480824" y="1238179"/>
                      <a:pt x="5495048" y="1237163"/>
                    </a:cubicBezTo>
                    <a:lnTo>
                      <a:pt x="5498985" y="1294186"/>
                    </a:lnTo>
                    <a:lnTo>
                      <a:pt x="5495048" y="1237163"/>
                    </a:lnTo>
                    <a:cubicBezTo>
                      <a:pt x="5894717" y="1209731"/>
                      <a:pt x="6639318" y="1211636"/>
                      <a:pt x="6944118" y="1237290"/>
                    </a:cubicBezTo>
                    <a:lnTo>
                      <a:pt x="6939292" y="1294186"/>
                    </a:lnTo>
                    <a:lnTo>
                      <a:pt x="6882142" y="1295964"/>
                    </a:lnTo>
                    <a:cubicBezTo>
                      <a:pt x="6879729" y="1220780"/>
                      <a:pt x="6878205" y="1152708"/>
                      <a:pt x="6877189" y="1089716"/>
                    </a:cubicBezTo>
                    <a:cubicBezTo>
                      <a:pt x="6874395" y="903026"/>
                      <a:pt x="6876935" y="761929"/>
                      <a:pt x="6879729" y="616768"/>
                    </a:cubicBezTo>
                    <a:cubicBezTo>
                      <a:pt x="6882650" y="461701"/>
                      <a:pt x="6885571" y="301935"/>
                      <a:pt x="6882142" y="75748"/>
                    </a:cubicBezTo>
                    <a:lnTo>
                      <a:pt x="6939292" y="74859"/>
                    </a:lnTo>
                    <a:lnTo>
                      <a:pt x="6940435" y="132009"/>
                    </a:lnTo>
                    <a:cubicBezTo>
                      <a:pt x="6882396" y="133152"/>
                      <a:pt x="6826135" y="134295"/>
                      <a:pt x="6771779" y="135311"/>
                    </a:cubicBezTo>
                    <a:cubicBezTo>
                      <a:pt x="6126238" y="148138"/>
                      <a:pt x="5724664" y="156139"/>
                      <a:pt x="5289943" y="131882"/>
                    </a:cubicBezTo>
                    <a:cubicBezTo>
                      <a:pt x="5076710" y="119944"/>
                      <a:pt x="4850650" y="129342"/>
                      <a:pt x="4636020" y="138359"/>
                    </a:cubicBezTo>
                    <a:cubicBezTo>
                      <a:pt x="4389386" y="148646"/>
                      <a:pt x="4153801" y="158806"/>
                      <a:pt x="3980954" y="131247"/>
                    </a:cubicBezTo>
                    <a:lnTo>
                      <a:pt x="3989971" y="74859"/>
                    </a:lnTo>
                    <a:lnTo>
                      <a:pt x="3980954" y="131247"/>
                    </a:lnTo>
                    <a:cubicBezTo>
                      <a:pt x="3939679" y="124643"/>
                      <a:pt x="3890149" y="120325"/>
                      <a:pt x="3833761" y="117531"/>
                    </a:cubicBezTo>
                    <a:cubicBezTo>
                      <a:pt x="3667899" y="109657"/>
                      <a:pt x="3451110" y="117023"/>
                      <a:pt x="3225558" y="124770"/>
                    </a:cubicBezTo>
                    <a:cubicBezTo>
                      <a:pt x="2990100" y="132898"/>
                      <a:pt x="2745371" y="141280"/>
                      <a:pt x="2546870" y="131882"/>
                    </a:cubicBezTo>
                    <a:lnTo>
                      <a:pt x="2549537" y="74859"/>
                    </a:lnTo>
                    <a:lnTo>
                      <a:pt x="2546870" y="131882"/>
                    </a:lnTo>
                    <a:cubicBezTo>
                      <a:pt x="2377325" y="123754"/>
                      <a:pt x="2244737" y="121595"/>
                      <a:pt x="2116213" y="122103"/>
                    </a:cubicBezTo>
                    <a:cubicBezTo>
                      <a:pt x="2023884" y="122484"/>
                      <a:pt x="1933714" y="124135"/>
                      <a:pt x="1832876" y="126167"/>
                    </a:cubicBezTo>
                    <a:cubicBezTo>
                      <a:pt x="1707019" y="128580"/>
                      <a:pt x="1565160" y="131247"/>
                      <a:pt x="1383804" y="132009"/>
                    </a:cubicBezTo>
                    <a:lnTo>
                      <a:pt x="1383550" y="74859"/>
                    </a:lnTo>
                    <a:lnTo>
                      <a:pt x="1383804" y="132009"/>
                    </a:lnTo>
                    <a:cubicBezTo>
                      <a:pt x="1187208" y="132771"/>
                      <a:pt x="1020457" y="127818"/>
                      <a:pt x="865517" y="123373"/>
                    </a:cubicBezTo>
                    <a:cubicBezTo>
                      <a:pt x="602373" y="115626"/>
                      <a:pt x="373646" y="109022"/>
                      <a:pt x="84848" y="131882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9" name="Freeform 59"/>
              <p:cNvSpPr/>
              <p:nvPr/>
            </p:nvSpPr>
            <p:spPr>
              <a:xfrm>
                <a:off x="-2216" y="-23876"/>
                <a:ext cx="6976357" cy="1400294"/>
              </a:xfrm>
              <a:custGeom>
                <a:avLst/>
                <a:gdLst/>
                <a:ahLst/>
                <a:cxnLst/>
                <a:rect l="l" t="t" r="r" b="b"/>
                <a:pathLst>
                  <a:path w="6976357" h="1400294">
                    <a:moveTo>
                      <a:pt x="68129" y="24511"/>
                    </a:moveTo>
                    <a:cubicBezTo>
                      <a:pt x="266249" y="55372"/>
                      <a:pt x="507930" y="46228"/>
                      <a:pt x="784663" y="35560"/>
                    </a:cubicBezTo>
                    <a:cubicBezTo>
                      <a:pt x="945318" y="29337"/>
                      <a:pt x="1116768" y="22733"/>
                      <a:pt x="1294441" y="23876"/>
                    </a:cubicBezTo>
                    <a:lnTo>
                      <a:pt x="1294060" y="81026"/>
                    </a:lnTo>
                    <a:lnTo>
                      <a:pt x="1294441" y="23876"/>
                    </a:lnTo>
                    <a:cubicBezTo>
                      <a:pt x="1449127" y="24892"/>
                      <a:pt x="1582096" y="28829"/>
                      <a:pt x="1707064" y="32512"/>
                    </a:cubicBezTo>
                    <a:cubicBezTo>
                      <a:pt x="1819078" y="35814"/>
                      <a:pt x="1924361" y="38989"/>
                      <a:pt x="2033962" y="39624"/>
                    </a:cubicBezTo>
                    <a:cubicBezTo>
                      <a:pt x="2181409" y="40640"/>
                      <a:pt x="2336476" y="37211"/>
                      <a:pt x="2524690" y="23876"/>
                    </a:cubicBezTo>
                    <a:lnTo>
                      <a:pt x="2528754" y="80899"/>
                    </a:lnTo>
                    <a:lnTo>
                      <a:pt x="2524690" y="23876"/>
                    </a:lnTo>
                    <a:cubicBezTo>
                      <a:pt x="3014529" y="-10668"/>
                      <a:pt x="3462839" y="-5207"/>
                      <a:pt x="3701726" y="24130"/>
                    </a:cubicBezTo>
                    <a:lnTo>
                      <a:pt x="3694741" y="80899"/>
                    </a:lnTo>
                    <a:lnTo>
                      <a:pt x="3701726" y="24130"/>
                    </a:lnTo>
                    <a:cubicBezTo>
                      <a:pt x="3792658" y="35306"/>
                      <a:pt x="3944550" y="28702"/>
                      <a:pt x="4138225" y="19939"/>
                    </a:cubicBezTo>
                    <a:cubicBezTo>
                      <a:pt x="4406957" y="7747"/>
                      <a:pt x="4745793" y="-7620"/>
                      <a:pt x="5072056" y="24003"/>
                    </a:cubicBezTo>
                    <a:lnTo>
                      <a:pt x="5066595" y="80899"/>
                    </a:lnTo>
                    <a:lnTo>
                      <a:pt x="5072056" y="24003"/>
                    </a:lnTo>
                    <a:cubicBezTo>
                      <a:pt x="5617775" y="76835"/>
                      <a:pt x="6477692" y="65786"/>
                      <a:pt x="6913048" y="24003"/>
                    </a:cubicBezTo>
                    <a:cubicBezTo>
                      <a:pt x="6928923" y="22479"/>
                      <a:pt x="6944671" y="27686"/>
                      <a:pt x="6956609" y="38227"/>
                    </a:cubicBezTo>
                    <a:cubicBezTo>
                      <a:pt x="6968547" y="48768"/>
                      <a:pt x="6975405" y="63881"/>
                      <a:pt x="6975659" y="79883"/>
                    </a:cubicBezTo>
                    <a:cubicBezTo>
                      <a:pt x="6978453" y="242824"/>
                      <a:pt x="6972357" y="379603"/>
                      <a:pt x="6966261" y="514985"/>
                    </a:cubicBezTo>
                    <a:cubicBezTo>
                      <a:pt x="6960165" y="651002"/>
                      <a:pt x="6954196" y="785495"/>
                      <a:pt x="6956990" y="946150"/>
                    </a:cubicBezTo>
                    <a:cubicBezTo>
                      <a:pt x="6958768" y="1049274"/>
                      <a:pt x="6964102" y="1163320"/>
                      <a:pt x="6975405" y="1295146"/>
                    </a:cubicBezTo>
                    <a:cubicBezTo>
                      <a:pt x="6976675" y="1310640"/>
                      <a:pt x="6971722" y="1326007"/>
                      <a:pt x="6961435" y="1337691"/>
                    </a:cubicBezTo>
                    <a:cubicBezTo>
                      <a:pt x="6951148" y="1349375"/>
                      <a:pt x="6936543" y="1356360"/>
                      <a:pt x="6921049" y="1357122"/>
                    </a:cubicBezTo>
                    <a:cubicBezTo>
                      <a:pt x="6793160" y="1362710"/>
                      <a:pt x="6600374" y="1355090"/>
                      <a:pt x="6392983" y="1346962"/>
                    </a:cubicBezTo>
                    <a:cubicBezTo>
                      <a:pt x="6138729" y="1337056"/>
                      <a:pt x="5860345" y="1326134"/>
                      <a:pt x="5638222" y="1335913"/>
                    </a:cubicBezTo>
                    <a:cubicBezTo>
                      <a:pt x="5554529" y="1339596"/>
                      <a:pt x="5480234" y="1346073"/>
                      <a:pt x="5419020" y="1356360"/>
                    </a:cubicBezTo>
                    <a:lnTo>
                      <a:pt x="5409622" y="1299972"/>
                    </a:lnTo>
                    <a:lnTo>
                      <a:pt x="5419020" y="1356360"/>
                    </a:lnTo>
                    <a:cubicBezTo>
                      <a:pt x="5035480" y="1420622"/>
                      <a:pt x="4820977" y="1408811"/>
                      <a:pt x="4238428" y="1356868"/>
                    </a:cubicBezTo>
                    <a:lnTo>
                      <a:pt x="4243508" y="1299972"/>
                    </a:lnTo>
                    <a:lnTo>
                      <a:pt x="4238428" y="1356868"/>
                    </a:lnTo>
                    <a:cubicBezTo>
                      <a:pt x="3848284" y="1322070"/>
                      <a:pt x="3613461" y="1334643"/>
                      <a:pt x="3395402" y="1346327"/>
                    </a:cubicBezTo>
                    <a:cubicBezTo>
                      <a:pt x="3291262" y="1351915"/>
                      <a:pt x="3189662" y="1357249"/>
                      <a:pt x="3077267" y="1357122"/>
                    </a:cubicBezTo>
                    <a:cubicBezTo>
                      <a:pt x="3003988" y="1356995"/>
                      <a:pt x="2931979" y="1356868"/>
                      <a:pt x="2858319" y="1356614"/>
                    </a:cubicBezTo>
                    <a:cubicBezTo>
                      <a:pt x="2781484" y="1356487"/>
                      <a:pt x="2702998" y="1356233"/>
                      <a:pt x="2619686" y="1356106"/>
                    </a:cubicBezTo>
                    <a:cubicBezTo>
                      <a:pt x="2409628" y="1355725"/>
                      <a:pt x="2168074" y="1355725"/>
                      <a:pt x="1842954" y="1357122"/>
                    </a:cubicBezTo>
                    <a:lnTo>
                      <a:pt x="1842700" y="1299972"/>
                    </a:lnTo>
                    <a:lnTo>
                      <a:pt x="1842954" y="1357122"/>
                    </a:lnTo>
                    <a:cubicBezTo>
                      <a:pt x="1645342" y="1357884"/>
                      <a:pt x="1462970" y="1348994"/>
                      <a:pt x="1280217" y="1340104"/>
                    </a:cubicBezTo>
                    <a:cubicBezTo>
                      <a:pt x="1092638" y="1330960"/>
                      <a:pt x="904424" y="1321816"/>
                      <a:pt x="695636" y="1322578"/>
                    </a:cubicBezTo>
                    <a:cubicBezTo>
                      <a:pt x="506914" y="1323340"/>
                      <a:pt x="301428" y="1332230"/>
                      <a:pt x="65335" y="1356868"/>
                    </a:cubicBezTo>
                    <a:cubicBezTo>
                      <a:pt x="49206" y="1358519"/>
                      <a:pt x="33204" y="1353312"/>
                      <a:pt x="21139" y="1342390"/>
                    </a:cubicBezTo>
                    <a:cubicBezTo>
                      <a:pt x="9074" y="1331468"/>
                      <a:pt x="2216" y="1316355"/>
                      <a:pt x="2216" y="1300099"/>
                    </a:cubicBezTo>
                    <a:cubicBezTo>
                      <a:pt x="2470" y="1136523"/>
                      <a:pt x="1835" y="974979"/>
                      <a:pt x="1073" y="816864"/>
                    </a:cubicBezTo>
                    <a:cubicBezTo>
                      <a:pt x="438" y="666115"/>
                      <a:pt x="-197" y="518414"/>
                      <a:pt x="57" y="375666"/>
                    </a:cubicBezTo>
                    <a:cubicBezTo>
                      <a:pt x="184" y="274701"/>
                      <a:pt x="819" y="176022"/>
                      <a:pt x="2216" y="80137"/>
                    </a:cubicBezTo>
                    <a:cubicBezTo>
                      <a:pt x="2470" y="63627"/>
                      <a:pt x="9836" y="48006"/>
                      <a:pt x="22536" y="37338"/>
                    </a:cubicBezTo>
                    <a:cubicBezTo>
                      <a:pt x="35236" y="26670"/>
                      <a:pt x="51746" y="21971"/>
                      <a:pt x="68129" y="24511"/>
                    </a:cubicBezTo>
                    <a:moveTo>
                      <a:pt x="50603" y="137541"/>
                    </a:moveTo>
                    <a:lnTo>
                      <a:pt x="59366" y="81026"/>
                    </a:lnTo>
                    <a:lnTo>
                      <a:pt x="116516" y="81915"/>
                    </a:lnTo>
                    <a:cubicBezTo>
                      <a:pt x="115119" y="177165"/>
                      <a:pt x="114484" y="275336"/>
                      <a:pt x="114357" y="375920"/>
                    </a:cubicBezTo>
                    <a:cubicBezTo>
                      <a:pt x="114103" y="518287"/>
                      <a:pt x="114738" y="665607"/>
                      <a:pt x="115373" y="816483"/>
                    </a:cubicBezTo>
                    <a:cubicBezTo>
                      <a:pt x="116008" y="974471"/>
                      <a:pt x="116770" y="1136396"/>
                      <a:pt x="116516" y="1300353"/>
                    </a:cubicBezTo>
                    <a:lnTo>
                      <a:pt x="59366" y="1300226"/>
                    </a:lnTo>
                    <a:lnTo>
                      <a:pt x="53397" y="1243330"/>
                    </a:lnTo>
                    <a:cubicBezTo>
                      <a:pt x="293554" y="1218311"/>
                      <a:pt x="502977" y="1209167"/>
                      <a:pt x="695128" y="1208532"/>
                    </a:cubicBezTo>
                    <a:cubicBezTo>
                      <a:pt x="907345" y="1207643"/>
                      <a:pt x="1098480" y="1217041"/>
                      <a:pt x="1285805" y="1226185"/>
                    </a:cubicBezTo>
                    <a:cubicBezTo>
                      <a:pt x="1468939" y="1235075"/>
                      <a:pt x="1648390" y="1243838"/>
                      <a:pt x="1842573" y="1243076"/>
                    </a:cubicBezTo>
                    <a:cubicBezTo>
                      <a:pt x="2167947" y="1241806"/>
                      <a:pt x="2409628" y="1241806"/>
                      <a:pt x="2619940" y="1242060"/>
                    </a:cubicBezTo>
                    <a:cubicBezTo>
                      <a:pt x="2703379" y="1242187"/>
                      <a:pt x="2781992" y="1242314"/>
                      <a:pt x="2858700" y="1242568"/>
                    </a:cubicBezTo>
                    <a:cubicBezTo>
                      <a:pt x="2932233" y="1242695"/>
                      <a:pt x="3004242" y="1242949"/>
                      <a:pt x="3077521" y="1243076"/>
                    </a:cubicBezTo>
                    <a:lnTo>
                      <a:pt x="3077394" y="1300226"/>
                    </a:lnTo>
                    <a:lnTo>
                      <a:pt x="3077521" y="1243076"/>
                    </a:lnTo>
                    <a:cubicBezTo>
                      <a:pt x="3186360" y="1243203"/>
                      <a:pt x="3284785" y="1237996"/>
                      <a:pt x="3389306" y="1232408"/>
                    </a:cubicBezTo>
                    <a:cubicBezTo>
                      <a:pt x="3609270" y="1220724"/>
                      <a:pt x="3850443" y="1207770"/>
                      <a:pt x="4248461" y="1243330"/>
                    </a:cubicBezTo>
                    <a:cubicBezTo>
                      <a:pt x="4829867" y="1295146"/>
                      <a:pt x="5031924" y="1305560"/>
                      <a:pt x="5399970" y="1243838"/>
                    </a:cubicBezTo>
                    <a:cubicBezTo>
                      <a:pt x="5467661" y="1232535"/>
                      <a:pt x="5547036" y="1225677"/>
                      <a:pt x="5633142" y="1221867"/>
                    </a:cubicBezTo>
                    <a:cubicBezTo>
                      <a:pt x="5860980" y="1211961"/>
                      <a:pt x="6144571" y="1223010"/>
                      <a:pt x="6397428" y="1232916"/>
                    </a:cubicBezTo>
                    <a:cubicBezTo>
                      <a:pt x="6606978" y="1241171"/>
                      <a:pt x="6793922" y="1248410"/>
                      <a:pt x="6915969" y="1243076"/>
                    </a:cubicBezTo>
                    <a:lnTo>
                      <a:pt x="6918509" y="1300226"/>
                    </a:lnTo>
                    <a:lnTo>
                      <a:pt x="6861613" y="1305052"/>
                    </a:lnTo>
                    <a:cubicBezTo>
                      <a:pt x="6850056" y="1170559"/>
                      <a:pt x="6844595" y="1053973"/>
                      <a:pt x="6842817" y="948182"/>
                    </a:cubicBezTo>
                    <a:cubicBezTo>
                      <a:pt x="6840023" y="783590"/>
                      <a:pt x="6846119" y="645795"/>
                      <a:pt x="6852215" y="509905"/>
                    </a:cubicBezTo>
                    <a:cubicBezTo>
                      <a:pt x="6858311" y="374396"/>
                      <a:pt x="6864153" y="240792"/>
                      <a:pt x="6861486" y="81915"/>
                    </a:cubicBezTo>
                    <a:lnTo>
                      <a:pt x="6918636" y="80899"/>
                    </a:lnTo>
                    <a:lnTo>
                      <a:pt x="6924097" y="137795"/>
                    </a:lnTo>
                    <a:cubicBezTo>
                      <a:pt x="6482137" y="180213"/>
                      <a:pt x="5614854" y="191389"/>
                      <a:pt x="5061134" y="137795"/>
                    </a:cubicBezTo>
                    <a:cubicBezTo>
                      <a:pt x="4744269" y="107188"/>
                      <a:pt x="4413307" y="121920"/>
                      <a:pt x="4143432" y="134112"/>
                    </a:cubicBezTo>
                    <a:cubicBezTo>
                      <a:pt x="3954964" y="142621"/>
                      <a:pt x="3790880" y="150241"/>
                      <a:pt x="3687883" y="137541"/>
                    </a:cubicBezTo>
                    <a:cubicBezTo>
                      <a:pt x="3459283" y="109474"/>
                      <a:pt x="3019101" y="103505"/>
                      <a:pt x="2532818" y="137795"/>
                    </a:cubicBezTo>
                    <a:cubicBezTo>
                      <a:pt x="2341429" y="151257"/>
                      <a:pt x="2183314" y="154813"/>
                      <a:pt x="2033327" y="153797"/>
                    </a:cubicBezTo>
                    <a:cubicBezTo>
                      <a:pt x="1922202" y="153035"/>
                      <a:pt x="1815522" y="149860"/>
                      <a:pt x="1703762" y="146558"/>
                    </a:cubicBezTo>
                    <a:cubicBezTo>
                      <a:pt x="1578794" y="142875"/>
                      <a:pt x="1446968" y="138938"/>
                      <a:pt x="1293806" y="137922"/>
                    </a:cubicBezTo>
                    <a:cubicBezTo>
                      <a:pt x="1119181" y="136779"/>
                      <a:pt x="950271" y="143256"/>
                      <a:pt x="789235" y="149479"/>
                    </a:cubicBezTo>
                    <a:cubicBezTo>
                      <a:pt x="516058" y="160020"/>
                      <a:pt x="262058" y="170053"/>
                      <a:pt x="50730" y="137160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0" y="-19050"/>
                <a:ext cx="6973436" cy="1352550"/>
              </a:xfrm>
              <a:prstGeom prst="rect">
                <a:avLst/>
              </a:prstGeom>
            </p:spPr>
            <p:txBody>
              <a:bodyPr wrap="none" lIns="50800" tIns="50800" rIns="50800" bIns="50800" rtlCol="0" anchor="ctr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>
                    <a:solidFill>
                      <a:srgbClr val="FFFFFF"/>
                    </a:solidFill>
                    <a:latin typeface="Arimo"/>
                    <a:ea typeface="맑은 고딕"/>
                    <a:cs typeface="Arimo"/>
                    <a:sym typeface="Arimo"/>
                  </a:rPr>
                  <a:t>네 가지 색의 과일들 개수 확인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50610" y="4346716"/>
              <a:ext cx="6973436" cy="1333500"/>
              <a:chOff x="0" y="0"/>
              <a:chExt cx="6973436" cy="133350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34187" y="39376"/>
                <a:ext cx="6883772" cy="1274632"/>
              </a:xfrm>
              <a:custGeom>
                <a:avLst/>
                <a:gdLst/>
                <a:ahLst/>
                <a:cxnLst/>
                <a:rect l="l" t="t" r="r" b="b"/>
                <a:pathLst>
                  <a:path w="6883772" h="1274632">
                    <a:moveTo>
                      <a:pt x="22963" y="17774"/>
                    </a:moveTo>
                    <a:cubicBezTo>
                      <a:pt x="487275" y="-19056"/>
                      <a:pt x="798552" y="19806"/>
                      <a:pt x="1326237" y="17774"/>
                    </a:cubicBezTo>
                    <a:cubicBezTo>
                      <a:pt x="1853922" y="15742"/>
                      <a:pt x="2046581" y="-3435"/>
                      <a:pt x="2492351" y="17774"/>
                    </a:cubicBezTo>
                    <a:cubicBezTo>
                      <a:pt x="2938121" y="38983"/>
                      <a:pt x="3624302" y="-31248"/>
                      <a:pt x="3932785" y="17774"/>
                    </a:cubicBezTo>
                    <a:cubicBezTo>
                      <a:pt x="4241268" y="66796"/>
                      <a:pt x="4767556" y="-8388"/>
                      <a:pt x="5236059" y="17774"/>
                    </a:cubicBezTo>
                    <a:cubicBezTo>
                      <a:pt x="5704562" y="43936"/>
                      <a:pt x="6134457" y="32379"/>
                      <a:pt x="6882233" y="17774"/>
                    </a:cubicBezTo>
                    <a:cubicBezTo>
                      <a:pt x="6889980" y="529076"/>
                      <a:pt x="6865088" y="702812"/>
                      <a:pt x="6882233" y="1236974"/>
                    </a:cubicBezTo>
                    <a:cubicBezTo>
                      <a:pt x="6580862" y="1211574"/>
                      <a:pt x="5839182" y="1209669"/>
                      <a:pt x="5441799" y="1236974"/>
                    </a:cubicBezTo>
                    <a:cubicBezTo>
                      <a:pt x="5044416" y="1264279"/>
                      <a:pt x="4496030" y="1305935"/>
                      <a:pt x="4001365" y="1236974"/>
                    </a:cubicBezTo>
                    <a:cubicBezTo>
                      <a:pt x="3506700" y="1168013"/>
                      <a:pt x="3006193" y="1197477"/>
                      <a:pt x="2560931" y="1236974"/>
                    </a:cubicBezTo>
                    <a:cubicBezTo>
                      <a:pt x="2115669" y="1276471"/>
                      <a:pt x="660122" y="1281551"/>
                      <a:pt x="23090" y="1236974"/>
                    </a:cubicBezTo>
                    <a:cubicBezTo>
                      <a:pt x="-28091" y="862578"/>
                      <a:pt x="21566" y="365500"/>
                      <a:pt x="23090" y="17774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3" name="Freeform 63"/>
              <p:cNvSpPr/>
              <p:nvPr/>
            </p:nvSpPr>
            <p:spPr>
              <a:xfrm>
                <a:off x="54884" y="33432"/>
                <a:ext cx="6862214" cy="1286072"/>
              </a:xfrm>
              <a:custGeom>
                <a:avLst/>
                <a:gdLst/>
                <a:ahLst/>
                <a:cxnLst/>
                <a:rect l="l" t="t" r="r" b="b"/>
                <a:pathLst>
                  <a:path w="6862214" h="1286072">
                    <a:moveTo>
                      <a:pt x="2266" y="23718"/>
                    </a:moveTo>
                    <a:cubicBezTo>
                      <a:pt x="326751" y="74264"/>
                      <a:pt x="759440" y="20670"/>
                      <a:pt x="1236960" y="23718"/>
                    </a:cubicBezTo>
                    <a:cubicBezTo>
                      <a:pt x="1714480" y="26766"/>
                      <a:pt x="1983466" y="58135"/>
                      <a:pt x="2471654" y="23718"/>
                    </a:cubicBezTo>
                    <a:cubicBezTo>
                      <a:pt x="2959842" y="-10699"/>
                      <a:pt x="3403961" y="-4984"/>
                      <a:pt x="3637768" y="23718"/>
                    </a:cubicBezTo>
                    <a:cubicBezTo>
                      <a:pt x="3871575" y="52420"/>
                      <a:pt x="4459839" y="-29495"/>
                      <a:pt x="5009622" y="23718"/>
                    </a:cubicBezTo>
                    <a:cubicBezTo>
                      <a:pt x="5559405" y="76931"/>
                      <a:pt x="6422878" y="65755"/>
                      <a:pt x="6861536" y="23718"/>
                    </a:cubicBezTo>
                    <a:cubicBezTo>
                      <a:pt x="6868775" y="449803"/>
                      <a:pt x="6814546" y="695548"/>
                      <a:pt x="6861536" y="1242918"/>
                    </a:cubicBezTo>
                    <a:cubicBezTo>
                      <a:pt x="6527145" y="1257523"/>
                      <a:pt x="5728315" y="1179926"/>
                      <a:pt x="5352522" y="1242918"/>
                    </a:cubicBezTo>
                    <a:cubicBezTo>
                      <a:pt x="4976729" y="1305910"/>
                      <a:pt x="4768449" y="1294734"/>
                      <a:pt x="4186408" y="1242918"/>
                    </a:cubicBezTo>
                    <a:cubicBezTo>
                      <a:pt x="3604367" y="1191102"/>
                      <a:pt x="3362940" y="1243426"/>
                      <a:pt x="3020294" y="1242918"/>
                    </a:cubicBezTo>
                    <a:cubicBezTo>
                      <a:pt x="2677648" y="1242410"/>
                      <a:pt x="2363704" y="1240632"/>
                      <a:pt x="1785600" y="1242918"/>
                    </a:cubicBezTo>
                    <a:cubicBezTo>
                      <a:pt x="1207496" y="1245204"/>
                      <a:pt x="760583" y="1163924"/>
                      <a:pt x="2266" y="1242918"/>
                    </a:cubicBezTo>
                    <a:cubicBezTo>
                      <a:pt x="3028" y="812007"/>
                      <a:pt x="-3195" y="395828"/>
                      <a:pt x="2266" y="2371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4" name="Freeform 64"/>
              <p:cNvSpPr/>
              <p:nvPr/>
            </p:nvSpPr>
            <p:spPr>
              <a:xfrm>
                <a:off x="-23126" y="-17836"/>
                <a:ext cx="6997992" cy="1389039"/>
              </a:xfrm>
              <a:custGeom>
                <a:avLst/>
                <a:gdLst/>
                <a:ahLst/>
                <a:cxnLst/>
                <a:rect l="l" t="t" r="r" b="b"/>
                <a:pathLst>
                  <a:path w="6997992" h="1389039">
                    <a:moveTo>
                      <a:pt x="75704" y="17963"/>
                    </a:moveTo>
                    <a:cubicBezTo>
                      <a:pt x="371360" y="-5532"/>
                      <a:pt x="605802" y="1453"/>
                      <a:pt x="868819" y="9200"/>
                    </a:cubicBezTo>
                    <a:cubicBezTo>
                      <a:pt x="1023759" y="13772"/>
                      <a:pt x="1188732" y="18598"/>
                      <a:pt x="1383296" y="17836"/>
                    </a:cubicBezTo>
                    <a:cubicBezTo>
                      <a:pt x="1563763" y="17201"/>
                      <a:pt x="1704860" y="14407"/>
                      <a:pt x="1830717" y="11994"/>
                    </a:cubicBezTo>
                    <a:cubicBezTo>
                      <a:pt x="1931428" y="10089"/>
                      <a:pt x="2022487" y="8311"/>
                      <a:pt x="2115832" y="7930"/>
                    </a:cubicBezTo>
                    <a:cubicBezTo>
                      <a:pt x="2246261" y="7422"/>
                      <a:pt x="2380754" y="9708"/>
                      <a:pt x="2552331" y="17836"/>
                    </a:cubicBezTo>
                    <a:cubicBezTo>
                      <a:pt x="2745244" y="26980"/>
                      <a:pt x="2984766" y="18852"/>
                      <a:pt x="3221748" y="10724"/>
                    </a:cubicBezTo>
                    <a:cubicBezTo>
                      <a:pt x="3445649" y="2977"/>
                      <a:pt x="3667645" y="-4643"/>
                      <a:pt x="3839349" y="3485"/>
                    </a:cubicBezTo>
                    <a:cubicBezTo>
                      <a:pt x="3898150" y="6279"/>
                      <a:pt x="3952252" y="10978"/>
                      <a:pt x="3999115" y="18471"/>
                    </a:cubicBezTo>
                    <a:cubicBezTo>
                      <a:pt x="4157992" y="43744"/>
                      <a:pt x="4380115" y="34727"/>
                      <a:pt x="4631575" y="24186"/>
                    </a:cubicBezTo>
                    <a:cubicBezTo>
                      <a:pt x="4845062" y="15296"/>
                      <a:pt x="5076837" y="5517"/>
                      <a:pt x="5296674" y="17836"/>
                    </a:cubicBezTo>
                    <a:lnTo>
                      <a:pt x="5293499" y="74859"/>
                    </a:lnTo>
                    <a:lnTo>
                      <a:pt x="5296674" y="17836"/>
                    </a:lnTo>
                    <a:cubicBezTo>
                      <a:pt x="5726188" y="41839"/>
                      <a:pt x="6123190" y="33965"/>
                      <a:pt x="6769874" y="21138"/>
                    </a:cubicBezTo>
                    <a:cubicBezTo>
                      <a:pt x="6823976" y="20122"/>
                      <a:pt x="6880237" y="18979"/>
                      <a:pt x="6938276" y="17836"/>
                    </a:cubicBezTo>
                    <a:cubicBezTo>
                      <a:pt x="6953516" y="17582"/>
                      <a:pt x="6968121" y="23297"/>
                      <a:pt x="6979043" y="33838"/>
                    </a:cubicBezTo>
                    <a:cubicBezTo>
                      <a:pt x="6989965" y="44379"/>
                      <a:pt x="6996315" y="58857"/>
                      <a:pt x="6996442" y="74097"/>
                    </a:cubicBezTo>
                    <a:cubicBezTo>
                      <a:pt x="6999871" y="302316"/>
                      <a:pt x="6996950" y="463733"/>
                      <a:pt x="6994029" y="618927"/>
                    </a:cubicBezTo>
                    <a:cubicBezTo>
                      <a:pt x="6991362" y="763961"/>
                      <a:pt x="6988695" y="903407"/>
                      <a:pt x="6991489" y="1087938"/>
                    </a:cubicBezTo>
                    <a:cubicBezTo>
                      <a:pt x="6992378" y="1150295"/>
                      <a:pt x="6994029" y="1217732"/>
                      <a:pt x="6996442" y="1292281"/>
                    </a:cubicBezTo>
                    <a:cubicBezTo>
                      <a:pt x="6996950" y="1308537"/>
                      <a:pt x="6990473" y="1324285"/>
                      <a:pt x="6978662" y="1335588"/>
                    </a:cubicBezTo>
                    <a:cubicBezTo>
                      <a:pt x="6966851" y="1346891"/>
                      <a:pt x="6950722" y="1352479"/>
                      <a:pt x="6934466" y="1351082"/>
                    </a:cubicBezTo>
                    <a:cubicBezTo>
                      <a:pt x="6636397" y="1326063"/>
                      <a:pt x="5897765" y="1324031"/>
                      <a:pt x="5502795" y="1351209"/>
                    </a:cubicBezTo>
                    <a:cubicBezTo>
                      <a:pt x="5488571" y="1352225"/>
                      <a:pt x="5474093" y="1353241"/>
                      <a:pt x="5459361" y="1354257"/>
                    </a:cubicBezTo>
                    <a:cubicBezTo>
                      <a:pt x="5444248" y="1355273"/>
                      <a:pt x="5429008" y="1356289"/>
                      <a:pt x="5413641" y="1357432"/>
                    </a:cubicBezTo>
                    <a:cubicBezTo>
                      <a:pt x="5026418" y="1383975"/>
                      <a:pt x="4516005" y="1415725"/>
                      <a:pt x="4050550" y="1350828"/>
                    </a:cubicBezTo>
                    <a:lnTo>
                      <a:pt x="4058424" y="1294186"/>
                    </a:lnTo>
                    <a:lnTo>
                      <a:pt x="4050550" y="1350828"/>
                    </a:lnTo>
                    <a:cubicBezTo>
                      <a:pt x="3562743" y="1282883"/>
                      <a:pt x="3067570" y="1311712"/>
                      <a:pt x="2623070" y="1351209"/>
                    </a:cubicBezTo>
                    <a:cubicBezTo>
                      <a:pt x="2174252" y="1390960"/>
                      <a:pt x="715530" y="1396040"/>
                      <a:pt x="76212" y="1351336"/>
                    </a:cubicBezTo>
                    <a:cubicBezTo>
                      <a:pt x="49161" y="1349431"/>
                      <a:pt x="27190" y="1328857"/>
                      <a:pt x="23634" y="1302060"/>
                    </a:cubicBezTo>
                    <a:cubicBezTo>
                      <a:pt x="-12815" y="1035487"/>
                      <a:pt x="774" y="710240"/>
                      <a:pt x="12585" y="424236"/>
                    </a:cubicBezTo>
                    <a:cubicBezTo>
                      <a:pt x="17792" y="297998"/>
                      <a:pt x="22618" y="179380"/>
                      <a:pt x="23126" y="74732"/>
                    </a:cubicBezTo>
                    <a:cubicBezTo>
                      <a:pt x="23253" y="45014"/>
                      <a:pt x="46113" y="20376"/>
                      <a:pt x="75704" y="17963"/>
                    </a:cubicBezTo>
                    <a:moveTo>
                      <a:pt x="84721" y="131882"/>
                    </a:moveTo>
                    <a:lnTo>
                      <a:pt x="80276" y="74986"/>
                    </a:lnTo>
                    <a:lnTo>
                      <a:pt x="137426" y="75240"/>
                    </a:lnTo>
                    <a:cubicBezTo>
                      <a:pt x="136918" y="182428"/>
                      <a:pt x="131965" y="303332"/>
                      <a:pt x="126758" y="428935"/>
                    </a:cubicBezTo>
                    <a:cubicBezTo>
                      <a:pt x="114820" y="717987"/>
                      <a:pt x="102120" y="1032185"/>
                      <a:pt x="136918" y="1286439"/>
                    </a:cubicBezTo>
                    <a:lnTo>
                      <a:pt x="80276" y="1294186"/>
                    </a:lnTo>
                    <a:lnTo>
                      <a:pt x="84213" y="1237163"/>
                    </a:lnTo>
                    <a:cubicBezTo>
                      <a:pt x="718832" y="1281486"/>
                      <a:pt x="2171458" y="1276406"/>
                      <a:pt x="2613037" y="1237290"/>
                    </a:cubicBezTo>
                    <a:lnTo>
                      <a:pt x="2618117" y="1294186"/>
                    </a:lnTo>
                    <a:lnTo>
                      <a:pt x="2613037" y="1237290"/>
                    </a:lnTo>
                    <a:cubicBezTo>
                      <a:pt x="3058934" y="1197793"/>
                      <a:pt x="3564902" y="1167694"/>
                      <a:pt x="4066425" y="1237671"/>
                    </a:cubicBezTo>
                    <a:cubicBezTo>
                      <a:pt x="4518291" y="1300663"/>
                      <a:pt x="5017401" y="1270056"/>
                      <a:pt x="5405894" y="1243386"/>
                    </a:cubicBezTo>
                    <a:cubicBezTo>
                      <a:pt x="5421261" y="1242370"/>
                      <a:pt x="5436501" y="1241227"/>
                      <a:pt x="5451614" y="1240211"/>
                    </a:cubicBezTo>
                    <a:cubicBezTo>
                      <a:pt x="5466346" y="1239195"/>
                      <a:pt x="5480824" y="1238179"/>
                      <a:pt x="5495048" y="1237163"/>
                    </a:cubicBezTo>
                    <a:lnTo>
                      <a:pt x="5498985" y="1294186"/>
                    </a:lnTo>
                    <a:lnTo>
                      <a:pt x="5495048" y="1237163"/>
                    </a:lnTo>
                    <a:cubicBezTo>
                      <a:pt x="5894717" y="1209731"/>
                      <a:pt x="6639318" y="1211636"/>
                      <a:pt x="6944118" y="1237290"/>
                    </a:cubicBezTo>
                    <a:lnTo>
                      <a:pt x="6939292" y="1294186"/>
                    </a:lnTo>
                    <a:lnTo>
                      <a:pt x="6882142" y="1295964"/>
                    </a:lnTo>
                    <a:cubicBezTo>
                      <a:pt x="6879729" y="1220780"/>
                      <a:pt x="6878205" y="1152708"/>
                      <a:pt x="6877189" y="1089716"/>
                    </a:cubicBezTo>
                    <a:cubicBezTo>
                      <a:pt x="6874395" y="903026"/>
                      <a:pt x="6876935" y="761929"/>
                      <a:pt x="6879729" y="616768"/>
                    </a:cubicBezTo>
                    <a:cubicBezTo>
                      <a:pt x="6882650" y="461701"/>
                      <a:pt x="6885571" y="301935"/>
                      <a:pt x="6882142" y="75748"/>
                    </a:cubicBezTo>
                    <a:lnTo>
                      <a:pt x="6939292" y="74859"/>
                    </a:lnTo>
                    <a:lnTo>
                      <a:pt x="6940435" y="132009"/>
                    </a:lnTo>
                    <a:cubicBezTo>
                      <a:pt x="6882396" y="133152"/>
                      <a:pt x="6826135" y="134295"/>
                      <a:pt x="6771779" y="135311"/>
                    </a:cubicBezTo>
                    <a:cubicBezTo>
                      <a:pt x="6126238" y="148138"/>
                      <a:pt x="5724664" y="156139"/>
                      <a:pt x="5289943" y="131882"/>
                    </a:cubicBezTo>
                    <a:cubicBezTo>
                      <a:pt x="5076710" y="119944"/>
                      <a:pt x="4850650" y="129342"/>
                      <a:pt x="4636020" y="138359"/>
                    </a:cubicBezTo>
                    <a:cubicBezTo>
                      <a:pt x="4389386" y="148646"/>
                      <a:pt x="4153801" y="158806"/>
                      <a:pt x="3980954" y="131247"/>
                    </a:cubicBezTo>
                    <a:lnTo>
                      <a:pt x="3989971" y="74859"/>
                    </a:lnTo>
                    <a:lnTo>
                      <a:pt x="3980954" y="131247"/>
                    </a:lnTo>
                    <a:cubicBezTo>
                      <a:pt x="3939679" y="124643"/>
                      <a:pt x="3890149" y="120325"/>
                      <a:pt x="3833761" y="117531"/>
                    </a:cubicBezTo>
                    <a:cubicBezTo>
                      <a:pt x="3667899" y="109657"/>
                      <a:pt x="3451110" y="117023"/>
                      <a:pt x="3225558" y="124770"/>
                    </a:cubicBezTo>
                    <a:cubicBezTo>
                      <a:pt x="2990100" y="132898"/>
                      <a:pt x="2745371" y="141280"/>
                      <a:pt x="2546870" y="131882"/>
                    </a:cubicBezTo>
                    <a:lnTo>
                      <a:pt x="2549537" y="74859"/>
                    </a:lnTo>
                    <a:lnTo>
                      <a:pt x="2546870" y="131882"/>
                    </a:lnTo>
                    <a:cubicBezTo>
                      <a:pt x="2377325" y="123754"/>
                      <a:pt x="2244737" y="121595"/>
                      <a:pt x="2116213" y="122103"/>
                    </a:cubicBezTo>
                    <a:cubicBezTo>
                      <a:pt x="2023884" y="122484"/>
                      <a:pt x="1933714" y="124135"/>
                      <a:pt x="1832876" y="126167"/>
                    </a:cubicBezTo>
                    <a:cubicBezTo>
                      <a:pt x="1707019" y="128580"/>
                      <a:pt x="1565160" y="131247"/>
                      <a:pt x="1383804" y="132009"/>
                    </a:cubicBezTo>
                    <a:lnTo>
                      <a:pt x="1383550" y="74859"/>
                    </a:lnTo>
                    <a:lnTo>
                      <a:pt x="1383804" y="132009"/>
                    </a:lnTo>
                    <a:cubicBezTo>
                      <a:pt x="1187208" y="132771"/>
                      <a:pt x="1020457" y="127818"/>
                      <a:pt x="865517" y="123373"/>
                    </a:cubicBezTo>
                    <a:cubicBezTo>
                      <a:pt x="602373" y="115626"/>
                      <a:pt x="373646" y="109022"/>
                      <a:pt x="84848" y="131882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5" name="Freeform 65"/>
              <p:cNvSpPr/>
              <p:nvPr/>
            </p:nvSpPr>
            <p:spPr>
              <a:xfrm>
                <a:off x="-2216" y="-23876"/>
                <a:ext cx="6976357" cy="1400294"/>
              </a:xfrm>
              <a:custGeom>
                <a:avLst/>
                <a:gdLst/>
                <a:ahLst/>
                <a:cxnLst/>
                <a:rect l="l" t="t" r="r" b="b"/>
                <a:pathLst>
                  <a:path w="6976357" h="1400294">
                    <a:moveTo>
                      <a:pt x="68129" y="24511"/>
                    </a:moveTo>
                    <a:cubicBezTo>
                      <a:pt x="266249" y="55372"/>
                      <a:pt x="507930" y="46228"/>
                      <a:pt x="784663" y="35560"/>
                    </a:cubicBezTo>
                    <a:cubicBezTo>
                      <a:pt x="945318" y="29337"/>
                      <a:pt x="1116768" y="22733"/>
                      <a:pt x="1294441" y="23876"/>
                    </a:cubicBezTo>
                    <a:lnTo>
                      <a:pt x="1294060" y="81026"/>
                    </a:lnTo>
                    <a:lnTo>
                      <a:pt x="1294441" y="23876"/>
                    </a:lnTo>
                    <a:cubicBezTo>
                      <a:pt x="1449127" y="24892"/>
                      <a:pt x="1582096" y="28829"/>
                      <a:pt x="1707064" y="32512"/>
                    </a:cubicBezTo>
                    <a:cubicBezTo>
                      <a:pt x="1819078" y="35814"/>
                      <a:pt x="1924361" y="38989"/>
                      <a:pt x="2033962" y="39624"/>
                    </a:cubicBezTo>
                    <a:cubicBezTo>
                      <a:pt x="2181409" y="40640"/>
                      <a:pt x="2336476" y="37211"/>
                      <a:pt x="2524690" y="23876"/>
                    </a:cubicBezTo>
                    <a:lnTo>
                      <a:pt x="2528754" y="80899"/>
                    </a:lnTo>
                    <a:lnTo>
                      <a:pt x="2524690" y="23876"/>
                    </a:lnTo>
                    <a:cubicBezTo>
                      <a:pt x="3014529" y="-10668"/>
                      <a:pt x="3462839" y="-5207"/>
                      <a:pt x="3701726" y="24130"/>
                    </a:cubicBezTo>
                    <a:lnTo>
                      <a:pt x="3694741" y="80899"/>
                    </a:lnTo>
                    <a:lnTo>
                      <a:pt x="3701726" y="24130"/>
                    </a:lnTo>
                    <a:cubicBezTo>
                      <a:pt x="3792658" y="35306"/>
                      <a:pt x="3944550" y="28702"/>
                      <a:pt x="4138225" y="19939"/>
                    </a:cubicBezTo>
                    <a:cubicBezTo>
                      <a:pt x="4406957" y="7747"/>
                      <a:pt x="4745793" y="-7620"/>
                      <a:pt x="5072056" y="24003"/>
                    </a:cubicBezTo>
                    <a:lnTo>
                      <a:pt x="5066595" y="80899"/>
                    </a:lnTo>
                    <a:lnTo>
                      <a:pt x="5072056" y="24003"/>
                    </a:lnTo>
                    <a:cubicBezTo>
                      <a:pt x="5617775" y="76835"/>
                      <a:pt x="6477692" y="65786"/>
                      <a:pt x="6913048" y="24003"/>
                    </a:cubicBezTo>
                    <a:cubicBezTo>
                      <a:pt x="6928923" y="22479"/>
                      <a:pt x="6944671" y="27686"/>
                      <a:pt x="6956609" y="38227"/>
                    </a:cubicBezTo>
                    <a:cubicBezTo>
                      <a:pt x="6968547" y="48768"/>
                      <a:pt x="6975405" y="63881"/>
                      <a:pt x="6975659" y="79883"/>
                    </a:cubicBezTo>
                    <a:cubicBezTo>
                      <a:pt x="6978453" y="242824"/>
                      <a:pt x="6972357" y="379603"/>
                      <a:pt x="6966261" y="514985"/>
                    </a:cubicBezTo>
                    <a:cubicBezTo>
                      <a:pt x="6960165" y="651002"/>
                      <a:pt x="6954196" y="785495"/>
                      <a:pt x="6956990" y="946150"/>
                    </a:cubicBezTo>
                    <a:cubicBezTo>
                      <a:pt x="6958768" y="1049274"/>
                      <a:pt x="6964102" y="1163320"/>
                      <a:pt x="6975405" y="1295146"/>
                    </a:cubicBezTo>
                    <a:cubicBezTo>
                      <a:pt x="6976675" y="1310640"/>
                      <a:pt x="6971722" y="1326007"/>
                      <a:pt x="6961435" y="1337691"/>
                    </a:cubicBezTo>
                    <a:cubicBezTo>
                      <a:pt x="6951148" y="1349375"/>
                      <a:pt x="6936543" y="1356360"/>
                      <a:pt x="6921049" y="1357122"/>
                    </a:cubicBezTo>
                    <a:cubicBezTo>
                      <a:pt x="6793160" y="1362710"/>
                      <a:pt x="6600374" y="1355090"/>
                      <a:pt x="6392983" y="1346962"/>
                    </a:cubicBezTo>
                    <a:cubicBezTo>
                      <a:pt x="6138729" y="1337056"/>
                      <a:pt x="5860345" y="1326134"/>
                      <a:pt x="5638222" y="1335913"/>
                    </a:cubicBezTo>
                    <a:cubicBezTo>
                      <a:pt x="5554529" y="1339596"/>
                      <a:pt x="5480234" y="1346073"/>
                      <a:pt x="5419020" y="1356360"/>
                    </a:cubicBezTo>
                    <a:lnTo>
                      <a:pt x="5409622" y="1299972"/>
                    </a:lnTo>
                    <a:lnTo>
                      <a:pt x="5419020" y="1356360"/>
                    </a:lnTo>
                    <a:cubicBezTo>
                      <a:pt x="5035480" y="1420622"/>
                      <a:pt x="4820977" y="1408811"/>
                      <a:pt x="4238428" y="1356868"/>
                    </a:cubicBezTo>
                    <a:lnTo>
                      <a:pt x="4243508" y="1299972"/>
                    </a:lnTo>
                    <a:lnTo>
                      <a:pt x="4238428" y="1356868"/>
                    </a:lnTo>
                    <a:cubicBezTo>
                      <a:pt x="3848284" y="1322070"/>
                      <a:pt x="3613461" y="1334643"/>
                      <a:pt x="3395402" y="1346327"/>
                    </a:cubicBezTo>
                    <a:cubicBezTo>
                      <a:pt x="3291262" y="1351915"/>
                      <a:pt x="3189662" y="1357249"/>
                      <a:pt x="3077267" y="1357122"/>
                    </a:cubicBezTo>
                    <a:cubicBezTo>
                      <a:pt x="3003988" y="1356995"/>
                      <a:pt x="2931979" y="1356868"/>
                      <a:pt x="2858319" y="1356614"/>
                    </a:cubicBezTo>
                    <a:cubicBezTo>
                      <a:pt x="2781484" y="1356487"/>
                      <a:pt x="2702998" y="1356233"/>
                      <a:pt x="2619686" y="1356106"/>
                    </a:cubicBezTo>
                    <a:cubicBezTo>
                      <a:pt x="2409628" y="1355725"/>
                      <a:pt x="2168074" y="1355725"/>
                      <a:pt x="1842954" y="1357122"/>
                    </a:cubicBezTo>
                    <a:lnTo>
                      <a:pt x="1842700" y="1299972"/>
                    </a:lnTo>
                    <a:lnTo>
                      <a:pt x="1842954" y="1357122"/>
                    </a:lnTo>
                    <a:cubicBezTo>
                      <a:pt x="1645342" y="1357884"/>
                      <a:pt x="1462970" y="1348994"/>
                      <a:pt x="1280217" y="1340104"/>
                    </a:cubicBezTo>
                    <a:cubicBezTo>
                      <a:pt x="1092638" y="1330960"/>
                      <a:pt x="904424" y="1321816"/>
                      <a:pt x="695636" y="1322578"/>
                    </a:cubicBezTo>
                    <a:cubicBezTo>
                      <a:pt x="506914" y="1323340"/>
                      <a:pt x="301428" y="1332230"/>
                      <a:pt x="65335" y="1356868"/>
                    </a:cubicBezTo>
                    <a:cubicBezTo>
                      <a:pt x="49206" y="1358519"/>
                      <a:pt x="33204" y="1353312"/>
                      <a:pt x="21139" y="1342390"/>
                    </a:cubicBezTo>
                    <a:cubicBezTo>
                      <a:pt x="9074" y="1331468"/>
                      <a:pt x="2216" y="1316355"/>
                      <a:pt x="2216" y="1300099"/>
                    </a:cubicBezTo>
                    <a:cubicBezTo>
                      <a:pt x="2470" y="1136523"/>
                      <a:pt x="1835" y="974979"/>
                      <a:pt x="1073" y="816864"/>
                    </a:cubicBezTo>
                    <a:cubicBezTo>
                      <a:pt x="438" y="666115"/>
                      <a:pt x="-197" y="518414"/>
                      <a:pt x="57" y="375666"/>
                    </a:cubicBezTo>
                    <a:cubicBezTo>
                      <a:pt x="184" y="274701"/>
                      <a:pt x="819" y="176022"/>
                      <a:pt x="2216" y="80137"/>
                    </a:cubicBezTo>
                    <a:cubicBezTo>
                      <a:pt x="2470" y="63627"/>
                      <a:pt x="9836" y="48006"/>
                      <a:pt x="22536" y="37338"/>
                    </a:cubicBezTo>
                    <a:cubicBezTo>
                      <a:pt x="35236" y="26670"/>
                      <a:pt x="51746" y="21971"/>
                      <a:pt x="68129" y="24511"/>
                    </a:cubicBezTo>
                    <a:moveTo>
                      <a:pt x="50603" y="137541"/>
                    </a:moveTo>
                    <a:lnTo>
                      <a:pt x="59366" y="81026"/>
                    </a:lnTo>
                    <a:lnTo>
                      <a:pt x="116516" y="81915"/>
                    </a:lnTo>
                    <a:cubicBezTo>
                      <a:pt x="115119" y="177165"/>
                      <a:pt x="114484" y="275336"/>
                      <a:pt x="114357" y="375920"/>
                    </a:cubicBezTo>
                    <a:cubicBezTo>
                      <a:pt x="114103" y="518287"/>
                      <a:pt x="114738" y="665607"/>
                      <a:pt x="115373" y="816483"/>
                    </a:cubicBezTo>
                    <a:cubicBezTo>
                      <a:pt x="116008" y="974471"/>
                      <a:pt x="116770" y="1136396"/>
                      <a:pt x="116516" y="1300353"/>
                    </a:cubicBezTo>
                    <a:lnTo>
                      <a:pt x="59366" y="1300226"/>
                    </a:lnTo>
                    <a:lnTo>
                      <a:pt x="53397" y="1243330"/>
                    </a:lnTo>
                    <a:cubicBezTo>
                      <a:pt x="293554" y="1218311"/>
                      <a:pt x="502977" y="1209167"/>
                      <a:pt x="695128" y="1208532"/>
                    </a:cubicBezTo>
                    <a:cubicBezTo>
                      <a:pt x="907345" y="1207643"/>
                      <a:pt x="1098480" y="1217041"/>
                      <a:pt x="1285805" y="1226185"/>
                    </a:cubicBezTo>
                    <a:cubicBezTo>
                      <a:pt x="1468939" y="1235075"/>
                      <a:pt x="1648390" y="1243838"/>
                      <a:pt x="1842573" y="1243076"/>
                    </a:cubicBezTo>
                    <a:cubicBezTo>
                      <a:pt x="2167947" y="1241806"/>
                      <a:pt x="2409628" y="1241806"/>
                      <a:pt x="2619940" y="1242060"/>
                    </a:cubicBezTo>
                    <a:cubicBezTo>
                      <a:pt x="2703379" y="1242187"/>
                      <a:pt x="2781992" y="1242314"/>
                      <a:pt x="2858700" y="1242568"/>
                    </a:cubicBezTo>
                    <a:cubicBezTo>
                      <a:pt x="2932233" y="1242695"/>
                      <a:pt x="3004242" y="1242949"/>
                      <a:pt x="3077521" y="1243076"/>
                    </a:cubicBezTo>
                    <a:lnTo>
                      <a:pt x="3077394" y="1300226"/>
                    </a:lnTo>
                    <a:lnTo>
                      <a:pt x="3077521" y="1243076"/>
                    </a:lnTo>
                    <a:cubicBezTo>
                      <a:pt x="3186360" y="1243203"/>
                      <a:pt x="3284785" y="1237996"/>
                      <a:pt x="3389306" y="1232408"/>
                    </a:cubicBezTo>
                    <a:cubicBezTo>
                      <a:pt x="3609270" y="1220724"/>
                      <a:pt x="3850443" y="1207770"/>
                      <a:pt x="4248461" y="1243330"/>
                    </a:cubicBezTo>
                    <a:cubicBezTo>
                      <a:pt x="4829867" y="1295146"/>
                      <a:pt x="5031924" y="1305560"/>
                      <a:pt x="5399970" y="1243838"/>
                    </a:cubicBezTo>
                    <a:cubicBezTo>
                      <a:pt x="5467661" y="1232535"/>
                      <a:pt x="5547036" y="1225677"/>
                      <a:pt x="5633142" y="1221867"/>
                    </a:cubicBezTo>
                    <a:cubicBezTo>
                      <a:pt x="5860980" y="1211961"/>
                      <a:pt x="6144571" y="1223010"/>
                      <a:pt x="6397428" y="1232916"/>
                    </a:cubicBezTo>
                    <a:cubicBezTo>
                      <a:pt x="6606978" y="1241171"/>
                      <a:pt x="6793922" y="1248410"/>
                      <a:pt x="6915969" y="1243076"/>
                    </a:cubicBezTo>
                    <a:lnTo>
                      <a:pt x="6918509" y="1300226"/>
                    </a:lnTo>
                    <a:lnTo>
                      <a:pt x="6861613" y="1305052"/>
                    </a:lnTo>
                    <a:cubicBezTo>
                      <a:pt x="6850056" y="1170559"/>
                      <a:pt x="6844595" y="1053973"/>
                      <a:pt x="6842817" y="948182"/>
                    </a:cubicBezTo>
                    <a:cubicBezTo>
                      <a:pt x="6840023" y="783590"/>
                      <a:pt x="6846119" y="645795"/>
                      <a:pt x="6852215" y="509905"/>
                    </a:cubicBezTo>
                    <a:cubicBezTo>
                      <a:pt x="6858311" y="374396"/>
                      <a:pt x="6864153" y="240792"/>
                      <a:pt x="6861486" y="81915"/>
                    </a:cubicBezTo>
                    <a:lnTo>
                      <a:pt x="6918636" y="80899"/>
                    </a:lnTo>
                    <a:lnTo>
                      <a:pt x="6924097" y="137795"/>
                    </a:lnTo>
                    <a:cubicBezTo>
                      <a:pt x="6482137" y="180213"/>
                      <a:pt x="5614854" y="191389"/>
                      <a:pt x="5061134" y="137795"/>
                    </a:cubicBezTo>
                    <a:cubicBezTo>
                      <a:pt x="4744269" y="107188"/>
                      <a:pt x="4413307" y="121920"/>
                      <a:pt x="4143432" y="134112"/>
                    </a:cubicBezTo>
                    <a:cubicBezTo>
                      <a:pt x="3954964" y="142621"/>
                      <a:pt x="3790880" y="150241"/>
                      <a:pt x="3687883" y="137541"/>
                    </a:cubicBezTo>
                    <a:cubicBezTo>
                      <a:pt x="3459283" y="109474"/>
                      <a:pt x="3019101" y="103505"/>
                      <a:pt x="2532818" y="137795"/>
                    </a:cubicBezTo>
                    <a:cubicBezTo>
                      <a:pt x="2341429" y="151257"/>
                      <a:pt x="2183314" y="154813"/>
                      <a:pt x="2033327" y="153797"/>
                    </a:cubicBezTo>
                    <a:cubicBezTo>
                      <a:pt x="1922202" y="153035"/>
                      <a:pt x="1815522" y="149860"/>
                      <a:pt x="1703762" y="146558"/>
                    </a:cubicBezTo>
                    <a:cubicBezTo>
                      <a:pt x="1578794" y="142875"/>
                      <a:pt x="1446968" y="138938"/>
                      <a:pt x="1293806" y="137922"/>
                    </a:cubicBezTo>
                    <a:cubicBezTo>
                      <a:pt x="1119181" y="136779"/>
                      <a:pt x="950271" y="143256"/>
                      <a:pt x="789235" y="149479"/>
                    </a:cubicBezTo>
                    <a:cubicBezTo>
                      <a:pt x="516058" y="160020"/>
                      <a:pt x="262058" y="170053"/>
                      <a:pt x="50730" y="137160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0" y="-19050"/>
                <a:ext cx="6973436" cy="1352550"/>
              </a:xfrm>
              <a:prstGeom prst="rect">
                <a:avLst/>
              </a:prstGeom>
            </p:spPr>
            <p:txBody>
              <a:bodyPr wrap="none" lIns="50800" tIns="50800" rIns="50800" bIns="50800" rtlCol="0" anchor="ctr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>
                    <a:solidFill>
                      <a:srgbClr val="FFFFFF"/>
                    </a:solidFill>
                    <a:latin typeface="Arimo"/>
                    <a:ea typeface="맑은 고딕"/>
                    <a:cs typeface="Arimo"/>
                    <a:sym typeface="Arimo"/>
                  </a:rPr>
                  <a:t>레시피 북에서 메뉴 선택</a:t>
                </a: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50610" y="6520074"/>
              <a:ext cx="6973436" cy="1333500"/>
              <a:chOff x="0" y="0"/>
              <a:chExt cx="6973436" cy="1333500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34187" y="39376"/>
                <a:ext cx="6883772" cy="1274632"/>
              </a:xfrm>
              <a:custGeom>
                <a:avLst/>
                <a:gdLst/>
                <a:ahLst/>
                <a:cxnLst/>
                <a:rect l="l" t="t" r="r" b="b"/>
                <a:pathLst>
                  <a:path w="6883772" h="1274632">
                    <a:moveTo>
                      <a:pt x="22963" y="17774"/>
                    </a:moveTo>
                    <a:cubicBezTo>
                      <a:pt x="487275" y="-19056"/>
                      <a:pt x="798552" y="19806"/>
                      <a:pt x="1326237" y="17774"/>
                    </a:cubicBezTo>
                    <a:cubicBezTo>
                      <a:pt x="1853922" y="15742"/>
                      <a:pt x="2046581" y="-3435"/>
                      <a:pt x="2492351" y="17774"/>
                    </a:cubicBezTo>
                    <a:cubicBezTo>
                      <a:pt x="2938121" y="38983"/>
                      <a:pt x="3624302" y="-31248"/>
                      <a:pt x="3932785" y="17774"/>
                    </a:cubicBezTo>
                    <a:cubicBezTo>
                      <a:pt x="4241268" y="66796"/>
                      <a:pt x="4767556" y="-8388"/>
                      <a:pt x="5236059" y="17774"/>
                    </a:cubicBezTo>
                    <a:cubicBezTo>
                      <a:pt x="5704562" y="43936"/>
                      <a:pt x="6134457" y="32379"/>
                      <a:pt x="6882233" y="17774"/>
                    </a:cubicBezTo>
                    <a:cubicBezTo>
                      <a:pt x="6889980" y="529076"/>
                      <a:pt x="6865088" y="702812"/>
                      <a:pt x="6882233" y="1236974"/>
                    </a:cubicBezTo>
                    <a:cubicBezTo>
                      <a:pt x="6580862" y="1211574"/>
                      <a:pt x="5839182" y="1209669"/>
                      <a:pt x="5441799" y="1236974"/>
                    </a:cubicBezTo>
                    <a:cubicBezTo>
                      <a:pt x="5044416" y="1264279"/>
                      <a:pt x="4496030" y="1305935"/>
                      <a:pt x="4001365" y="1236974"/>
                    </a:cubicBezTo>
                    <a:cubicBezTo>
                      <a:pt x="3506700" y="1168013"/>
                      <a:pt x="3006193" y="1197477"/>
                      <a:pt x="2560931" y="1236974"/>
                    </a:cubicBezTo>
                    <a:cubicBezTo>
                      <a:pt x="2115669" y="1276471"/>
                      <a:pt x="660122" y="1281551"/>
                      <a:pt x="23090" y="1236974"/>
                    </a:cubicBezTo>
                    <a:cubicBezTo>
                      <a:pt x="-28091" y="862578"/>
                      <a:pt x="21566" y="365500"/>
                      <a:pt x="23090" y="17774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9" name="Freeform 69"/>
              <p:cNvSpPr/>
              <p:nvPr/>
            </p:nvSpPr>
            <p:spPr>
              <a:xfrm>
                <a:off x="54884" y="33432"/>
                <a:ext cx="6862214" cy="1286072"/>
              </a:xfrm>
              <a:custGeom>
                <a:avLst/>
                <a:gdLst/>
                <a:ahLst/>
                <a:cxnLst/>
                <a:rect l="l" t="t" r="r" b="b"/>
                <a:pathLst>
                  <a:path w="6862214" h="1286072">
                    <a:moveTo>
                      <a:pt x="2266" y="23718"/>
                    </a:moveTo>
                    <a:cubicBezTo>
                      <a:pt x="326751" y="74264"/>
                      <a:pt x="759440" y="20670"/>
                      <a:pt x="1236960" y="23718"/>
                    </a:cubicBezTo>
                    <a:cubicBezTo>
                      <a:pt x="1714480" y="26766"/>
                      <a:pt x="1983466" y="58135"/>
                      <a:pt x="2471654" y="23718"/>
                    </a:cubicBezTo>
                    <a:cubicBezTo>
                      <a:pt x="2959842" y="-10699"/>
                      <a:pt x="3403961" y="-4984"/>
                      <a:pt x="3637768" y="23718"/>
                    </a:cubicBezTo>
                    <a:cubicBezTo>
                      <a:pt x="3871575" y="52420"/>
                      <a:pt x="4459839" y="-29495"/>
                      <a:pt x="5009622" y="23718"/>
                    </a:cubicBezTo>
                    <a:cubicBezTo>
                      <a:pt x="5559405" y="76931"/>
                      <a:pt x="6422878" y="65755"/>
                      <a:pt x="6861536" y="23718"/>
                    </a:cubicBezTo>
                    <a:cubicBezTo>
                      <a:pt x="6868775" y="449803"/>
                      <a:pt x="6814546" y="695548"/>
                      <a:pt x="6861536" y="1242918"/>
                    </a:cubicBezTo>
                    <a:cubicBezTo>
                      <a:pt x="6527145" y="1257523"/>
                      <a:pt x="5728315" y="1179926"/>
                      <a:pt x="5352522" y="1242918"/>
                    </a:cubicBezTo>
                    <a:cubicBezTo>
                      <a:pt x="4976729" y="1305910"/>
                      <a:pt x="4768449" y="1294734"/>
                      <a:pt x="4186408" y="1242918"/>
                    </a:cubicBezTo>
                    <a:cubicBezTo>
                      <a:pt x="3604367" y="1191102"/>
                      <a:pt x="3362940" y="1243426"/>
                      <a:pt x="3020294" y="1242918"/>
                    </a:cubicBezTo>
                    <a:cubicBezTo>
                      <a:pt x="2677648" y="1242410"/>
                      <a:pt x="2363704" y="1240632"/>
                      <a:pt x="1785600" y="1242918"/>
                    </a:cubicBezTo>
                    <a:cubicBezTo>
                      <a:pt x="1207496" y="1245204"/>
                      <a:pt x="760583" y="1163924"/>
                      <a:pt x="2266" y="1242918"/>
                    </a:cubicBezTo>
                    <a:cubicBezTo>
                      <a:pt x="3028" y="812007"/>
                      <a:pt x="-3195" y="395828"/>
                      <a:pt x="2266" y="2371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0" name="Freeform 70"/>
              <p:cNvSpPr/>
              <p:nvPr/>
            </p:nvSpPr>
            <p:spPr>
              <a:xfrm>
                <a:off x="-23126" y="-17836"/>
                <a:ext cx="6997992" cy="1389039"/>
              </a:xfrm>
              <a:custGeom>
                <a:avLst/>
                <a:gdLst/>
                <a:ahLst/>
                <a:cxnLst/>
                <a:rect l="l" t="t" r="r" b="b"/>
                <a:pathLst>
                  <a:path w="6997992" h="1389039">
                    <a:moveTo>
                      <a:pt x="75704" y="17963"/>
                    </a:moveTo>
                    <a:cubicBezTo>
                      <a:pt x="371360" y="-5532"/>
                      <a:pt x="605802" y="1453"/>
                      <a:pt x="868819" y="9200"/>
                    </a:cubicBezTo>
                    <a:cubicBezTo>
                      <a:pt x="1023759" y="13772"/>
                      <a:pt x="1188732" y="18598"/>
                      <a:pt x="1383296" y="17836"/>
                    </a:cubicBezTo>
                    <a:cubicBezTo>
                      <a:pt x="1563763" y="17201"/>
                      <a:pt x="1704860" y="14407"/>
                      <a:pt x="1830717" y="11994"/>
                    </a:cubicBezTo>
                    <a:cubicBezTo>
                      <a:pt x="1931428" y="10089"/>
                      <a:pt x="2022487" y="8311"/>
                      <a:pt x="2115832" y="7930"/>
                    </a:cubicBezTo>
                    <a:cubicBezTo>
                      <a:pt x="2246261" y="7422"/>
                      <a:pt x="2380754" y="9708"/>
                      <a:pt x="2552331" y="17836"/>
                    </a:cubicBezTo>
                    <a:cubicBezTo>
                      <a:pt x="2745244" y="26980"/>
                      <a:pt x="2984766" y="18852"/>
                      <a:pt x="3221748" y="10724"/>
                    </a:cubicBezTo>
                    <a:cubicBezTo>
                      <a:pt x="3445649" y="2977"/>
                      <a:pt x="3667645" y="-4643"/>
                      <a:pt x="3839349" y="3485"/>
                    </a:cubicBezTo>
                    <a:cubicBezTo>
                      <a:pt x="3898150" y="6279"/>
                      <a:pt x="3952252" y="10978"/>
                      <a:pt x="3999115" y="18471"/>
                    </a:cubicBezTo>
                    <a:cubicBezTo>
                      <a:pt x="4157992" y="43744"/>
                      <a:pt x="4380115" y="34727"/>
                      <a:pt x="4631575" y="24186"/>
                    </a:cubicBezTo>
                    <a:cubicBezTo>
                      <a:pt x="4845062" y="15296"/>
                      <a:pt x="5076837" y="5517"/>
                      <a:pt x="5296674" y="17836"/>
                    </a:cubicBezTo>
                    <a:lnTo>
                      <a:pt x="5293499" y="74859"/>
                    </a:lnTo>
                    <a:lnTo>
                      <a:pt x="5296674" y="17836"/>
                    </a:lnTo>
                    <a:cubicBezTo>
                      <a:pt x="5726188" y="41839"/>
                      <a:pt x="6123190" y="33965"/>
                      <a:pt x="6769874" y="21138"/>
                    </a:cubicBezTo>
                    <a:cubicBezTo>
                      <a:pt x="6823976" y="20122"/>
                      <a:pt x="6880237" y="18979"/>
                      <a:pt x="6938276" y="17836"/>
                    </a:cubicBezTo>
                    <a:cubicBezTo>
                      <a:pt x="6953516" y="17582"/>
                      <a:pt x="6968121" y="23297"/>
                      <a:pt x="6979043" y="33838"/>
                    </a:cubicBezTo>
                    <a:cubicBezTo>
                      <a:pt x="6989965" y="44379"/>
                      <a:pt x="6996315" y="58857"/>
                      <a:pt x="6996442" y="74097"/>
                    </a:cubicBezTo>
                    <a:cubicBezTo>
                      <a:pt x="6999871" y="302316"/>
                      <a:pt x="6996950" y="463733"/>
                      <a:pt x="6994029" y="618927"/>
                    </a:cubicBezTo>
                    <a:cubicBezTo>
                      <a:pt x="6991362" y="763961"/>
                      <a:pt x="6988695" y="903407"/>
                      <a:pt x="6991489" y="1087938"/>
                    </a:cubicBezTo>
                    <a:cubicBezTo>
                      <a:pt x="6992378" y="1150295"/>
                      <a:pt x="6994029" y="1217732"/>
                      <a:pt x="6996442" y="1292281"/>
                    </a:cubicBezTo>
                    <a:cubicBezTo>
                      <a:pt x="6996950" y="1308537"/>
                      <a:pt x="6990473" y="1324285"/>
                      <a:pt x="6978662" y="1335588"/>
                    </a:cubicBezTo>
                    <a:cubicBezTo>
                      <a:pt x="6966851" y="1346891"/>
                      <a:pt x="6950722" y="1352479"/>
                      <a:pt x="6934466" y="1351082"/>
                    </a:cubicBezTo>
                    <a:cubicBezTo>
                      <a:pt x="6636397" y="1326063"/>
                      <a:pt x="5897765" y="1324031"/>
                      <a:pt x="5502795" y="1351209"/>
                    </a:cubicBezTo>
                    <a:cubicBezTo>
                      <a:pt x="5488571" y="1352225"/>
                      <a:pt x="5474093" y="1353241"/>
                      <a:pt x="5459361" y="1354257"/>
                    </a:cubicBezTo>
                    <a:cubicBezTo>
                      <a:pt x="5444248" y="1355273"/>
                      <a:pt x="5429008" y="1356289"/>
                      <a:pt x="5413641" y="1357432"/>
                    </a:cubicBezTo>
                    <a:cubicBezTo>
                      <a:pt x="5026418" y="1383975"/>
                      <a:pt x="4516005" y="1415725"/>
                      <a:pt x="4050550" y="1350828"/>
                    </a:cubicBezTo>
                    <a:lnTo>
                      <a:pt x="4058424" y="1294186"/>
                    </a:lnTo>
                    <a:lnTo>
                      <a:pt x="4050550" y="1350828"/>
                    </a:lnTo>
                    <a:cubicBezTo>
                      <a:pt x="3562743" y="1282883"/>
                      <a:pt x="3067570" y="1311712"/>
                      <a:pt x="2623070" y="1351209"/>
                    </a:cubicBezTo>
                    <a:cubicBezTo>
                      <a:pt x="2174252" y="1390960"/>
                      <a:pt x="715530" y="1396040"/>
                      <a:pt x="76212" y="1351336"/>
                    </a:cubicBezTo>
                    <a:cubicBezTo>
                      <a:pt x="49161" y="1349431"/>
                      <a:pt x="27190" y="1328857"/>
                      <a:pt x="23634" y="1302060"/>
                    </a:cubicBezTo>
                    <a:cubicBezTo>
                      <a:pt x="-12815" y="1035487"/>
                      <a:pt x="774" y="710240"/>
                      <a:pt x="12585" y="424236"/>
                    </a:cubicBezTo>
                    <a:cubicBezTo>
                      <a:pt x="17792" y="297998"/>
                      <a:pt x="22618" y="179380"/>
                      <a:pt x="23126" y="74732"/>
                    </a:cubicBezTo>
                    <a:cubicBezTo>
                      <a:pt x="23253" y="45014"/>
                      <a:pt x="46113" y="20376"/>
                      <a:pt x="75704" y="17963"/>
                    </a:cubicBezTo>
                    <a:moveTo>
                      <a:pt x="84721" y="131882"/>
                    </a:moveTo>
                    <a:lnTo>
                      <a:pt x="80276" y="74986"/>
                    </a:lnTo>
                    <a:lnTo>
                      <a:pt x="137426" y="75240"/>
                    </a:lnTo>
                    <a:cubicBezTo>
                      <a:pt x="136918" y="182428"/>
                      <a:pt x="131965" y="303332"/>
                      <a:pt x="126758" y="428935"/>
                    </a:cubicBezTo>
                    <a:cubicBezTo>
                      <a:pt x="114820" y="717987"/>
                      <a:pt x="102120" y="1032185"/>
                      <a:pt x="136918" y="1286439"/>
                    </a:cubicBezTo>
                    <a:lnTo>
                      <a:pt x="80276" y="1294186"/>
                    </a:lnTo>
                    <a:lnTo>
                      <a:pt x="84213" y="1237163"/>
                    </a:lnTo>
                    <a:cubicBezTo>
                      <a:pt x="718832" y="1281486"/>
                      <a:pt x="2171458" y="1276406"/>
                      <a:pt x="2613037" y="1237290"/>
                    </a:cubicBezTo>
                    <a:lnTo>
                      <a:pt x="2618117" y="1294186"/>
                    </a:lnTo>
                    <a:lnTo>
                      <a:pt x="2613037" y="1237290"/>
                    </a:lnTo>
                    <a:cubicBezTo>
                      <a:pt x="3058934" y="1197793"/>
                      <a:pt x="3564902" y="1167694"/>
                      <a:pt x="4066425" y="1237671"/>
                    </a:cubicBezTo>
                    <a:cubicBezTo>
                      <a:pt x="4518291" y="1300663"/>
                      <a:pt x="5017401" y="1270056"/>
                      <a:pt x="5405894" y="1243386"/>
                    </a:cubicBezTo>
                    <a:cubicBezTo>
                      <a:pt x="5421261" y="1242370"/>
                      <a:pt x="5436501" y="1241227"/>
                      <a:pt x="5451614" y="1240211"/>
                    </a:cubicBezTo>
                    <a:cubicBezTo>
                      <a:pt x="5466346" y="1239195"/>
                      <a:pt x="5480824" y="1238179"/>
                      <a:pt x="5495048" y="1237163"/>
                    </a:cubicBezTo>
                    <a:lnTo>
                      <a:pt x="5498985" y="1294186"/>
                    </a:lnTo>
                    <a:lnTo>
                      <a:pt x="5495048" y="1237163"/>
                    </a:lnTo>
                    <a:cubicBezTo>
                      <a:pt x="5894717" y="1209731"/>
                      <a:pt x="6639318" y="1211636"/>
                      <a:pt x="6944118" y="1237290"/>
                    </a:cubicBezTo>
                    <a:lnTo>
                      <a:pt x="6939292" y="1294186"/>
                    </a:lnTo>
                    <a:lnTo>
                      <a:pt x="6882142" y="1295964"/>
                    </a:lnTo>
                    <a:cubicBezTo>
                      <a:pt x="6879729" y="1220780"/>
                      <a:pt x="6878205" y="1152708"/>
                      <a:pt x="6877189" y="1089716"/>
                    </a:cubicBezTo>
                    <a:cubicBezTo>
                      <a:pt x="6874395" y="903026"/>
                      <a:pt x="6876935" y="761929"/>
                      <a:pt x="6879729" y="616768"/>
                    </a:cubicBezTo>
                    <a:cubicBezTo>
                      <a:pt x="6882650" y="461701"/>
                      <a:pt x="6885571" y="301935"/>
                      <a:pt x="6882142" y="75748"/>
                    </a:cubicBezTo>
                    <a:lnTo>
                      <a:pt x="6939292" y="74859"/>
                    </a:lnTo>
                    <a:lnTo>
                      <a:pt x="6940435" y="132009"/>
                    </a:lnTo>
                    <a:cubicBezTo>
                      <a:pt x="6882396" y="133152"/>
                      <a:pt x="6826135" y="134295"/>
                      <a:pt x="6771779" y="135311"/>
                    </a:cubicBezTo>
                    <a:cubicBezTo>
                      <a:pt x="6126238" y="148138"/>
                      <a:pt x="5724664" y="156139"/>
                      <a:pt x="5289943" y="131882"/>
                    </a:cubicBezTo>
                    <a:cubicBezTo>
                      <a:pt x="5076710" y="119944"/>
                      <a:pt x="4850650" y="129342"/>
                      <a:pt x="4636020" y="138359"/>
                    </a:cubicBezTo>
                    <a:cubicBezTo>
                      <a:pt x="4389386" y="148646"/>
                      <a:pt x="4153801" y="158806"/>
                      <a:pt x="3980954" y="131247"/>
                    </a:cubicBezTo>
                    <a:lnTo>
                      <a:pt x="3989971" y="74859"/>
                    </a:lnTo>
                    <a:lnTo>
                      <a:pt x="3980954" y="131247"/>
                    </a:lnTo>
                    <a:cubicBezTo>
                      <a:pt x="3939679" y="124643"/>
                      <a:pt x="3890149" y="120325"/>
                      <a:pt x="3833761" y="117531"/>
                    </a:cubicBezTo>
                    <a:cubicBezTo>
                      <a:pt x="3667899" y="109657"/>
                      <a:pt x="3451110" y="117023"/>
                      <a:pt x="3225558" y="124770"/>
                    </a:cubicBezTo>
                    <a:cubicBezTo>
                      <a:pt x="2990100" y="132898"/>
                      <a:pt x="2745371" y="141280"/>
                      <a:pt x="2546870" y="131882"/>
                    </a:cubicBezTo>
                    <a:lnTo>
                      <a:pt x="2549537" y="74859"/>
                    </a:lnTo>
                    <a:lnTo>
                      <a:pt x="2546870" y="131882"/>
                    </a:lnTo>
                    <a:cubicBezTo>
                      <a:pt x="2377325" y="123754"/>
                      <a:pt x="2244737" y="121595"/>
                      <a:pt x="2116213" y="122103"/>
                    </a:cubicBezTo>
                    <a:cubicBezTo>
                      <a:pt x="2023884" y="122484"/>
                      <a:pt x="1933714" y="124135"/>
                      <a:pt x="1832876" y="126167"/>
                    </a:cubicBezTo>
                    <a:cubicBezTo>
                      <a:pt x="1707019" y="128580"/>
                      <a:pt x="1565160" y="131247"/>
                      <a:pt x="1383804" y="132009"/>
                    </a:cubicBezTo>
                    <a:lnTo>
                      <a:pt x="1383550" y="74859"/>
                    </a:lnTo>
                    <a:lnTo>
                      <a:pt x="1383804" y="132009"/>
                    </a:lnTo>
                    <a:cubicBezTo>
                      <a:pt x="1187208" y="132771"/>
                      <a:pt x="1020457" y="127818"/>
                      <a:pt x="865517" y="123373"/>
                    </a:cubicBezTo>
                    <a:cubicBezTo>
                      <a:pt x="602373" y="115626"/>
                      <a:pt x="373646" y="109022"/>
                      <a:pt x="84848" y="131882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1" name="Freeform 71"/>
              <p:cNvSpPr/>
              <p:nvPr/>
            </p:nvSpPr>
            <p:spPr>
              <a:xfrm>
                <a:off x="-2216" y="-23876"/>
                <a:ext cx="6976357" cy="1400294"/>
              </a:xfrm>
              <a:custGeom>
                <a:avLst/>
                <a:gdLst/>
                <a:ahLst/>
                <a:cxnLst/>
                <a:rect l="l" t="t" r="r" b="b"/>
                <a:pathLst>
                  <a:path w="6976357" h="1400294">
                    <a:moveTo>
                      <a:pt x="68129" y="24511"/>
                    </a:moveTo>
                    <a:cubicBezTo>
                      <a:pt x="266249" y="55372"/>
                      <a:pt x="507930" y="46228"/>
                      <a:pt x="784663" y="35560"/>
                    </a:cubicBezTo>
                    <a:cubicBezTo>
                      <a:pt x="945318" y="29337"/>
                      <a:pt x="1116768" y="22733"/>
                      <a:pt x="1294441" y="23876"/>
                    </a:cubicBezTo>
                    <a:lnTo>
                      <a:pt x="1294060" y="81026"/>
                    </a:lnTo>
                    <a:lnTo>
                      <a:pt x="1294441" y="23876"/>
                    </a:lnTo>
                    <a:cubicBezTo>
                      <a:pt x="1449127" y="24892"/>
                      <a:pt x="1582096" y="28829"/>
                      <a:pt x="1707064" y="32512"/>
                    </a:cubicBezTo>
                    <a:cubicBezTo>
                      <a:pt x="1819078" y="35814"/>
                      <a:pt x="1924361" y="38989"/>
                      <a:pt x="2033962" y="39624"/>
                    </a:cubicBezTo>
                    <a:cubicBezTo>
                      <a:pt x="2181409" y="40640"/>
                      <a:pt x="2336476" y="37211"/>
                      <a:pt x="2524690" y="23876"/>
                    </a:cubicBezTo>
                    <a:lnTo>
                      <a:pt x="2528754" y="80899"/>
                    </a:lnTo>
                    <a:lnTo>
                      <a:pt x="2524690" y="23876"/>
                    </a:lnTo>
                    <a:cubicBezTo>
                      <a:pt x="3014529" y="-10668"/>
                      <a:pt x="3462839" y="-5207"/>
                      <a:pt x="3701726" y="24130"/>
                    </a:cubicBezTo>
                    <a:lnTo>
                      <a:pt x="3694741" y="80899"/>
                    </a:lnTo>
                    <a:lnTo>
                      <a:pt x="3701726" y="24130"/>
                    </a:lnTo>
                    <a:cubicBezTo>
                      <a:pt x="3792658" y="35306"/>
                      <a:pt x="3944550" y="28702"/>
                      <a:pt x="4138225" y="19939"/>
                    </a:cubicBezTo>
                    <a:cubicBezTo>
                      <a:pt x="4406957" y="7747"/>
                      <a:pt x="4745793" y="-7620"/>
                      <a:pt x="5072056" y="24003"/>
                    </a:cubicBezTo>
                    <a:lnTo>
                      <a:pt x="5066595" y="80899"/>
                    </a:lnTo>
                    <a:lnTo>
                      <a:pt x="5072056" y="24003"/>
                    </a:lnTo>
                    <a:cubicBezTo>
                      <a:pt x="5617775" y="76835"/>
                      <a:pt x="6477692" y="65786"/>
                      <a:pt x="6913048" y="24003"/>
                    </a:cubicBezTo>
                    <a:cubicBezTo>
                      <a:pt x="6928923" y="22479"/>
                      <a:pt x="6944671" y="27686"/>
                      <a:pt x="6956609" y="38227"/>
                    </a:cubicBezTo>
                    <a:cubicBezTo>
                      <a:pt x="6968547" y="48768"/>
                      <a:pt x="6975405" y="63881"/>
                      <a:pt x="6975659" y="79883"/>
                    </a:cubicBezTo>
                    <a:cubicBezTo>
                      <a:pt x="6978453" y="242824"/>
                      <a:pt x="6972357" y="379603"/>
                      <a:pt x="6966261" y="514985"/>
                    </a:cubicBezTo>
                    <a:cubicBezTo>
                      <a:pt x="6960165" y="651002"/>
                      <a:pt x="6954196" y="785495"/>
                      <a:pt x="6956990" y="946150"/>
                    </a:cubicBezTo>
                    <a:cubicBezTo>
                      <a:pt x="6958768" y="1049274"/>
                      <a:pt x="6964102" y="1163320"/>
                      <a:pt x="6975405" y="1295146"/>
                    </a:cubicBezTo>
                    <a:cubicBezTo>
                      <a:pt x="6976675" y="1310640"/>
                      <a:pt x="6971722" y="1326007"/>
                      <a:pt x="6961435" y="1337691"/>
                    </a:cubicBezTo>
                    <a:cubicBezTo>
                      <a:pt x="6951148" y="1349375"/>
                      <a:pt x="6936543" y="1356360"/>
                      <a:pt x="6921049" y="1357122"/>
                    </a:cubicBezTo>
                    <a:cubicBezTo>
                      <a:pt x="6793160" y="1362710"/>
                      <a:pt x="6600374" y="1355090"/>
                      <a:pt x="6392983" y="1346962"/>
                    </a:cubicBezTo>
                    <a:cubicBezTo>
                      <a:pt x="6138729" y="1337056"/>
                      <a:pt x="5860345" y="1326134"/>
                      <a:pt x="5638222" y="1335913"/>
                    </a:cubicBezTo>
                    <a:cubicBezTo>
                      <a:pt x="5554529" y="1339596"/>
                      <a:pt x="5480234" y="1346073"/>
                      <a:pt x="5419020" y="1356360"/>
                    </a:cubicBezTo>
                    <a:lnTo>
                      <a:pt x="5409622" y="1299972"/>
                    </a:lnTo>
                    <a:lnTo>
                      <a:pt x="5419020" y="1356360"/>
                    </a:lnTo>
                    <a:cubicBezTo>
                      <a:pt x="5035480" y="1420622"/>
                      <a:pt x="4820977" y="1408811"/>
                      <a:pt x="4238428" y="1356868"/>
                    </a:cubicBezTo>
                    <a:lnTo>
                      <a:pt x="4243508" y="1299972"/>
                    </a:lnTo>
                    <a:lnTo>
                      <a:pt x="4238428" y="1356868"/>
                    </a:lnTo>
                    <a:cubicBezTo>
                      <a:pt x="3848284" y="1322070"/>
                      <a:pt x="3613461" y="1334643"/>
                      <a:pt x="3395402" y="1346327"/>
                    </a:cubicBezTo>
                    <a:cubicBezTo>
                      <a:pt x="3291262" y="1351915"/>
                      <a:pt x="3189662" y="1357249"/>
                      <a:pt x="3077267" y="1357122"/>
                    </a:cubicBezTo>
                    <a:cubicBezTo>
                      <a:pt x="3003988" y="1356995"/>
                      <a:pt x="2931979" y="1356868"/>
                      <a:pt x="2858319" y="1356614"/>
                    </a:cubicBezTo>
                    <a:cubicBezTo>
                      <a:pt x="2781484" y="1356487"/>
                      <a:pt x="2702998" y="1356233"/>
                      <a:pt x="2619686" y="1356106"/>
                    </a:cubicBezTo>
                    <a:cubicBezTo>
                      <a:pt x="2409628" y="1355725"/>
                      <a:pt x="2168074" y="1355725"/>
                      <a:pt x="1842954" y="1357122"/>
                    </a:cubicBezTo>
                    <a:lnTo>
                      <a:pt x="1842700" y="1299972"/>
                    </a:lnTo>
                    <a:lnTo>
                      <a:pt x="1842954" y="1357122"/>
                    </a:lnTo>
                    <a:cubicBezTo>
                      <a:pt x="1645342" y="1357884"/>
                      <a:pt x="1462970" y="1348994"/>
                      <a:pt x="1280217" y="1340104"/>
                    </a:cubicBezTo>
                    <a:cubicBezTo>
                      <a:pt x="1092638" y="1330960"/>
                      <a:pt x="904424" y="1321816"/>
                      <a:pt x="695636" y="1322578"/>
                    </a:cubicBezTo>
                    <a:cubicBezTo>
                      <a:pt x="506914" y="1323340"/>
                      <a:pt x="301428" y="1332230"/>
                      <a:pt x="65335" y="1356868"/>
                    </a:cubicBezTo>
                    <a:cubicBezTo>
                      <a:pt x="49206" y="1358519"/>
                      <a:pt x="33204" y="1353312"/>
                      <a:pt x="21139" y="1342390"/>
                    </a:cubicBezTo>
                    <a:cubicBezTo>
                      <a:pt x="9074" y="1331468"/>
                      <a:pt x="2216" y="1316355"/>
                      <a:pt x="2216" y="1300099"/>
                    </a:cubicBezTo>
                    <a:cubicBezTo>
                      <a:pt x="2470" y="1136523"/>
                      <a:pt x="1835" y="974979"/>
                      <a:pt x="1073" y="816864"/>
                    </a:cubicBezTo>
                    <a:cubicBezTo>
                      <a:pt x="438" y="666115"/>
                      <a:pt x="-197" y="518414"/>
                      <a:pt x="57" y="375666"/>
                    </a:cubicBezTo>
                    <a:cubicBezTo>
                      <a:pt x="184" y="274701"/>
                      <a:pt x="819" y="176022"/>
                      <a:pt x="2216" y="80137"/>
                    </a:cubicBezTo>
                    <a:cubicBezTo>
                      <a:pt x="2470" y="63627"/>
                      <a:pt x="9836" y="48006"/>
                      <a:pt x="22536" y="37338"/>
                    </a:cubicBezTo>
                    <a:cubicBezTo>
                      <a:pt x="35236" y="26670"/>
                      <a:pt x="51746" y="21971"/>
                      <a:pt x="68129" y="24511"/>
                    </a:cubicBezTo>
                    <a:moveTo>
                      <a:pt x="50603" y="137541"/>
                    </a:moveTo>
                    <a:lnTo>
                      <a:pt x="59366" y="81026"/>
                    </a:lnTo>
                    <a:lnTo>
                      <a:pt x="116516" y="81915"/>
                    </a:lnTo>
                    <a:cubicBezTo>
                      <a:pt x="115119" y="177165"/>
                      <a:pt x="114484" y="275336"/>
                      <a:pt x="114357" y="375920"/>
                    </a:cubicBezTo>
                    <a:cubicBezTo>
                      <a:pt x="114103" y="518287"/>
                      <a:pt x="114738" y="665607"/>
                      <a:pt x="115373" y="816483"/>
                    </a:cubicBezTo>
                    <a:cubicBezTo>
                      <a:pt x="116008" y="974471"/>
                      <a:pt x="116770" y="1136396"/>
                      <a:pt x="116516" y="1300353"/>
                    </a:cubicBezTo>
                    <a:lnTo>
                      <a:pt x="59366" y="1300226"/>
                    </a:lnTo>
                    <a:lnTo>
                      <a:pt x="53397" y="1243330"/>
                    </a:lnTo>
                    <a:cubicBezTo>
                      <a:pt x="293554" y="1218311"/>
                      <a:pt x="502977" y="1209167"/>
                      <a:pt x="695128" y="1208532"/>
                    </a:cubicBezTo>
                    <a:cubicBezTo>
                      <a:pt x="907345" y="1207643"/>
                      <a:pt x="1098480" y="1217041"/>
                      <a:pt x="1285805" y="1226185"/>
                    </a:cubicBezTo>
                    <a:cubicBezTo>
                      <a:pt x="1468939" y="1235075"/>
                      <a:pt x="1648390" y="1243838"/>
                      <a:pt x="1842573" y="1243076"/>
                    </a:cubicBezTo>
                    <a:cubicBezTo>
                      <a:pt x="2167947" y="1241806"/>
                      <a:pt x="2409628" y="1241806"/>
                      <a:pt x="2619940" y="1242060"/>
                    </a:cubicBezTo>
                    <a:cubicBezTo>
                      <a:pt x="2703379" y="1242187"/>
                      <a:pt x="2781992" y="1242314"/>
                      <a:pt x="2858700" y="1242568"/>
                    </a:cubicBezTo>
                    <a:cubicBezTo>
                      <a:pt x="2932233" y="1242695"/>
                      <a:pt x="3004242" y="1242949"/>
                      <a:pt x="3077521" y="1243076"/>
                    </a:cubicBezTo>
                    <a:lnTo>
                      <a:pt x="3077394" y="1300226"/>
                    </a:lnTo>
                    <a:lnTo>
                      <a:pt x="3077521" y="1243076"/>
                    </a:lnTo>
                    <a:cubicBezTo>
                      <a:pt x="3186360" y="1243203"/>
                      <a:pt x="3284785" y="1237996"/>
                      <a:pt x="3389306" y="1232408"/>
                    </a:cubicBezTo>
                    <a:cubicBezTo>
                      <a:pt x="3609270" y="1220724"/>
                      <a:pt x="3850443" y="1207770"/>
                      <a:pt x="4248461" y="1243330"/>
                    </a:cubicBezTo>
                    <a:cubicBezTo>
                      <a:pt x="4829867" y="1295146"/>
                      <a:pt x="5031924" y="1305560"/>
                      <a:pt x="5399970" y="1243838"/>
                    </a:cubicBezTo>
                    <a:cubicBezTo>
                      <a:pt x="5467661" y="1232535"/>
                      <a:pt x="5547036" y="1225677"/>
                      <a:pt x="5633142" y="1221867"/>
                    </a:cubicBezTo>
                    <a:cubicBezTo>
                      <a:pt x="5860980" y="1211961"/>
                      <a:pt x="6144571" y="1223010"/>
                      <a:pt x="6397428" y="1232916"/>
                    </a:cubicBezTo>
                    <a:cubicBezTo>
                      <a:pt x="6606978" y="1241171"/>
                      <a:pt x="6793922" y="1248410"/>
                      <a:pt x="6915969" y="1243076"/>
                    </a:cubicBezTo>
                    <a:lnTo>
                      <a:pt x="6918509" y="1300226"/>
                    </a:lnTo>
                    <a:lnTo>
                      <a:pt x="6861613" y="1305052"/>
                    </a:lnTo>
                    <a:cubicBezTo>
                      <a:pt x="6850056" y="1170559"/>
                      <a:pt x="6844595" y="1053973"/>
                      <a:pt x="6842817" y="948182"/>
                    </a:cubicBezTo>
                    <a:cubicBezTo>
                      <a:pt x="6840023" y="783590"/>
                      <a:pt x="6846119" y="645795"/>
                      <a:pt x="6852215" y="509905"/>
                    </a:cubicBezTo>
                    <a:cubicBezTo>
                      <a:pt x="6858311" y="374396"/>
                      <a:pt x="6864153" y="240792"/>
                      <a:pt x="6861486" y="81915"/>
                    </a:cubicBezTo>
                    <a:lnTo>
                      <a:pt x="6918636" y="80899"/>
                    </a:lnTo>
                    <a:lnTo>
                      <a:pt x="6924097" y="137795"/>
                    </a:lnTo>
                    <a:cubicBezTo>
                      <a:pt x="6482137" y="180213"/>
                      <a:pt x="5614854" y="191389"/>
                      <a:pt x="5061134" y="137795"/>
                    </a:cubicBezTo>
                    <a:cubicBezTo>
                      <a:pt x="4744269" y="107188"/>
                      <a:pt x="4413307" y="121920"/>
                      <a:pt x="4143432" y="134112"/>
                    </a:cubicBezTo>
                    <a:cubicBezTo>
                      <a:pt x="3954964" y="142621"/>
                      <a:pt x="3790880" y="150241"/>
                      <a:pt x="3687883" y="137541"/>
                    </a:cubicBezTo>
                    <a:cubicBezTo>
                      <a:pt x="3459283" y="109474"/>
                      <a:pt x="3019101" y="103505"/>
                      <a:pt x="2532818" y="137795"/>
                    </a:cubicBezTo>
                    <a:cubicBezTo>
                      <a:pt x="2341429" y="151257"/>
                      <a:pt x="2183314" y="154813"/>
                      <a:pt x="2033327" y="153797"/>
                    </a:cubicBezTo>
                    <a:cubicBezTo>
                      <a:pt x="1922202" y="153035"/>
                      <a:pt x="1815522" y="149860"/>
                      <a:pt x="1703762" y="146558"/>
                    </a:cubicBezTo>
                    <a:cubicBezTo>
                      <a:pt x="1578794" y="142875"/>
                      <a:pt x="1446968" y="138938"/>
                      <a:pt x="1293806" y="137922"/>
                    </a:cubicBezTo>
                    <a:cubicBezTo>
                      <a:pt x="1119181" y="136779"/>
                      <a:pt x="950271" y="143256"/>
                      <a:pt x="789235" y="149479"/>
                    </a:cubicBezTo>
                    <a:cubicBezTo>
                      <a:pt x="516058" y="160020"/>
                      <a:pt x="262058" y="170053"/>
                      <a:pt x="50730" y="137160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0" y="-19050"/>
                <a:ext cx="6973436" cy="1352550"/>
              </a:xfrm>
              <a:prstGeom prst="rect">
                <a:avLst/>
              </a:prstGeom>
            </p:spPr>
            <p:txBody>
              <a:bodyPr wrap="none" lIns="50800" tIns="50800" rIns="50800" bIns="50800" rtlCol="0" anchor="ctr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>
                    <a:solidFill>
                      <a:srgbClr val="FFFFFF"/>
                    </a:solidFill>
                    <a:latin typeface="Arimo"/>
                    <a:ea typeface="맑은 고딕"/>
                    <a:cs typeface="Arimo"/>
                    <a:sym typeface="Arimo"/>
                  </a:rPr>
                  <a:t>조리 후, 획득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50610" y="8693432"/>
              <a:ext cx="6973436" cy="1333500"/>
              <a:chOff x="0" y="0"/>
              <a:chExt cx="6973436" cy="1333500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34187" y="39376"/>
                <a:ext cx="6883772" cy="1274632"/>
              </a:xfrm>
              <a:custGeom>
                <a:avLst/>
                <a:gdLst/>
                <a:ahLst/>
                <a:cxnLst/>
                <a:rect l="l" t="t" r="r" b="b"/>
                <a:pathLst>
                  <a:path w="6883772" h="1274632">
                    <a:moveTo>
                      <a:pt x="22963" y="17774"/>
                    </a:moveTo>
                    <a:cubicBezTo>
                      <a:pt x="487275" y="-19056"/>
                      <a:pt x="798552" y="19806"/>
                      <a:pt x="1326237" y="17774"/>
                    </a:cubicBezTo>
                    <a:cubicBezTo>
                      <a:pt x="1853922" y="15742"/>
                      <a:pt x="2046581" y="-3435"/>
                      <a:pt x="2492351" y="17774"/>
                    </a:cubicBezTo>
                    <a:cubicBezTo>
                      <a:pt x="2938121" y="38983"/>
                      <a:pt x="3624302" y="-31248"/>
                      <a:pt x="3932785" y="17774"/>
                    </a:cubicBezTo>
                    <a:cubicBezTo>
                      <a:pt x="4241268" y="66796"/>
                      <a:pt x="4767556" y="-8388"/>
                      <a:pt x="5236059" y="17774"/>
                    </a:cubicBezTo>
                    <a:cubicBezTo>
                      <a:pt x="5704562" y="43936"/>
                      <a:pt x="6134457" y="32379"/>
                      <a:pt x="6882233" y="17774"/>
                    </a:cubicBezTo>
                    <a:cubicBezTo>
                      <a:pt x="6889980" y="529076"/>
                      <a:pt x="6865088" y="702812"/>
                      <a:pt x="6882233" y="1236974"/>
                    </a:cubicBezTo>
                    <a:cubicBezTo>
                      <a:pt x="6580862" y="1211574"/>
                      <a:pt x="5839182" y="1209669"/>
                      <a:pt x="5441799" y="1236974"/>
                    </a:cubicBezTo>
                    <a:cubicBezTo>
                      <a:pt x="5044416" y="1264279"/>
                      <a:pt x="4496030" y="1305935"/>
                      <a:pt x="4001365" y="1236974"/>
                    </a:cubicBezTo>
                    <a:cubicBezTo>
                      <a:pt x="3506700" y="1168013"/>
                      <a:pt x="3006193" y="1197477"/>
                      <a:pt x="2560931" y="1236974"/>
                    </a:cubicBezTo>
                    <a:cubicBezTo>
                      <a:pt x="2115669" y="1276471"/>
                      <a:pt x="660122" y="1281551"/>
                      <a:pt x="23090" y="1236974"/>
                    </a:cubicBezTo>
                    <a:cubicBezTo>
                      <a:pt x="-28091" y="862578"/>
                      <a:pt x="21566" y="365500"/>
                      <a:pt x="23090" y="17774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5" name="Freeform 75"/>
              <p:cNvSpPr/>
              <p:nvPr/>
            </p:nvSpPr>
            <p:spPr>
              <a:xfrm>
                <a:off x="54884" y="33432"/>
                <a:ext cx="6862214" cy="1286072"/>
              </a:xfrm>
              <a:custGeom>
                <a:avLst/>
                <a:gdLst/>
                <a:ahLst/>
                <a:cxnLst/>
                <a:rect l="l" t="t" r="r" b="b"/>
                <a:pathLst>
                  <a:path w="6862214" h="1286072">
                    <a:moveTo>
                      <a:pt x="2266" y="23718"/>
                    </a:moveTo>
                    <a:cubicBezTo>
                      <a:pt x="326751" y="74264"/>
                      <a:pt x="759440" y="20670"/>
                      <a:pt x="1236960" y="23718"/>
                    </a:cubicBezTo>
                    <a:cubicBezTo>
                      <a:pt x="1714480" y="26766"/>
                      <a:pt x="1983466" y="58135"/>
                      <a:pt x="2471654" y="23718"/>
                    </a:cubicBezTo>
                    <a:cubicBezTo>
                      <a:pt x="2959842" y="-10699"/>
                      <a:pt x="3403961" y="-4984"/>
                      <a:pt x="3637768" y="23718"/>
                    </a:cubicBezTo>
                    <a:cubicBezTo>
                      <a:pt x="3871575" y="52420"/>
                      <a:pt x="4459839" y="-29495"/>
                      <a:pt x="5009622" y="23718"/>
                    </a:cubicBezTo>
                    <a:cubicBezTo>
                      <a:pt x="5559405" y="76931"/>
                      <a:pt x="6422878" y="65755"/>
                      <a:pt x="6861536" y="23718"/>
                    </a:cubicBezTo>
                    <a:cubicBezTo>
                      <a:pt x="6868775" y="449803"/>
                      <a:pt x="6814546" y="695548"/>
                      <a:pt x="6861536" y="1242918"/>
                    </a:cubicBezTo>
                    <a:cubicBezTo>
                      <a:pt x="6527145" y="1257523"/>
                      <a:pt x="5728315" y="1179926"/>
                      <a:pt x="5352522" y="1242918"/>
                    </a:cubicBezTo>
                    <a:cubicBezTo>
                      <a:pt x="4976729" y="1305910"/>
                      <a:pt x="4768449" y="1294734"/>
                      <a:pt x="4186408" y="1242918"/>
                    </a:cubicBezTo>
                    <a:cubicBezTo>
                      <a:pt x="3604367" y="1191102"/>
                      <a:pt x="3362940" y="1243426"/>
                      <a:pt x="3020294" y="1242918"/>
                    </a:cubicBezTo>
                    <a:cubicBezTo>
                      <a:pt x="2677648" y="1242410"/>
                      <a:pt x="2363704" y="1240632"/>
                      <a:pt x="1785600" y="1242918"/>
                    </a:cubicBezTo>
                    <a:cubicBezTo>
                      <a:pt x="1207496" y="1245204"/>
                      <a:pt x="760583" y="1163924"/>
                      <a:pt x="2266" y="1242918"/>
                    </a:cubicBezTo>
                    <a:cubicBezTo>
                      <a:pt x="3028" y="812007"/>
                      <a:pt x="-3195" y="395828"/>
                      <a:pt x="2266" y="2371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6" name="Freeform 76"/>
              <p:cNvSpPr/>
              <p:nvPr/>
            </p:nvSpPr>
            <p:spPr>
              <a:xfrm>
                <a:off x="-23126" y="-17836"/>
                <a:ext cx="6997992" cy="1389039"/>
              </a:xfrm>
              <a:custGeom>
                <a:avLst/>
                <a:gdLst/>
                <a:ahLst/>
                <a:cxnLst/>
                <a:rect l="l" t="t" r="r" b="b"/>
                <a:pathLst>
                  <a:path w="6997992" h="1389039">
                    <a:moveTo>
                      <a:pt x="75704" y="17963"/>
                    </a:moveTo>
                    <a:cubicBezTo>
                      <a:pt x="371360" y="-5532"/>
                      <a:pt x="605802" y="1453"/>
                      <a:pt x="868819" y="9200"/>
                    </a:cubicBezTo>
                    <a:cubicBezTo>
                      <a:pt x="1023759" y="13772"/>
                      <a:pt x="1188732" y="18598"/>
                      <a:pt x="1383296" y="17836"/>
                    </a:cubicBezTo>
                    <a:cubicBezTo>
                      <a:pt x="1563763" y="17201"/>
                      <a:pt x="1704860" y="14407"/>
                      <a:pt x="1830717" y="11994"/>
                    </a:cubicBezTo>
                    <a:cubicBezTo>
                      <a:pt x="1931428" y="10089"/>
                      <a:pt x="2022487" y="8311"/>
                      <a:pt x="2115832" y="7930"/>
                    </a:cubicBezTo>
                    <a:cubicBezTo>
                      <a:pt x="2246261" y="7422"/>
                      <a:pt x="2380754" y="9708"/>
                      <a:pt x="2552331" y="17836"/>
                    </a:cubicBezTo>
                    <a:cubicBezTo>
                      <a:pt x="2745244" y="26980"/>
                      <a:pt x="2984766" y="18852"/>
                      <a:pt x="3221748" y="10724"/>
                    </a:cubicBezTo>
                    <a:cubicBezTo>
                      <a:pt x="3445649" y="2977"/>
                      <a:pt x="3667645" y="-4643"/>
                      <a:pt x="3839349" y="3485"/>
                    </a:cubicBezTo>
                    <a:cubicBezTo>
                      <a:pt x="3898150" y="6279"/>
                      <a:pt x="3952252" y="10978"/>
                      <a:pt x="3999115" y="18471"/>
                    </a:cubicBezTo>
                    <a:cubicBezTo>
                      <a:pt x="4157992" y="43744"/>
                      <a:pt x="4380115" y="34727"/>
                      <a:pt x="4631575" y="24186"/>
                    </a:cubicBezTo>
                    <a:cubicBezTo>
                      <a:pt x="4845062" y="15296"/>
                      <a:pt x="5076837" y="5517"/>
                      <a:pt x="5296674" y="17836"/>
                    </a:cubicBezTo>
                    <a:lnTo>
                      <a:pt x="5293499" y="74859"/>
                    </a:lnTo>
                    <a:lnTo>
                      <a:pt x="5296674" y="17836"/>
                    </a:lnTo>
                    <a:cubicBezTo>
                      <a:pt x="5726188" y="41839"/>
                      <a:pt x="6123190" y="33965"/>
                      <a:pt x="6769874" y="21138"/>
                    </a:cubicBezTo>
                    <a:cubicBezTo>
                      <a:pt x="6823976" y="20122"/>
                      <a:pt x="6880237" y="18979"/>
                      <a:pt x="6938276" y="17836"/>
                    </a:cubicBezTo>
                    <a:cubicBezTo>
                      <a:pt x="6953516" y="17582"/>
                      <a:pt x="6968121" y="23297"/>
                      <a:pt x="6979043" y="33838"/>
                    </a:cubicBezTo>
                    <a:cubicBezTo>
                      <a:pt x="6989965" y="44379"/>
                      <a:pt x="6996315" y="58857"/>
                      <a:pt x="6996442" y="74097"/>
                    </a:cubicBezTo>
                    <a:cubicBezTo>
                      <a:pt x="6999871" y="302316"/>
                      <a:pt x="6996950" y="463733"/>
                      <a:pt x="6994029" y="618927"/>
                    </a:cubicBezTo>
                    <a:cubicBezTo>
                      <a:pt x="6991362" y="763961"/>
                      <a:pt x="6988695" y="903407"/>
                      <a:pt x="6991489" y="1087938"/>
                    </a:cubicBezTo>
                    <a:cubicBezTo>
                      <a:pt x="6992378" y="1150295"/>
                      <a:pt x="6994029" y="1217732"/>
                      <a:pt x="6996442" y="1292281"/>
                    </a:cubicBezTo>
                    <a:cubicBezTo>
                      <a:pt x="6996950" y="1308537"/>
                      <a:pt x="6990473" y="1324285"/>
                      <a:pt x="6978662" y="1335588"/>
                    </a:cubicBezTo>
                    <a:cubicBezTo>
                      <a:pt x="6966851" y="1346891"/>
                      <a:pt x="6950722" y="1352479"/>
                      <a:pt x="6934466" y="1351082"/>
                    </a:cubicBezTo>
                    <a:cubicBezTo>
                      <a:pt x="6636397" y="1326063"/>
                      <a:pt x="5897765" y="1324031"/>
                      <a:pt x="5502795" y="1351209"/>
                    </a:cubicBezTo>
                    <a:cubicBezTo>
                      <a:pt x="5488571" y="1352225"/>
                      <a:pt x="5474093" y="1353241"/>
                      <a:pt x="5459361" y="1354257"/>
                    </a:cubicBezTo>
                    <a:cubicBezTo>
                      <a:pt x="5444248" y="1355273"/>
                      <a:pt x="5429008" y="1356289"/>
                      <a:pt x="5413641" y="1357432"/>
                    </a:cubicBezTo>
                    <a:cubicBezTo>
                      <a:pt x="5026418" y="1383975"/>
                      <a:pt x="4516005" y="1415725"/>
                      <a:pt x="4050550" y="1350828"/>
                    </a:cubicBezTo>
                    <a:lnTo>
                      <a:pt x="4058424" y="1294186"/>
                    </a:lnTo>
                    <a:lnTo>
                      <a:pt x="4050550" y="1350828"/>
                    </a:lnTo>
                    <a:cubicBezTo>
                      <a:pt x="3562743" y="1282883"/>
                      <a:pt x="3067570" y="1311712"/>
                      <a:pt x="2623070" y="1351209"/>
                    </a:cubicBezTo>
                    <a:cubicBezTo>
                      <a:pt x="2174252" y="1390960"/>
                      <a:pt x="715530" y="1396040"/>
                      <a:pt x="76212" y="1351336"/>
                    </a:cubicBezTo>
                    <a:cubicBezTo>
                      <a:pt x="49161" y="1349431"/>
                      <a:pt x="27190" y="1328857"/>
                      <a:pt x="23634" y="1302060"/>
                    </a:cubicBezTo>
                    <a:cubicBezTo>
                      <a:pt x="-12815" y="1035487"/>
                      <a:pt x="774" y="710240"/>
                      <a:pt x="12585" y="424236"/>
                    </a:cubicBezTo>
                    <a:cubicBezTo>
                      <a:pt x="17792" y="297998"/>
                      <a:pt x="22618" y="179380"/>
                      <a:pt x="23126" y="74732"/>
                    </a:cubicBezTo>
                    <a:cubicBezTo>
                      <a:pt x="23253" y="45014"/>
                      <a:pt x="46113" y="20376"/>
                      <a:pt x="75704" y="17963"/>
                    </a:cubicBezTo>
                    <a:moveTo>
                      <a:pt x="84721" y="131882"/>
                    </a:moveTo>
                    <a:lnTo>
                      <a:pt x="80276" y="74986"/>
                    </a:lnTo>
                    <a:lnTo>
                      <a:pt x="137426" y="75240"/>
                    </a:lnTo>
                    <a:cubicBezTo>
                      <a:pt x="136918" y="182428"/>
                      <a:pt x="131965" y="303332"/>
                      <a:pt x="126758" y="428935"/>
                    </a:cubicBezTo>
                    <a:cubicBezTo>
                      <a:pt x="114820" y="717987"/>
                      <a:pt x="102120" y="1032185"/>
                      <a:pt x="136918" y="1286439"/>
                    </a:cubicBezTo>
                    <a:lnTo>
                      <a:pt x="80276" y="1294186"/>
                    </a:lnTo>
                    <a:lnTo>
                      <a:pt x="84213" y="1237163"/>
                    </a:lnTo>
                    <a:cubicBezTo>
                      <a:pt x="718832" y="1281486"/>
                      <a:pt x="2171458" y="1276406"/>
                      <a:pt x="2613037" y="1237290"/>
                    </a:cubicBezTo>
                    <a:lnTo>
                      <a:pt x="2618117" y="1294186"/>
                    </a:lnTo>
                    <a:lnTo>
                      <a:pt x="2613037" y="1237290"/>
                    </a:lnTo>
                    <a:cubicBezTo>
                      <a:pt x="3058934" y="1197793"/>
                      <a:pt x="3564902" y="1167694"/>
                      <a:pt x="4066425" y="1237671"/>
                    </a:cubicBezTo>
                    <a:cubicBezTo>
                      <a:pt x="4518291" y="1300663"/>
                      <a:pt x="5017401" y="1270056"/>
                      <a:pt x="5405894" y="1243386"/>
                    </a:cubicBezTo>
                    <a:cubicBezTo>
                      <a:pt x="5421261" y="1242370"/>
                      <a:pt x="5436501" y="1241227"/>
                      <a:pt x="5451614" y="1240211"/>
                    </a:cubicBezTo>
                    <a:cubicBezTo>
                      <a:pt x="5466346" y="1239195"/>
                      <a:pt x="5480824" y="1238179"/>
                      <a:pt x="5495048" y="1237163"/>
                    </a:cubicBezTo>
                    <a:lnTo>
                      <a:pt x="5498985" y="1294186"/>
                    </a:lnTo>
                    <a:lnTo>
                      <a:pt x="5495048" y="1237163"/>
                    </a:lnTo>
                    <a:cubicBezTo>
                      <a:pt x="5894717" y="1209731"/>
                      <a:pt x="6639318" y="1211636"/>
                      <a:pt x="6944118" y="1237290"/>
                    </a:cubicBezTo>
                    <a:lnTo>
                      <a:pt x="6939292" y="1294186"/>
                    </a:lnTo>
                    <a:lnTo>
                      <a:pt x="6882142" y="1295964"/>
                    </a:lnTo>
                    <a:cubicBezTo>
                      <a:pt x="6879729" y="1220780"/>
                      <a:pt x="6878205" y="1152708"/>
                      <a:pt x="6877189" y="1089716"/>
                    </a:cubicBezTo>
                    <a:cubicBezTo>
                      <a:pt x="6874395" y="903026"/>
                      <a:pt x="6876935" y="761929"/>
                      <a:pt x="6879729" y="616768"/>
                    </a:cubicBezTo>
                    <a:cubicBezTo>
                      <a:pt x="6882650" y="461701"/>
                      <a:pt x="6885571" y="301935"/>
                      <a:pt x="6882142" y="75748"/>
                    </a:cubicBezTo>
                    <a:lnTo>
                      <a:pt x="6939292" y="74859"/>
                    </a:lnTo>
                    <a:lnTo>
                      <a:pt x="6940435" y="132009"/>
                    </a:lnTo>
                    <a:cubicBezTo>
                      <a:pt x="6882396" y="133152"/>
                      <a:pt x="6826135" y="134295"/>
                      <a:pt x="6771779" y="135311"/>
                    </a:cubicBezTo>
                    <a:cubicBezTo>
                      <a:pt x="6126238" y="148138"/>
                      <a:pt x="5724664" y="156139"/>
                      <a:pt x="5289943" y="131882"/>
                    </a:cubicBezTo>
                    <a:cubicBezTo>
                      <a:pt x="5076710" y="119944"/>
                      <a:pt x="4850650" y="129342"/>
                      <a:pt x="4636020" y="138359"/>
                    </a:cubicBezTo>
                    <a:cubicBezTo>
                      <a:pt x="4389386" y="148646"/>
                      <a:pt x="4153801" y="158806"/>
                      <a:pt x="3980954" y="131247"/>
                    </a:cubicBezTo>
                    <a:lnTo>
                      <a:pt x="3989971" y="74859"/>
                    </a:lnTo>
                    <a:lnTo>
                      <a:pt x="3980954" y="131247"/>
                    </a:lnTo>
                    <a:cubicBezTo>
                      <a:pt x="3939679" y="124643"/>
                      <a:pt x="3890149" y="120325"/>
                      <a:pt x="3833761" y="117531"/>
                    </a:cubicBezTo>
                    <a:cubicBezTo>
                      <a:pt x="3667899" y="109657"/>
                      <a:pt x="3451110" y="117023"/>
                      <a:pt x="3225558" y="124770"/>
                    </a:cubicBezTo>
                    <a:cubicBezTo>
                      <a:pt x="2990100" y="132898"/>
                      <a:pt x="2745371" y="141280"/>
                      <a:pt x="2546870" y="131882"/>
                    </a:cubicBezTo>
                    <a:lnTo>
                      <a:pt x="2549537" y="74859"/>
                    </a:lnTo>
                    <a:lnTo>
                      <a:pt x="2546870" y="131882"/>
                    </a:lnTo>
                    <a:cubicBezTo>
                      <a:pt x="2377325" y="123754"/>
                      <a:pt x="2244737" y="121595"/>
                      <a:pt x="2116213" y="122103"/>
                    </a:cubicBezTo>
                    <a:cubicBezTo>
                      <a:pt x="2023884" y="122484"/>
                      <a:pt x="1933714" y="124135"/>
                      <a:pt x="1832876" y="126167"/>
                    </a:cubicBezTo>
                    <a:cubicBezTo>
                      <a:pt x="1707019" y="128580"/>
                      <a:pt x="1565160" y="131247"/>
                      <a:pt x="1383804" y="132009"/>
                    </a:cubicBezTo>
                    <a:lnTo>
                      <a:pt x="1383550" y="74859"/>
                    </a:lnTo>
                    <a:lnTo>
                      <a:pt x="1383804" y="132009"/>
                    </a:lnTo>
                    <a:cubicBezTo>
                      <a:pt x="1187208" y="132771"/>
                      <a:pt x="1020457" y="127818"/>
                      <a:pt x="865517" y="123373"/>
                    </a:cubicBezTo>
                    <a:cubicBezTo>
                      <a:pt x="602373" y="115626"/>
                      <a:pt x="373646" y="109022"/>
                      <a:pt x="84848" y="131882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7" name="Freeform 77"/>
              <p:cNvSpPr/>
              <p:nvPr/>
            </p:nvSpPr>
            <p:spPr>
              <a:xfrm>
                <a:off x="-2216" y="-23876"/>
                <a:ext cx="6976357" cy="1400294"/>
              </a:xfrm>
              <a:custGeom>
                <a:avLst/>
                <a:gdLst/>
                <a:ahLst/>
                <a:cxnLst/>
                <a:rect l="l" t="t" r="r" b="b"/>
                <a:pathLst>
                  <a:path w="6976357" h="1400294">
                    <a:moveTo>
                      <a:pt x="68129" y="24511"/>
                    </a:moveTo>
                    <a:cubicBezTo>
                      <a:pt x="266249" y="55372"/>
                      <a:pt x="507930" y="46228"/>
                      <a:pt x="784663" y="35560"/>
                    </a:cubicBezTo>
                    <a:cubicBezTo>
                      <a:pt x="945318" y="29337"/>
                      <a:pt x="1116768" y="22733"/>
                      <a:pt x="1294441" y="23876"/>
                    </a:cubicBezTo>
                    <a:lnTo>
                      <a:pt x="1294060" y="81026"/>
                    </a:lnTo>
                    <a:lnTo>
                      <a:pt x="1294441" y="23876"/>
                    </a:lnTo>
                    <a:cubicBezTo>
                      <a:pt x="1449127" y="24892"/>
                      <a:pt x="1582096" y="28829"/>
                      <a:pt x="1707064" y="32512"/>
                    </a:cubicBezTo>
                    <a:cubicBezTo>
                      <a:pt x="1819078" y="35814"/>
                      <a:pt x="1924361" y="38989"/>
                      <a:pt x="2033962" y="39624"/>
                    </a:cubicBezTo>
                    <a:cubicBezTo>
                      <a:pt x="2181409" y="40640"/>
                      <a:pt x="2336476" y="37211"/>
                      <a:pt x="2524690" y="23876"/>
                    </a:cubicBezTo>
                    <a:lnTo>
                      <a:pt x="2528754" y="80899"/>
                    </a:lnTo>
                    <a:lnTo>
                      <a:pt x="2524690" y="23876"/>
                    </a:lnTo>
                    <a:cubicBezTo>
                      <a:pt x="3014529" y="-10668"/>
                      <a:pt x="3462839" y="-5207"/>
                      <a:pt x="3701726" y="24130"/>
                    </a:cubicBezTo>
                    <a:lnTo>
                      <a:pt x="3694741" y="80899"/>
                    </a:lnTo>
                    <a:lnTo>
                      <a:pt x="3701726" y="24130"/>
                    </a:lnTo>
                    <a:cubicBezTo>
                      <a:pt x="3792658" y="35306"/>
                      <a:pt x="3944550" y="28702"/>
                      <a:pt x="4138225" y="19939"/>
                    </a:cubicBezTo>
                    <a:cubicBezTo>
                      <a:pt x="4406957" y="7747"/>
                      <a:pt x="4745793" y="-7620"/>
                      <a:pt x="5072056" y="24003"/>
                    </a:cubicBezTo>
                    <a:lnTo>
                      <a:pt x="5066595" y="80899"/>
                    </a:lnTo>
                    <a:lnTo>
                      <a:pt x="5072056" y="24003"/>
                    </a:lnTo>
                    <a:cubicBezTo>
                      <a:pt x="5617775" y="76835"/>
                      <a:pt x="6477692" y="65786"/>
                      <a:pt x="6913048" y="24003"/>
                    </a:cubicBezTo>
                    <a:cubicBezTo>
                      <a:pt x="6928923" y="22479"/>
                      <a:pt x="6944671" y="27686"/>
                      <a:pt x="6956609" y="38227"/>
                    </a:cubicBezTo>
                    <a:cubicBezTo>
                      <a:pt x="6968547" y="48768"/>
                      <a:pt x="6975405" y="63881"/>
                      <a:pt x="6975659" y="79883"/>
                    </a:cubicBezTo>
                    <a:cubicBezTo>
                      <a:pt x="6978453" y="242824"/>
                      <a:pt x="6972357" y="379603"/>
                      <a:pt x="6966261" y="514985"/>
                    </a:cubicBezTo>
                    <a:cubicBezTo>
                      <a:pt x="6960165" y="651002"/>
                      <a:pt x="6954196" y="785495"/>
                      <a:pt x="6956990" y="946150"/>
                    </a:cubicBezTo>
                    <a:cubicBezTo>
                      <a:pt x="6958768" y="1049274"/>
                      <a:pt x="6964102" y="1163320"/>
                      <a:pt x="6975405" y="1295146"/>
                    </a:cubicBezTo>
                    <a:cubicBezTo>
                      <a:pt x="6976675" y="1310640"/>
                      <a:pt x="6971722" y="1326007"/>
                      <a:pt x="6961435" y="1337691"/>
                    </a:cubicBezTo>
                    <a:cubicBezTo>
                      <a:pt x="6951148" y="1349375"/>
                      <a:pt x="6936543" y="1356360"/>
                      <a:pt x="6921049" y="1357122"/>
                    </a:cubicBezTo>
                    <a:cubicBezTo>
                      <a:pt x="6793160" y="1362710"/>
                      <a:pt x="6600374" y="1355090"/>
                      <a:pt x="6392983" y="1346962"/>
                    </a:cubicBezTo>
                    <a:cubicBezTo>
                      <a:pt x="6138729" y="1337056"/>
                      <a:pt x="5860345" y="1326134"/>
                      <a:pt x="5638222" y="1335913"/>
                    </a:cubicBezTo>
                    <a:cubicBezTo>
                      <a:pt x="5554529" y="1339596"/>
                      <a:pt x="5480234" y="1346073"/>
                      <a:pt x="5419020" y="1356360"/>
                    </a:cubicBezTo>
                    <a:lnTo>
                      <a:pt x="5409622" y="1299972"/>
                    </a:lnTo>
                    <a:lnTo>
                      <a:pt x="5419020" y="1356360"/>
                    </a:lnTo>
                    <a:cubicBezTo>
                      <a:pt x="5035480" y="1420622"/>
                      <a:pt x="4820977" y="1408811"/>
                      <a:pt x="4238428" y="1356868"/>
                    </a:cubicBezTo>
                    <a:lnTo>
                      <a:pt x="4243508" y="1299972"/>
                    </a:lnTo>
                    <a:lnTo>
                      <a:pt x="4238428" y="1356868"/>
                    </a:lnTo>
                    <a:cubicBezTo>
                      <a:pt x="3848284" y="1322070"/>
                      <a:pt x="3613461" y="1334643"/>
                      <a:pt x="3395402" y="1346327"/>
                    </a:cubicBezTo>
                    <a:cubicBezTo>
                      <a:pt x="3291262" y="1351915"/>
                      <a:pt x="3189662" y="1357249"/>
                      <a:pt x="3077267" y="1357122"/>
                    </a:cubicBezTo>
                    <a:cubicBezTo>
                      <a:pt x="3003988" y="1356995"/>
                      <a:pt x="2931979" y="1356868"/>
                      <a:pt x="2858319" y="1356614"/>
                    </a:cubicBezTo>
                    <a:cubicBezTo>
                      <a:pt x="2781484" y="1356487"/>
                      <a:pt x="2702998" y="1356233"/>
                      <a:pt x="2619686" y="1356106"/>
                    </a:cubicBezTo>
                    <a:cubicBezTo>
                      <a:pt x="2409628" y="1355725"/>
                      <a:pt x="2168074" y="1355725"/>
                      <a:pt x="1842954" y="1357122"/>
                    </a:cubicBezTo>
                    <a:lnTo>
                      <a:pt x="1842700" y="1299972"/>
                    </a:lnTo>
                    <a:lnTo>
                      <a:pt x="1842954" y="1357122"/>
                    </a:lnTo>
                    <a:cubicBezTo>
                      <a:pt x="1645342" y="1357884"/>
                      <a:pt x="1462970" y="1348994"/>
                      <a:pt x="1280217" y="1340104"/>
                    </a:cubicBezTo>
                    <a:cubicBezTo>
                      <a:pt x="1092638" y="1330960"/>
                      <a:pt x="904424" y="1321816"/>
                      <a:pt x="695636" y="1322578"/>
                    </a:cubicBezTo>
                    <a:cubicBezTo>
                      <a:pt x="506914" y="1323340"/>
                      <a:pt x="301428" y="1332230"/>
                      <a:pt x="65335" y="1356868"/>
                    </a:cubicBezTo>
                    <a:cubicBezTo>
                      <a:pt x="49206" y="1358519"/>
                      <a:pt x="33204" y="1353312"/>
                      <a:pt x="21139" y="1342390"/>
                    </a:cubicBezTo>
                    <a:cubicBezTo>
                      <a:pt x="9074" y="1331468"/>
                      <a:pt x="2216" y="1316355"/>
                      <a:pt x="2216" y="1300099"/>
                    </a:cubicBezTo>
                    <a:cubicBezTo>
                      <a:pt x="2470" y="1136523"/>
                      <a:pt x="1835" y="974979"/>
                      <a:pt x="1073" y="816864"/>
                    </a:cubicBezTo>
                    <a:cubicBezTo>
                      <a:pt x="438" y="666115"/>
                      <a:pt x="-197" y="518414"/>
                      <a:pt x="57" y="375666"/>
                    </a:cubicBezTo>
                    <a:cubicBezTo>
                      <a:pt x="184" y="274701"/>
                      <a:pt x="819" y="176022"/>
                      <a:pt x="2216" y="80137"/>
                    </a:cubicBezTo>
                    <a:cubicBezTo>
                      <a:pt x="2470" y="63627"/>
                      <a:pt x="9836" y="48006"/>
                      <a:pt x="22536" y="37338"/>
                    </a:cubicBezTo>
                    <a:cubicBezTo>
                      <a:pt x="35236" y="26670"/>
                      <a:pt x="51746" y="21971"/>
                      <a:pt x="68129" y="24511"/>
                    </a:cubicBezTo>
                    <a:moveTo>
                      <a:pt x="50603" y="137541"/>
                    </a:moveTo>
                    <a:lnTo>
                      <a:pt x="59366" y="81026"/>
                    </a:lnTo>
                    <a:lnTo>
                      <a:pt x="116516" y="81915"/>
                    </a:lnTo>
                    <a:cubicBezTo>
                      <a:pt x="115119" y="177165"/>
                      <a:pt x="114484" y="275336"/>
                      <a:pt x="114357" y="375920"/>
                    </a:cubicBezTo>
                    <a:cubicBezTo>
                      <a:pt x="114103" y="518287"/>
                      <a:pt x="114738" y="665607"/>
                      <a:pt x="115373" y="816483"/>
                    </a:cubicBezTo>
                    <a:cubicBezTo>
                      <a:pt x="116008" y="974471"/>
                      <a:pt x="116770" y="1136396"/>
                      <a:pt x="116516" y="1300353"/>
                    </a:cubicBezTo>
                    <a:lnTo>
                      <a:pt x="59366" y="1300226"/>
                    </a:lnTo>
                    <a:lnTo>
                      <a:pt x="53397" y="1243330"/>
                    </a:lnTo>
                    <a:cubicBezTo>
                      <a:pt x="293554" y="1218311"/>
                      <a:pt x="502977" y="1209167"/>
                      <a:pt x="695128" y="1208532"/>
                    </a:cubicBezTo>
                    <a:cubicBezTo>
                      <a:pt x="907345" y="1207643"/>
                      <a:pt x="1098480" y="1217041"/>
                      <a:pt x="1285805" y="1226185"/>
                    </a:cubicBezTo>
                    <a:cubicBezTo>
                      <a:pt x="1468939" y="1235075"/>
                      <a:pt x="1648390" y="1243838"/>
                      <a:pt x="1842573" y="1243076"/>
                    </a:cubicBezTo>
                    <a:cubicBezTo>
                      <a:pt x="2167947" y="1241806"/>
                      <a:pt x="2409628" y="1241806"/>
                      <a:pt x="2619940" y="1242060"/>
                    </a:cubicBezTo>
                    <a:cubicBezTo>
                      <a:pt x="2703379" y="1242187"/>
                      <a:pt x="2781992" y="1242314"/>
                      <a:pt x="2858700" y="1242568"/>
                    </a:cubicBezTo>
                    <a:cubicBezTo>
                      <a:pt x="2932233" y="1242695"/>
                      <a:pt x="3004242" y="1242949"/>
                      <a:pt x="3077521" y="1243076"/>
                    </a:cubicBezTo>
                    <a:lnTo>
                      <a:pt x="3077394" y="1300226"/>
                    </a:lnTo>
                    <a:lnTo>
                      <a:pt x="3077521" y="1243076"/>
                    </a:lnTo>
                    <a:cubicBezTo>
                      <a:pt x="3186360" y="1243203"/>
                      <a:pt x="3284785" y="1237996"/>
                      <a:pt x="3389306" y="1232408"/>
                    </a:cubicBezTo>
                    <a:cubicBezTo>
                      <a:pt x="3609270" y="1220724"/>
                      <a:pt x="3850443" y="1207770"/>
                      <a:pt x="4248461" y="1243330"/>
                    </a:cubicBezTo>
                    <a:cubicBezTo>
                      <a:pt x="4829867" y="1295146"/>
                      <a:pt x="5031924" y="1305560"/>
                      <a:pt x="5399970" y="1243838"/>
                    </a:cubicBezTo>
                    <a:cubicBezTo>
                      <a:pt x="5467661" y="1232535"/>
                      <a:pt x="5547036" y="1225677"/>
                      <a:pt x="5633142" y="1221867"/>
                    </a:cubicBezTo>
                    <a:cubicBezTo>
                      <a:pt x="5860980" y="1211961"/>
                      <a:pt x="6144571" y="1223010"/>
                      <a:pt x="6397428" y="1232916"/>
                    </a:cubicBezTo>
                    <a:cubicBezTo>
                      <a:pt x="6606978" y="1241171"/>
                      <a:pt x="6793922" y="1248410"/>
                      <a:pt x="6915969" y="1243076"/>
                    </a:cubicBezTo>
                    <a:lnTo>
                      <a:pt x="6918509" y="1300226"/>
                    </a:lnTo>
                    <a:lnTo>
                      <a:pt x="6861613" y="1305052"/>
                    </a:lnTo>
                    <a:cubicBezTo>
                      <a:pt x="6850056" y="1170559"/>
                      <a:pt x="6844595" y="1053973"/>
                      <a:pt x="6842817" y="948182"/>
                    </a:cubicBezTo>
                    <a:cubicBezTo>
                      <a:pt x="6840023" y="783590"/>
                      <a:pt x="6846119" y="645795"/>
                      <a:pt x="6852215" y="509905"/>
                    </a:cubicBezTo>
                    <a:cubicBezTo>
                      <a:pt x="6858311" y="374396"/>
                      <a:pt x="6864153" y="240792"/>
                      <a:pt x="6861486" y="81915"/>
                    </a:cubicBezTo>
                    <a:lnTo>
                      <a:pt x="6918636" y="80899"/>
                    </a:lnTo>
                    <a:lnTo>
                      <a:pt x="6924097" y="137795"/>
                    </a:lnTo>
                    <a:cubicBezTo>
                      <a:pt x="6482137" y="180213"/>
                      <a:pt x="5614854" y="191389"/>
                      <a:pt x="5061134" y="137795"/>
                    </a:cubicBezTo>
                    <a:cubicBezTo>
                      <a:pt x="4744269" y="107188"/>
                      <a:pt x="4413307" y="121920"/>
                      <a:pt x="4143432" y="134112"/>
                    </a:cubicBezTo>
                    <a:cubicBezTo>
                      <a:pt x="3954964" y="142621"/>
                      <a:pt x="3790880" y="150241"/>
                      <a:pt x="3687883" y="137541"/>
                    </a:cubicBezTo>
                    <a:cubicBezTo>
                      <a:pt x="3459283" y="109474"/>
                      <a:pt x="3019101" y="103505"/>
                      <a:pt x="2532818" y="137795"/>
                    </a:cubicBezTo>
                    <a:cubicBezTo>
                      <a:pt x="2341429" y="151257"/>
                      <a:pt x="2183314" y="154813"/>
                      <a:pt x="2033327" y="153797"/>
                    </a:cubicBezTo>
                    <a:cubicBezTo>
                      <a:pt x="1922202" y="153035"/>
                      <a:pt x="1815522" y="149860"/>
                      <a:pt x="1703762" y="146558"/>
                    </a:cubicBezTo>
                    <a:cubicBezTo>
                      <a:pt x="1578794" y="142875"/>
                      <a:pt x="1446968" y="138938"/>
                      <a:pt x="1293806" y="137922"/>
                    </a:cubicBezTo>
                    <a:cubicBezTo>
                      <a:pt x="1119181" y="136779"/>
                      <a:pt x="950271" y="143256"/>
                      <a:pt x="789235" y="149479"/>
                    </a:cubicBezTo>
                    <a:cubicBezTo>
                      <a:pt x="516058" y="160020"/>
                      <a:pt x="262058" y="170053"/>
                      <a:pt x="50730" y="137160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0" y="-19050"/>
                <a:ext cx="6973436" cy="1352550"/>
              </a:xfrm>
              <a:prstGeom prst="rect">
                <a:avLst/>
              </a:prstGeom>
            </p:spPr>
            <p:txBody>
              <a:bodyPr wrap="none" lIns="50800" tIns="50800" rIns="50800" bIns="50800" rtlCol="0" anchor="ctr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>
                    <a:solidFill>
                      <a:srgbClr val="FFFFFF"/>
                    </a:solidFill>
                    <a:latin typeface="Arimo"/>
                    <a:ea typeface="맑은 고딕"/>
                    <a:cs typeface="Arimo"/>
                    <a:sym typeface="Arimo"/>
                  </a:rPr>
                  <a:t>백지 종이 발견</a:t>
                </a:r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50610" y="10866790"/>
              <a:ext cx="6973436" cy="1333500"/>
              <a:chOff x="0" y="0"/>
              <a:chExt cx="6973436" cy="1333500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34187" y="39376"/>
                <a:ext cx="6883772" cy="1274632"/>
              </a:xfrm>
              <a:custGeom>
                <a:avLst/>
                <a:gdLst/>
                <a:ahLst/>
                <a:cxnLst/>
                <a:rect l="l" t="t" r="r" b="b"/>
                <a:pathLst>
                  <a:path w="6883772" h="1274632">
                    <a:moveTo>
                      <a:pt x="22963" y="17774"/>
                    </a:moveTo>
                    <a:cubicBezTo>
                      <a:pt x="487275" y="-19056"/>
                      <a:pt x="798552" y="19806"/>
                      <a:pt x="1326237" y="17774"/>
                    </a:cubicBezTo>
                    <a:cubicBezTo>
                      <a:pt x="1853922" y="15742"/>
                      <a:pt x="2046581" y="-3435"/>
                      <a:pt x="2492351" y="17774"/>
                    </a:cubicBezTo>
                    <a:cubicBezTo>
                      <a:pt x="2938121" y="38983"/>
                      <a:pt x="3624302" y="-31248"/>
                      <a:pt x="3932785" y="17774"/>
                    </a:cubicBezTo>
                    <a:cubicBezTo>
                      <a:pt x="4241268" y="66796"/>
                      <a:pt x="4767556" y="-8388"/>
                      <a:pt x="5236059" y="17774"/>
                    </a:cubicBezTo>
                    <a:cubicBezTo>
                      <a:pt x="5704562" y="43936"/>
                      <a:pt x="6134457" y="32379"/>
                      <a:pt x="6882233" y="17774"/>
                    </a:cubicBezTo>
                    <a:cubicBezTo>
                      <a:pt x="6889980" y="529076"/>
                      <a:pt x="6865088" y="702812"/>
                      <a:pt x="6882233" y="1236974"/>
                    </a:cubicBezTo>
                    <a:cubicBezTo>
                      <a:pt x="6580862" y="1211574"/>
                      <a:pt x="5839182" y="1209669"/>
                      <a:pt x="5441799" y="1236974"/>
                    </a:cubicBezTo>
                    <a:cubicBezTo>
                      <a:pt x="5044416" y="1264279"/>
                      <a:pt x="4496030" y="1305935"/>
                      <a:pt x="4001365" y="1236974"/>
                    </a:cubicBezTo>
                    <a:cubicBezTo>
                      <a:pt x="3506700" y="1168013"/>
                      <a:pt x="3006193" y="1197477"/>
                      <a:pt x="2560931" y="1236974"/>
                    </a:cubicBezTo>
                    <a:cubicBezTo>
                      <a:pt x="2115669" y="1276471"/>
                      <a:pt x="660122" y="1281551"/>
                      <a:pt x="23090" y="1236974"/>
                    </a:cubicBezTo>
                    <a:cubicBezTo>
                      <a:pt x="-28091" y="862578"/>
                      <a:pt x="21566" y="365500"/>
                      <a:pt x="23090" y="17774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1" name="Freeform 81"/>
              <p:cNvSpPr/>
              <p:nvPr/>
            </p:nvSpPr>
            <p:spPr>
              <a:xfrm>
                <a:off x="54884" y="33432"/>
                <a:ext cx="6862214" cy="1286072"/>
              </a:xfrm>
              <a:custGeom>
                <a:avLst/>
                <a:gdLst/>
                <a:ahLst/>
                <a:cxnLst/>
                <a:rect l="l" t="t" r="r" b="b"/>
                <a:pathLst>
                  <a:path w="6862214" h="1286072">
                    <a:moveTo>
                      <a:pt x="2266" y="23718"/>
                    </a:moveTo>
                    <a:cubicBezTo>
                      <a:pt x="326751" y="74264"/>
                      <a:pt x="759440" y="20670"/>
                      <a:pt x="1236960" y="23718"/>
                    </a:cubicBezTo>
                    <a:cubicBezTo>
                      <a:pt x="1714480" y="26766"/>
                      <a:pt x="1983466" y="58135"/>
                      <a:pt x="2471654" y="23718"/>
                    </a:cubicBezTo>
                    <a:cubicBezTo>
                      <a:pt x="2959842" y="-10699"/>
                      <a:pt x="3403961" y="-4984"/>
                      <a:pt x="3637768" y="23718"/>
                    </a:cubicBezTo>
                    <a:cubicBezTo>
                      <a:pt x="3871575" y="52420"/>
                      <a:pt x="4459839" y="-29495"/>
                      <a:pt x="5009622" y="23718"/>
                    </a:cubicBezTo>
                    <a:cubicBezTo>
                      <a:pt x="5559405" y="76931"/>
                      <a:pt x="6422878" y="65755"/>
                      <a:pt x="6861536" y="23718"/>
                    </a:cubicBezTo>
                    <a:cubicBezTo>
                      <a:pt x="6868775" y="449803"/>
                      <a:pt x="6814546" y="695548"/>
                      <a:pt x="6861536" y="1242918"/>
                    </a:cubicBezTo>
                    <a:cubicBezTo>
                      <a:pt x="6527145" y="1257523"/>
                      <a:pt x="5728315" y="1179926"/>
                      <a:pt x="5352522" y="1242918"/>
                    </a:cubicBezTo>
                    <a:cubicBezTo>
                      <a:pt x="4976729" y="1305910"/>
                      <a:pt x="4768449" y="1294734"/>
                      <a:pt x="4186408" y="1242918"/>
                    </a:cubicBezTo>
                    <a:cubicBezTo>
                      <a:pt x="3604367" y="1191102"/>
                      <a:pt x="3362940" y="1243426"/>
                      <a:pt x="3020294" y="1242918"/>
                    </a:cubicBezTo>
                    <a:cubicBezTo>
                      <a:pt x="2677648" y="1242410"/>
                      <a:pt x="2363704" y="1240632"/>
                      <a:pt x="1785600" y="1242918"/>
                    </a:cubicBezTo>
                    <a:cubicBezTo>
                      <a:pt x="1207496" y="1245204"/>
                      <a:pt x="760583" y="1163924"/>
                      <a:pt x="2266" y="1242918"/>
                    </a:cubicBezTo>
                    <a:cubicBezTo>
                      <a:pt x="3028" y="812007"/>
                      <a:pt x="-3195" y="395828"/>
                      <a:pt x="2266" y="2371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2" name="Freeform 82"/>
              <p:cNvSpPr/>
              <p:nvPr/>
            </p:nvSpPr>
            <p:spPr>
              <a:xfrm>
                <a:off x="-23126" y="-17836"/>
                <a:ext cx="6997992" cy="1389039"/>
              </a:xfrm>
              <a:custGeom>
                <a:avLst/>
                <a:gdLst/>
                <a:ahLst/>
                <a:cxnLst/>
                <a:rect l="l" t="t" r="r" b="b"/>
                <a:pathLst>
                  <a:path w="6997992" h="1389039">
                    <a:moveTo>
                      <a:pt x="75704" y="17963"/>
                    </a:moveTo>
                    <a:cubicBezTo>
                      <a:pt x="371360" y="-5532"/>
                      <a:pt x="605802" y="1453"/>
                      <a:pt x="868819" y="9200"/>
                    </a:cubicBezTo>
                    <a:cubicBezTo>
                      <a:pt x="1023759" y="13772"/>
                      <a:pt x="1188732" y="18598"/>
                      <a:pt x="1383296" y="17836"/>
                    </a:cubicBezTo>
                    <a:cubicBezTo>
                      <a:pt x="1563763" y="17201"/>
                      <a:pt x="1704860" y="14407"/>
                      <a:pt x="1830717" y="11994"/>
                    </a:cubicBezTo>
                    <a:cubicBezTo>
                      <a:pt x="1931428" y="10089"/>
                      <a:pt x="2022487" y="8311"/>
                      <a:pt x="2115832" y="7930"/>
                    </a:cubicBezTo>
                    <a:cubicBezTo>
                      <a:pt x="2246261" y="7422"/>
                      <a:pt x="2380754" y="9708"/>
                      <a:pt x="2552331" y="17836"/>
                    </a:cubicBezTo>
                    <a:cubicBezTo>
                      <a:pt x="2745244" y="26980"/>
                      <a:pt x="2984766" y="18852"/>
                      <a:pt x="3221748" y="10724"/>
                    </a:cubicBezTo>
                    <a:cubicBezTo>
                      <a:pt x="3445649" y="2977"/>
                      <a:pt x="3667645" y="-4643"/>
                      <a:pt x="3839349" y="3485"/>
                    </a:cubicBezTo>
                    <a:cubicBezTo>
                      <a:pt x="3898150" y="6279"/>
                      <a:pt x="3952252" y="10978"/>
                      <a:pt x="3999115" y="18471"/>
                    </a:cubicBezTo>
                    <a:cubicBezTo>
                      <a:pt x="4157992" y="43744"/>
                      <a:pt x="4380115" y="34727"/>
                      <a:pt x="4631575" y="24186"/>
                    </a:cubicBezTo>
                    <a:cubicBezTo>
                      <a:pt x="4845062" y="15296"/>
                      <a:pt x="5076837" y="5517"/>
                      <a:pt x="5296674" y="17836"/>
                    </a:cubicBezTo>
                    <a:lnTo>
                      <a:pt x="5293499" y="74859"/>
                    </a:lnTo>
                    <a:lnTo>
                      <a:pt x="5296674" y="17836"/>
                    </a:lnTo>
                    <a:cubicBezTo>
                      <a:pt x="5726188" y="41839"/>
                      <a:pt x="6123190" y="33965"/>
                      <a:pt x="6769874" y="21138"/>
                    </a:cubicBezTo>
                    <a:cubicBezTo>
                      <a:pt x="6823976" y="20122"/>
                      <a:pt x="6880237" y="18979"/>
                      <a:pt x="6938276" y="17836"/>
                    </a:cubicBezTo>
                    <a:cubicBezTo>
                      <a:pt x="6953516" y="17582"/>
                      <a:pt x="6968121" y="23297"/>
                      <a:pt x="6979043" y="33838"/>
                    </a:cubicBezTo>
                    <a:cubicBezTo>
                      <a:pt x="6989965" y="44379"/>
                      <a:pt x="6996315" y="58857"/>
                      <a:pt x="6996442" y="74097"/>
                    </a:cubicBezTo>
                    <a:cubicBezTo>
                      <a:pt x="6999871" y="302316"/>
                      <a:pt x="6996950" y="463733"/>
                      <a:pt x="6994029" y="618927"/>
                    </a:cubicBezTo>
                    <a:cubicBezTo>
                      <a:pt x="6991362" y="763961"/>
                      <a:pt x="6988695" y="903407"/>
                      <a:pt x="6991489" y="1087938"/>
                    </a:cubicBezTo>
                    <a:cubicBezTo>
                      <a:pt x="6992378" y="1150295"/>
                      <a:pt x="6994029" y="1217732"/>
                      <a:pt x="6996442" y="1292281"/>
                    </a:cubicBezTo>
                    <a:cubicBezTo>
                      <a:pt x="6996950" y="1308537"/>
                      <a:pt x="6990473" y="1324285"/>
                      <a:pt x="6978662" y="1335588"/>
                    </a:cubicBezTo>
                    <a:cubicBezTo>
                      <a:pt x="6966851" y="1346891"/>
                      <a:pt x="6950722" y="1352479"/>
                      <a:pt x="6934466" y="1351082"/>
                    </a:cubicBezTo>
                    <a:cubicBezTo>
                      <a:pt x="6636397" y="1326063"/>
                      <a:pt x="5897765" y="1324031"/>
                      <a:pt x="5502795" y="1351209"/>
                    </a:cubicBezTo>
                    <a:cubicBezTo>
                      <a:pt x="5488571" y="1352225"/>
                      <a:pt x="5474093" y="1353241"/>
                      <a:pt x="5459361" y="1354257"/>
                    </a:cubicBezTo>
                    <a:cubicBezTo>
                      <a:pt x="5444248" y="1355273"/>
                      <a:pt x="5429008" y="1356289"/>
                      <a:pt x="5413641" y="1357432"/>
                    </a:cubicBezTo>
                    <a:cubicBezTo>
                      <a:pt x="5026418" y="1383975"/>
                      <a:pt x="4516005" y="1415725"/>
                      <a:pt x="4050550" y="1350828"/>
                    </a:cubicBezTo>
                    <a:lnTo>
                      <a:pt x="4058424" y="1294186"/>
                    </a:lnTo>
                    <a:lnTo>
                      <a:pt x="4050550" y="1350828"/>
                    </a:lnTo>
                    <a:cubicBezTo>
                      <a:pt x="3562743" y="1282883"/>
                      <a:pt x="3067570" y="1311712"/>
                      <a:pt x="2623070" y="1351209"/>
                    </a:cubicBezTo>
                    <a:cubicBezTo>
                      <a:pt x="2174252" y="1390960"/>
                      <a:pt x="715530" y="1396040"/>
                      <a:pt x="76212" y="1351336"/>
                    </a:cubicBezTo>
                    <a:cubicBezTo>
                      <a:pt x="49161" y="1349431"/>
                      <a:pt x="27190" y="1328857"/>
                      <a:pt x="23634" y="1302060"/>
                    </a:cubicBezTo>
                    <a:cubicBezTo>
                      <a:pt x="-12815" y="1035487"/>
                      <a:pt x="774" y="710240"/>
                      <a:pt x="12585" y="424236"/>
                    </a:cubicBezTo>
                    <a:cubicBezTo>
                      <a:pt x="17792" y="297998"/>
                      <a:pt x="22618" y="179380"/>
                      <a:pt x="23126" y="74732"/>
                    </a:cubicBezTo>
                    <a:cubicBezTo>
                      <a:pt x="23253" y="45014"/>
                      <a:pt x="46113" y="20376"/>
                      <a:pt x="75704" y="17963"/>
                    </a:cubicBezTo>
                    <a:moveTo>
                      <a:pt x="84721" y="131882"/>
                    </a:moveTo>
                    <a:lnTo>
                      <a:pt x="80276" y="74986"/>
                    </a:lnTo>
                    <a:lnTo>
                      <a:pt x="137426" y="75240"/>
                    </a:lnTo>
                    <a:cubicBezTo>
                      <a:pt x="136918" y="182428"/>
                      <a:pt x="131965" y="303332"/>
                      <a:pt x="126758" y="428935"/>
                    </a:cubicBezTo>
                    <a:cubicBezTo>
                      <a:pt x="114820" y="717987"/>
                      <a:pt x="102120" y="1032185"/>
                      <a:pt x="136918" y="1286439"/>
                    </a:cubicBezTo>
                    <a:lnTo>
                      <a:pt x="80276" y="1294186"/>
                    </a:lnTo>
                    <a:lnTo>
                      <a:pt x="84213" y="1237163"/>
                    </a:lnTo>
                    <a:cubicBezTo>
                      <a:pt x="718832" y="1281486"/>
                      <a:pt x="2171458" y="1276406"/>
                      <a:pt x="2613037" y="1237290"/>
                    </a:cubicBezTo>
                    <a:lnTo>
                      <a:pt x="2618117" y="1294186"/>
                    </a:lnTo>
                    <a:lnTo>
                      <a:pt x="2613037" y="1237290"/>
                    </a:lnTo>
                    <a:cubicBezTo>
                      <a:pt x="3058934" y="1197793"/>
                      <a:pt x="3564902" y="1167694"/>
                      <a:pt x="4066425" y="1237671"/>
                    </a:cubicBezTo>
                    <a:cubicBezTo>
                      <a:pt x="4518291" y="1300663"/>
                      <a:pt x="5017401" y="1270056"/>
                      <a:pt x="5405894" y="1243386"/>
                    </a:cubicBezTo>
                    <a:cubicBezTo>
                      <a:pt x="5421261" y="1242370"/>
                      <a:pt x="5436501" y="1241227"/>
                      <a:pt x="5451614" y="1240211"/>
                    </a:cubicBezTo>
                    <a:cubicBezTo>
                      <a:pt x="5466346" y="1239195"/>
                      <a:pt x="5480824" y="1238179"/>
                      <a:pt x="5495048" y="1237163"/>
                    </a:cubicBezTo>
                    <a:lnTo>
                      <a:pt x="5498985" y="1294186"/>
                    </a:lnTo>
                    <a:lnTo>
                      <a:pt x="5495048" y="1237163"/>
                    </a:lnTo>
                    <a:cubicBezTo>
                      <a:pt x="5894717" y="1209731"/>
                      <a:pt x="6639318" y="1211636"/>
                      <a:pt x="6944118" y="1237290"/>
                    </a:cubicBezTo>
                    <a:lnTo>
                      <a:pt x="6939292" y="1294186"/>
                    </a:lnTo>
                    <a:lnTo>
                      <a:pt x="6882142" y="1295964"/>
                    </a:lnTo>
                    <a:cubicBezTo>
                      <a:pt x="6879729" y="1220780"/>
                      <a:pt x="6878205" y="1152708"/>
                      <a:pt x="6877189" y="1089716"/>
                    </a:cubicBezTo>
                    <a:cubicBezTo>
                      <a:pt x="6874395" y="903026"/>
                      <a:pt x="6876935" y="761929"/>
                      <a:pt x="6879729" y="616768"/>
                    </a:cubicBezTo>
                    <a:cubicBezTo>
                      <a:pt x="6882650" y="461701"/>
                      <a:pt x="6885571" y="301935"/>
                      <a:pt x="6882142" y="75748"/>
                    </a:cubicBezTo>
                    <a:lnTo>
                      <a:pt x="6939292" y="74859"/>
                    </a:lnTo>
                    <a:lnTo>
                      <a:pt x="6940435" y="132009"/>
                    </a:lnTo>
                    <a:cubicBezTo>
                      <a:pt x="6882396" y="133152"/>
                      <a:pt x="6826135" y="134295"/>
                      <a:pt x="6771779" y="135311"/>
                    </a:cubicBezTo>
                    <a:cubicBezTo>
                      <a:pt x="6126238" y="148138"/>
                      <a:pt x="5724664" y="156139"/>
                      <a:pt x="5289943" y="131882"/>
                    </a:cubicBezTo>
                    <a:cubicBezTo>
                      <a:pt x="5076710" y="119944"/>
                      <a:pt x="4850650" y="129342"/>
                      <a:pt x="4636020" y="138359"/>
                    </a:cubicBezTo>
                    <a:cubicBezTo>
                      <a:pt x="4389386" y="148646"/>
                      <a:pt x="4153801" y="158806"/>
                      <a:pt x="3980954" y="131247"/>
                    </a:cubicBezTo>
                    <a:lnTo>
                      <a:pt x="3989971" y="74859"/>
                    </a:lnTo>
                    <a:lnTo>
                      <a:pt x="3980954" y="131247"/>
                    </a:lnTo>
                    <a:cubicBezTo>
                      <a:pt x="3939679" y="124643"/>
                      <a:pt x="3890149" y="120325"/>
                      <a:pt x="3833761" y="117531"/>
                    </a:cubicBezTo>
                    <a:cubicBezTo>
                      <a:pt x="3667899" y="109657"/>
                      <a:pt x="3451110" y="117023"/>
                      <a:pt x="3225558" y="124770"/>
                    </a:cubicBezTo>
                    <a:cubicBezTo>
                      <a:pt x="2990100" y="132898"/>
                      <a:pt x="2745371" y="141280"/>
                      <a:pt x="2546870" y="131882"/>
                    </a:cubicBezTo>
                    <a:lnTo>
                      <a:pt x="2549537" y="74859"/>
                    </a:lnTo>
                    <a:lnTo>
                      <a:pt x="2546870" y="131882"/>
                    </a:lnTo>
                    <a:cubicBezTo>
                      <a:pt x="2377325" y="123754"/>
                      <a:pt x="2244737" y="121595"/>
                      <a:pt x="2116213" y="122103"/>
                    </a:cubicBezTo>
                    <a:cubicBezTo>
                      <a:pt x="2023884" y="122484"/>
                      <a:pt x="1933714" y="124135"/>
                      <a:pt x="1832876" y="126167"/>
                    </a:cubicBezTo>
                    <a:cubicBezTo>
                      <a:pt x="1707019" y="128580"/>
                      <a:pt x="1565160" y="131247"/>
                      <a:pt x="1383804" y="132009"/>
                    </a:cubicBezTo>
                    <a:lnTo>
                      <a:pt x="1383550" y="74859"/>
                    </a:lnTo>
                    <a:lnTo>
                      <a:pt x="1383804" y="132009"/>
                    </a:lnTo>
                    <a:cubicBezTo>
                      <a:pt x="1187208" y="132771"/>
                      <a:pt x="1020457" y="127818"/>
                      <a:pt x="865517" y="123373"/>
                    </a:cubicBezTo>
                    <a:cubicBezTo>
                      <a:pt x="602373" y="115626"/>
                      <a:pt x="373646" y="109022"/>
                      <a:pt x="84848" y="131882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3" name="Freeform 83"/>
              <p:cNvSpPr/>
              <p:nvPr/>
            </p:nvSpPr>
            <p:spPr>
              <a:xfrm>
                <a:off x="-2216" y="-23876"/>
                <a:ext cx="6976357" cy="1400294"/>
              </a:xfrm>
              <a:custGeom>
                <a:avLst/>
                <a:gdLst/>
                <a:ahLst/>
                <a:cxnLst/>
                <a:rect l="l" t="t" r="r" b="b"/>
                <a:pathLst>
                  <a:path w="6976357" h="1400294">
                    <a:moveTo>
                      <a:pt x="68129" y="24511"/>
                    </a:moveTo>
                    <a:cubicBezTo>
                      <a:pt x="266249" y="55372"/>
                      <a:pt x="507930" y="46228"/>
                      <a:pt x="784663" y="35560"/>
                    </a:cubicBezTo>
                    <a:cubicBezTo>
                      <a:pt x="945318" y="29337"/>
                      <a:pt x="1116768" y="22733"/>
                      <a:pt x="1294441" y="23876"/>
                    </a:cubicBezTo>
                    <a:lnTo>
                      <a:pt x="1294060" y="81026"/>
                    </a:lnTo>
                    <a:lnTo>
                      <a:pt x="1294441" y="23876"/>
                    </a:lnTo>
                    <a:cubicBezTo>
                      <a:pt x="1449127" y="24892"/>
                      <a:pt x="1582096" y="28829"/>
                      <a:pt x="1707064" y="32512"/>
                    </a:cubicBezTo>
                    <a:cubicBezTo>
                      <a:pt x="1819078" y="35814"/>
                      <a:pt x="1924361" y="38989"/>
                      <a:pt x="2033962" y="39624"/>
                    </a:cubicBezTo>
                    <a:cubicBezTo>
                      <a:pt x="2181409" y="40640"/>
                      <a:pt x="2336476" y="37211"/>
                      <a:pt x="2524690" y="23876"/>
                    </a:cubicBezTo>
                    <a:lnTo>
                      <a:pt x="2528754" y="80899"/>
                    </a:lnTo>
                    <a:lnTo>
                      <a:pt x="2524690" y="23876"/>
                    </a:lnTo>
                    <a:cubicBezTo>
                      <a:pt x="3014529" y="-10668"/>
                      <a:pt x="3462839" y="-5207"/>
                      <a:pt x="3701726" y="24130"/>
                    </a:cubicBezTo>
                    <a:lnTo>
                      <a:pt x="3694741" y="80899"/>
                    </a:lnTo>
                    <a:lnTo>
                      <a:pt x="3701726" y="24130"/>
                    </a:lnTo>
                    <a:cubicBezTo>
                      <a:pt x="3792658" y="35306"/>
                      <a:pt x="3944550" y="28702"/>
                      <a:pt x="4138225" y="19939"/>
                    </a:cubicBezTo>
                    <a:cubicBezTo>
                      <a:pt x="4406957" y="7747"/>
                      <a:pt x="4745793" y="-7620"/>
                      <a:pt x="5072056" y="24003"/>
                    </a:cubicBezTo>
                    <a:lnTo>
                      <a:pt x="5066595" y="80899"/>
                    </a:lnTo>
                    <a:lnTo>
                      <a:pt x="5072056" y="24003"/>
                    </a:lnTo>
                    <a:cubicBezTo>
                      <a:pt x="5617775" y="76835"/>
                      <a:pt x="6477692" y="65786"/>
                      <a:pt x="6913048" y="24003"/>
                    </a:cubicBezTo>
                    <a:cubicBezTo>
                      <a:pt x="6928923" y="22479"/>
                      <a:pt x="6944671" y="27686"/>
                      <a:pt x="6956609" y="38227"/>
                    </a:cubicBezTo>
                    <a:cubicBezTo>
                      <a:pt x="6968547" y="48768"/>
                      <a:pt x="6975405" y="63881"/>
                      <a:pt x="6975659" y="79883"/>
                    </a:cubicBezTo>
                    <a:cubicBezTo>
                      <a:pt x="6978453" y="242824"/>
                      <a:pt x="6972357" y="379603"/>
                      <a:pt x="6966261" y="514985"/>
                    </a:cubicBezTo>
                    <a:cubicBezTo>
                      <a:pt x="6960165" y="651002"/>
                      <a:pt x="6954196" y="785495"/>
                      <a:pt x="6956990" y="946150"/>
                    </a:cubicBezTo>
                    <a:cubicBezTo>
                      <a:pt x="6958768" y="1049274"/>
                      <a:pt x="6964102" y="1163320"/>
                      <a:pt x="6975405" y="1295146"/>
                    </a:cubicBezTo>
                    <a:cubicBezTo>
                      <a:pt x="6976675" y="1310640"/>
                      <a:pt x="6971722" y="1326007"/>
                      <a:pt x="6961435" y="1337691"/>
                    </a:cubicBezTo>
                    <a:cubicBezTo>
                      <a:pt x="6951148" y="1349375"/>
                      <a:pt x="6936543" y="1356360"/>
                      <a:pt x="6921049" y="1357122"/>
                    </a:cubicBezTo>
                    <a:cubicBezTo>
                      <a:pt x="6793160" y="1362710"/>
                      <a:pt x="6600374" y="1355090"/>
                      <a:pt x="6392983" y="1346962"/>
                    </a:cubicBezTo>
                    <a:cubicBezTo>
                      <a:pt x="6138729" y="1337056"/>
                      <a:pt x="5860345" y="1326134"/>
                      <a:pt x="5638222" y="1335913"/>
                    </a:cubicBezTo>
                    <a:cubicBezTo>
                      <a:pt x="5554529" y="1339596"/>
                      <a:pt x="5480234" y="1346073"/>
                      <a:pt x="5419020" y="1356360"/>
                    </a:cubicBezTo>
                    <a:lnTo>
                      <a:pt x="5409622" y="1299972"/>
                    </a:lnTo>
                    <a:lnTo>
                      <a:pt x="5419020" y="1356360"/>
                    </a:lnTo>
                    <a:cubicBezTo>
                      <a:pt x="5035480" y="1420622"/>
                      <a:pt x="4820977" y="1408811"/>
                      <a:pt x="4238428" y="1356868"/>
                    </a:cubicBezTo>
                    <a:lnTo>
                      <a:pt x="4243508" y="1299972"/>
                    </a:lnTo>
                    <a:lnTo>
                      <a:pt x="4238428" y="1356868"/>
                    </a:lnTo>
                    <a:cubicBezTo>
                      <a:pt x="3848284" y="1322070"/>
                      <a:pt x="3613461" y="1334643"/>
                      <a:pt x="3395402" y="1346327"/>
                    </a:cubicBezTo>
                    <a:cubicBezTo>
                      <a:pt x="3291262" y="1351915"/>
                      <a:pt x="3189662" y="1357249"/>
                      <a:pt x="3077267" y="1357122"/>
                    </a:cubicBezTo>
                    <a:cubicBezTo>
                      <a:pt x="3003988" y="1356995"/>
                      <a:pt x="2931979" y="1356868"/>
                      <a:pt x="2858319" y="1356614"/>
                    </a:cubicBezTo>
                    <a:cubicBezTo>
                      <a:pt x="2781484" y="1356487"/>
                      <a:pt x="2702998" y="1356233"/>
                      <a:pt x="2619686" y="1356106"/>
                    </a:cubicBezTo>
                    <a:cubicBezTo>
                      <a:pt x="2409628" y="1355725"/>
                      <a:pt x="2168074" y="1355725"/>
                      <a:pt x="1842954" y="1357122"/>
                    </a:cubicBezTo>
                    <a:lnTo>
                      <a:pt x="1842700" y="1299972"/>
                    </a:lnTo>
                    <a:lnTo>
                      <a:pt x="1842954" y="1357122"/>
                    </a:lnTo>
                    <a:cubicBezTo>
                      <a:pt x="1645342" y="1357884"/>
                      <a:pt x="1462970" y="1348994"/>
                      <a:pt x="1280217" y="1340104"/>
                    </a:cubicBezTo>
                    <a:cubicBezTo>
                      <a:pt x="1092638" y="1330960"/>
                      <a:pt x="904424" y="1321816"/>
                      <a:pt x="695636" y="1322578"/>
                    </a:cubicBezTo>
                    <a:cubicBezTo>
                      <a:pt x="506914" y="1323340"/>
                      <a:pt x="301428" y="1332230"/>
                      <a:pt x="65335" y="1356868"/>
                    </a:cubicBezTo>
                    <a:cubicBezTo>
                      <a:pt x="49206" y="1358519"/>
                      <a:pt x="33204" y="1353312"/>
                      <a:pt x="21139" y="1342390"/>
                    </a:cubicBezTo>
                    <a:cubicBezTo>
                      <a:pt x="9074" y="1331468"/>
                      <a:pt x="2216" y="1316355"/>
                      <a:pt x="2216" y="1300099"/>
                    </a:cubicBezTo>
                    <a:cubicBezTo>
                      <a:pt x="2470" y="1136523"/>
                      <a:pt x="1835" y="974979"/>
                      <a:pt x="1073" y="816864"/>
                    </a:cubicBezTo>
                    <a:cubicBezTo>
                      <a:pt x="438" y="666115"/>
                      <a:pt x="-197" y="518414"/>
                      <a:pt x="57" y="375666"/>
                    </a:cubicBezTo>
                    <a:cubicBezTo>
                      <a:pt x="184" y="274701"/>
                      <a:pt x="819" y="176022"/>
                      <a:pt x="2216" y="80137"/>
                    </a:cubicBezTo>
                    <a:cubicBezTo>
                      <a:pt x="2470" y="63627"/>
                      <a:pt x="9836" y="48006"/>
                      <a:pt x="22536" y="37338"/>
                    </a:cubicBezTo>
                    <a:cubicBezTo>
                      <a:pt x="35236" y="26670"/>
                      <a:pt x="51746" y="21971"/>
                      <a:pt x="68129" y="24511"/>
                    </a:cubicBezTo>
                    <a:moveTo>
                      <a:pt x="50603" y="137541"/>
                    </a:moveTo>
                    <a:lnTo>
                      <a:pt x="59366" y="81026"/>
                    </a:lnTo>
                    <a:lnTo>
                      <a:pt x="116516" y="81915"/>
                    </a:lnTo>
                    <a:cubicBezTo>
                      <a:pt x="115119" y="177165"/>
                      <a:pt x="114484" y="275336"/>
                      <a:pt x="114357" y="375920"/>
                    </a:cubicBezTo>
                    <a:cubicBezTo>
                      <a:pt x="114103" y="518287"/>
                      <a:pt x="114738" y="665607"/>
                      <a:pt x="115373" y="816483"/>
                    </a:cubicBezTo>
                    <a:cubicBezTo>
                      <a:pt x="116008" y="974471"/>
                      <a:pt x="116770" y="1136396"/>
                      <a:pt x="116516" y="1300353"/>
                    </a:cubicBezTo>
                    <a:lnTo>
                      <a:pt x="59366" y="1300226"/>
                    </a:lnTo>
                    <a:lnTo>
                      <a:pt x="53397" y="1243330"/>
                    </a:lnTo>
                    <a:cubicBezTo>
                      <a:pt x="293554" y="1218311"/>
                      <a:pt x="502977" y="1209167"/>
                      <a:pt x="695128" y="1208532"/>
                    </a:cubicBezTo>
                    <a:cubicBezTo>
                      <a:pt x="907345" y="1207643"/>
                      <a:pt x="1098480" y="1217041"/>
                      <a:pt x="1285805" y="1226185"/>
                    </a:cubicBezTo>
                    <a:cubicBezTo>
                      <a:pt x="1468939" y="1235075"/>
                      <a:pt x="1648390" y="1243838"/>
                      <a:pt x="1842573" y="1243076"/>
                    </a:cubicBezTo>
                    <a:cubicBezTo>
                      <a:pt x="2167947" y="1241806"/>
                      <a:pt x="2409628" y="1241806"/>
                      <a:pt x="2619940" y="1242060"/>
                    </a:cubicBezTo>
                    <a:cubicBezTo>
                      <a:pt x="2703379" y="1242187"/>
                      <a:pt x="2781992" y="1242314"/>
                      <a:pt x="2858700" y="1242568"/>
                    </a:cubicBezTo>
                    <a:cubicBezTo>
                      <a:pt x="2932233" y="1242695"/>
                      <a:pt x="3004242" y="1242949"/>
                      <a:pt x="3077521" y="1243076"/>
                    </a:cubicBezTo>
                    <a:lnTo>
                      <a:pt x="3077394" y="1300226"/>
                    </a:lnTo>
                    <a:lnTo>
                      <a:pt x="3077521" y="1243076"/>
                    </a:lnTo>
                    <a:cubicBezTo>
                      <a:pt x="3186360" y="1243203"/>
                      <a:pt x="3284785" y="1237996"/>
                      <a:pt x="3389306" y="1232408"/>
                    </a:cubicBezTo>
                    <a:cubicBezTo>
                      <a:pt x="3609270" y="1220724"/>
                      <a:pt x="3850443" y="1207770"/>
                      <a:pt x="4248461" y="1243330"/>
                    </a:cubicBezTo>
                    <a:cubicBezTo>
                      <a:pt x="4829867" y="1295146"/>
                      <a:pt x="5031924" y="1305560"/>
                      <a:pt x="5399970" y="1243838"/>
                    </a:cubicBezTo>
                    <a:cubicBezTo>
                      <a:pt x="5467661" y="1232535"/>
                      <a:pt x="5547036" y="1225677"/>
                      <a:pt x="5633142" y="1221867"/>
                    </a:cubicBezTo>
                    <a:cubicBezTo>
                      <a:pt x="5860980" y="1211961"/>
                      <a:pt x="6144571" y="1223010"/>
                      <a:pt x="6397428" y="1232916"/>
                    </a:cubicBezTo>
                    <a:cubicBezTo>
                      <a:pt x="6606978" y="1241171"/>
                      <a:pt x="6793922" y="1248410"/>
                      <a:pt x="6915969" y="1243076"/>
                    </a:cubicBezTo>
                    <a:lnTo>
                      <a:pt x="6918509" y="1300226"/>
                    </a:lnTo>
                    <a:lnTo>
                      <a:pt x="6861613" y="1305052"/>
                    </a:lnTo>
                    <a:cubicBezTo>
                      <a:pt x="6850056" y="1170559"/>
                      <a:pt x="6844595" y="1053973"/>
                      <a:pt x="6842817" y="948182"/>
                    </a:cubicBezTo>
                    <a:cubicBezTo>
                      <a:pt x="6840023" y="783590"/>
                      <a:pt x="6846119" y="645795"/>
                      <a:pt x="6852215" y="509905"/>
                    </a:cubicBezTo>
                    <a:cubicBezTo>
                      <a:pt x="6858311" y="374396"/>
                      <a:pt x="6864153" y="240792"/>
                      <a:pt x="6861486" y="81915"/>
                    </a:cubicBezTo>
                    <a:lnTo>
                      <a:pt x="6918636" y="80899"/>
                    </a:lnTo>
                    <a:lnTo>
                      <a:pt x="6924097" y="137795"/>
                    </a:lnTo>
                    <a:cubicBezTo>
                      <a:pt x="6482137" y="180213"/>
                      <a:pt x="5614854" y="191389"/>
                      <a:pt x="5061134" y="137795"/>
                    </a:cubicBezTo>
                    <a:cubicBezTo>
                      <a:pt x="4744269" y="107188"/>
                      <a:pt x="4413307" y="121920"/>
                      <a:pt x="4143432" y="134112"/>
                    </a:cubicBezTo>
                    <a:cubicBezTo>
                      <a:pt x="3954964" y="142621"/>
                      <a:pt x="3790880" y="150241"/>
                      <a:pt x="3687883" y="137541"/>
                    </a:cubicBezTo>
                    <a:cubicBezTo>
                      <a:pt x="3459283" y="109474"/>
                      <a:pt x="3019101" y="103505"/>
                      <a:pt x="2532818" y="137795"/>
                    </a:cubicBezTo>
                    <a:cubicBezTo>
                      <a:pt x="2341429" y="151257"/>
                      <a:pt x="2183314" y="154813"/>
                      <a:pt x="2033327" y="153797"/>
                    </a:cubicBezTo>
                    <a:cubicBezTo>
                      <a:pt x="1922202" y="153035"/>
                      <a:pt x="1815522" y="149860"/>
                      <a:pt x="1703762" y="146558"/>
                    </a:cubicBezTo>
                    <a:cubicBezTo>
                      <a:pt x="1578794" y="142875"/>
                      <a:pt x="1446968" y="138938"/>
                      <a:pt x="1293806" y="137922"/>
                    </a:cubicBezTo>
                    <a:cubicBezTo>
                      <a:pt x="1119181" y="136779"/>
                      <a:pt x="950271" y="143256"/>
                      <a:pt x="789235" y="149479"/>
                    </a:cubicBezTo>
                    <a:cubicBezTo>
                      <a:pt x="516058" y="160020"/>
                      <a:pt x="262058" y="170053"/>
                      <a:pt x="50730" y="137160"/>
                    </a:cubicBezTo>
                    <a:close/>
                  </a:path>
                </a:pathLst>
              </a:custGeom>
              <a:solidFill>
                <a:srgbClr val="83705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0" y="-19050"/>
                <a:ext cx="6973436" cy="1352550"/>
              </a:xfrm>
              <a:prstGeom prst="rect">
                <a:avLst/>
              </a:prstGeom>
            </p:spPr>
            <p:txBody>
              <a:bodyPr wrap="none" lIns="50800" tIns="50800" rIns="50800" bIns="50800" rtlCol="0" anchor="ctr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>
                    <a:solidFill>
                      <a:srgbClr val="FFFFFF"/>
                    </a:solidFill>
                    <a:latin typeface="Arimo"/>
                    <a:ea typeface="맑은 고딕"/>
                    <a:cs typeface="Arimo"/>
                    <a:sym typeface="Arimo"/>
                  </a:rPr>
                  <a:t>종이 비행기를 접음</a:t>
                </a:r>
              </a:p>
            </p:txBody>
          </p:sp>
        </p:grpSp>
        <p:sp>
          <p:nvSpPr>
            <p:cNvPr id="85" name="AutoShape 85"/>
            <p:cNvSpPr/>
            <p:nvPr/>
          </p:nvSpPr>
          <p:spPr>
            <a:xfrm>
              <a:off x="7024046" y="2729161"/>
              <a:ext cx="6921973" cy="4394402"/>
            </a:xfrm>
            <a:prstGeom prst="line">
              <a:avLst/>
            </a:prstGeom>
            <a:ln w="63500" cap="rnd">
              <a:solidFill>
                <a:srgbClr val="996633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730866" y="395246"/>
              <a:ext cx="2339796" cy="5651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식료품점A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864509" y="395246"/>
              <a:ext cx="2339798" cy="5651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식료품점B</a:t>
              </a:r>
            </a:p>
          </p:txBody>
        </p:sp>
        <p:grpSp>
          <p:nvGrpSpPr>
            <p:cNvPr id="88" name="Group 88"/>
            <p:cNvGrpSpPr>
              <a:grpSpLocks noChangeAspect="1"/>
            </p:cNvGrpSpPr>
            <p:nvPr/>
          </p:nvGrpSpPr>
          <p:grpSpPr>
            <a:xfrm>
              <a:off x="7902178" y="10534954"/>
              <a:ext cx="1997172" cy="1997172"/>
              <a:chOff x="0" y="0"/>
              <a:chExt cx="1997172" cy="1997172"/>
            </a:xfrm>
          </p:grpSpPr>
          <p:sp>
            <p:nvSpPr>
              <p:cNvPr id="89" name="Freeform 89" descr="종이 비행기 - 무료 비즈니스 및 금융개 아이콘"/>
              <p:cNvSpPr/>
              <p:nvPr/>
            </p:nvSpPr>
            <p:spPr>
              <a:xfrm>
                <a:off x="0" y="0"/>
                <a:ext cx="1997202" cy="1997202"/>
              </a:xfrm>
              <a:custGeom>
                <a:avLst/>
                <a:gdLst/>
                <a:ahLst/>
                <a:cxnLst/>
                <a:rect l="l" t="t" r="r" b="b"/>
                <a:pathLst>
                  <a:path w="1997202" h="1997202">
                    <a:moveTo>
                      <a:pt x="0" y="0"/>
                    </a:moveTo>
                    <a:lnTo>
                      <a:pt x="1997202" y="0"/>
                    </a:lnTo>
                    <a:lnTo>
                      <a:pt x="1997202" y="1997202"/>
                    </a:lnTo>
                    <a:lnTo>
                      <a:pt x="0" y="199720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r="1" b="1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90" name="Group 90"/>
            <p:cNvGrpSpPr>
              <a:grpSpLocks noChangeAspect="1"/>
            </p:cNvGrpSpPr>
            <p:nvPr/>
          </p:nvGrpSpPr>
          <p:grpSpPr>
            <a:xfrm>
              <a:off x="8458028" y="1715000"/>
              <a:ext cx="477902" cy="641360"/>
              <a:chOff x="0" y="0"/>
              <a:chExt cx="477902" cy="641360"/>
            </a:xfrm>
          </p:grpSpPr>
          <p:sp>
            <p:nvSpPr>
              <p:cNvPr id="91" name="Freeform 91" descr="사과 PNG 투명 이미지, 그림, 사진"/>
              <p:cNvSpPr/>
              <p:nvPr/>
            </p:nvSpPr>
            <p:spPr>
              <a:xfrm>
                <a:off x="0" y="0"/>
                <a:ext cx="477901" cy="641350"/>
              </a:xfrm>
              <a:custGeom>
                <a:avLst/>
                <a:gdLst/>
                <a:ahLst/>
                <a:cxnLst/>
                <a:rect l="l" t="t" r="r" b="b"/>
                <a:pathLst>
                  <a:path w="477901" h="641350">
                    <a:moveTo>
                      <a:pt x="0" y="0"/>
                    </a:moveTo>
                    <a:lnTo>
                      <a:pt x="477901" y="0"/>
                    </a:lnTo>
                    <a:lnTo>
                      <a:pt x="477901" y="641350"/>
                    </a:lnTo>
                    <a:lnTo>
                      <a:pt x="0" y="6413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r="-1088" b="-1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92" name="Group 92"/>
            <p:cNvGrpSpPr>
              <a:grpSpLocks noChangeAspect="1"/>
            </p:cNvGrpSpPr>
            <p:nvPr/>
          </p:nvGrpSpPr>
          <p:grpSpPr>
            <a:xfrm>
              <a:off x="8294524" y="2035678"/>
              <a:ext cx="705600" cy="705600"/>
              <a:chOff x="0" y="0"/>
              <a:chExt cx="705600" cy="705600"/>
            </a:xfrm>
          </p:grpSpPr>
          <p:sp>
            <p:nvSpPr>
              <p:cNvPr id="93" name="Freeform 93" descr="일일시황&gt;#1038-25.03.07 - 체리, 오렌지, 양배추, 고구마"/>
              <p:cNvSpPr/>
              <p:nvPr/>
            </p:nvSpPr>
            <p:spPr>
              <a:xfrm>
                <a:off x="0" y="0"/>
                <a:ext cx="705612" cy="705612"/>
              </a:xfrm>
              <a:custGeom>
                <a:avLst/>
                <a:gdLst/>
                <a:ahLst/>
                <a:cxnLst/>
                <a:rect l="l" t="t" r="r" b="b"/>
                <a:pathLst>
                  <a:path w="705612" h="705612">
                    <a:moveTo>
                      <a:pt x="0" y="0"/>
                    </a:moveTo>
                    <a:lnTo>
                      <a:pt x="705612" y="0"/>
                    </a:lnTo>
                    <a:lnTo>
                      <a:pt x="705612" y="705612"/>
                    </a:lnTo>
                    <a:lnTo>
                      <a:pt x="0" y="70561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r="1" b="1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94" name="Group 94"/>
            <p:cNvGrpSpPr>
              <a:grpSpLocks noChangeAspect="1"/>
            </p:cNvGrpSpPr>
            <p:nvPr/>
          </p:nvGrpSpPr>
          <p:grpSpPr>
            <a:xfrm>
              <a:off x="8598076" y="2035678"/>
              <a:ext cx="705600" cy="705600"/>
              <a:chOff x="0" y="0"/>
              <a:chExt cx="705600" cy="705600"/>
            </a:xfrm>
          </p:grpSpPr>
          <p:sp>
            <p:nvSpPr>
              <p:cNvPr id="95" name="Freeform 95" descr="일일시황&gt;#1038-25.03.07 - 체리, 오렌지, 양배추, 고구마"/>
              <p:cNvSpPr/>
              <p:nvPr/>
            </p:nvSpPr>
            <p:spPr>
              <a:xfrm>
                <a:off x="0" y="0"/>
                <a:ext cx="705612" cy="705612"/>
              </a:xfrm>
              <a:custGeom>
                <a:avLst/>
                <a:gdLst/>
                <a:ahLst/>
                <a:cxnLst/>
                <a:rect l="l" t="t" r="r" b="b"/>
                <a:pathLst>
                  <a:path w="705612" h="705612">
                    <a:moveTo>
                      <a:pt x="0" y="0"/>
                    </a:moveTo>
                    <a:lnTo>
                      <a:pt x="705612" y="0"/>
                    </a:lnTo>
                    <a:lnTo>
                      <a:pt x="705612" y="705612"/>
                    </a:lnTo>
                    <a:lnTo>
                      <a:pt x="0" y="70561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r="1" b="1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96" name="Group 96"/>
            <p:cNvGrpSpPr>
              <a:grpSpLocks noChangeAspect="1"/>
            </p:cNvGrpSpPr>
            <p:nvPr/>
          </p:nvGrpSpPr>
          <p:grpSpPr>
            <a:xfrm>
              <a:off x="8364006" y="2360334"/>
              <a:ext cx="801318" cy="767348"/>
              <a:chOff x="0" y="0"/>
              <a:chExt cx="801318" cy="767348"/>
            </a:xfrm>
          </p:grpSpPr>
          <p:sp>
            <p:nvSpPr>
              <p:cNvPr id="97" name="Freeform 97"/>
              <p:cNvSpPr/>
              <p:nvPr/>
            </p:nvSpPr>
            <p:spPr>
              <a:xfrm flipH="1">
                <a:off x="0" y="0"/>
                <a:ext cx="801370" cy="767334"/>
              </a:xfrm>
              <a:custGeom>
                <a:avLst/>
                <a:gdLst/>
                <a:ahLst/>
                <a:cxnLst/>
                <a:rect l="l" t="t" r="r" b="b"/>
                <a:pathLst>
                  <a:path w="801370" h="767334">
                    <a:moveTo>
                      <a:pt x="801370" y="0"/>
                    </a:moveTo>
                    <a:lnTo>
                      <a:pt x="0" y="0"/>
                    </a:lnTo>
                    <a:lnTo>
                      <a:pt x="0" y="767334"/>
                    </a:lnTo>
                    <a:lnTo>
                      <a:pt x="801370" y="767334"/>
                    </a:lnTo>
                    <a:lnTo>
                      <a:pt x="80137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l="-1216" r="-1209" b="-1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98" name="Group 98"/>
            <p:cNvGrpSpPr>
              <a:grpSpLocks noChangeAspect="1"/>
            </p:cNvGrpSpPr>
            <p:nvPr/>
          </p:nvGrpSpPr>
          <p:grpSpPr>
            <a:xfrm>
              <a:off x="8200494" y="2801504"/>
              <a:ext cx="820808" cy="820808"/>
              <a:chOff x="0" y="0"/>
              <a:chExt cx="820808" cy="820808"/>
            </a:xfrm>
          </p:grpSpPr>
          <p:sp>
            <p:nvSpPr>
              <p:cNvPr id="99" name="Freeform 99" descr="아보카도 3D Icon - 무료 다운로드 (음식 및 음료 3D Icons) | IconScout"/>
              <p:cNvSpPr/>
              <p:nvPr/>
            </p:nvSpPr>
            <p:spPr>
              <a:xfrm>
                <a:off x="0" y="0"/>
                <a:ext cx="820801" cy="820801"/>
              </a:xfrm>
              <a:custGeom>
                <a:avLst/>
                <a:gdLst/>
                <a:ahLst/>
                <a:cxnLst/>
                <a:rect l="l" t="t" r="r" b="b"/>
                <a:pathLst>
                  <a:path w="820801" h="820801">
                    <a:moveTo>
                      <a:pt x="0" y="0"/>
                    </a:moveTo>
                    <a:lnTo>
                      <a:pt x="820801" y="0"/>
                    </a:lnTo>
                    <a:lnTo>
                      <a:pt x="820801" y="820801"/>
                    </a:lnTo>
                    <a:lnTo>
                      <a:pt x="0" y="82080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100" name="Group 100"/>
            <p:cNvGrpSpPr>
              <a:grpSpLocks noChangeAspect="1"/>
            </p:cNvGrpSpPr>
            <p:nvPr/>
          </p:nvGrpSpPr>
          <p:grpSpPr>
            <a:xfrm>
              <a:off x="8472194" y="2801504"/>
              <a:ext cx="820808" cy="820808"/>
              <a:chOff x="0" y="0"/>
              <a:chExt cx="820808" cy="820808"/>
            </a:xfrm>
          </p:grpSpPr>
          <p:sp>
            <p:nvSpPr>
              <p:cNvPr id="101" name="Freeform 101" descr="아보카도 3D Icon - 무료 다운로드 (음식 및 음료 3D Icons) | IconScout"/>
              <p:cNvSpPr/>
              <p:nvPr/>
            </p:nvSpPr>
            <p:spPr>
              <a:xfrm>
                <a:off x="0" y="0"/>
                <a:ext cx="820801" cy="820801"/>
              </a:xfrm>
              <a:custGeom>
                <a:avLst/>
                <a:gdLst/>
                <a:ahLst/>
                <a:cxnLst/>
                <a:rect l="l" t="t" r="r" b="b"/>
                <a:pathLst>
                  <a:path w="820801" h="820801">
                    <a:moveTo>
                      <a:pt x="0" y="0"/>
                    </a:moveTo>
                    <a:lnTo>
                      <a:pt x="820801" y="0"/>
                    </a:lnTo>
                    <a:lnTo>
                      <a:pt x="820801" y="820801"/>
                    </a:lnTo>
                    <a:lnTo>
                      <a:pt x="0" y="82080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102" name="Group 102"/>
            <p:cNvGrpSpPr>
              <a:grpSpLocks noChangeAspect="1"/>
            </p:cNvGrpSpPr>
            <p:nvPr/>
          </p:nvGrpSpPr>
          <p:grpSpPr>
            <a:xfrm>
              <a:off x="8780226" y="2801504"/>
              <a:ext cx="820808" cy="820808"/>
              <a:chOff x="0" y="0"/>
              <a:chExt cx="820808" cy="820808"/>
            </a:xfrm>
          </p:grpSpPr>
          <p:sp>
            <p:nvSpPr>
              <p:cNvPr id="103" name="Freeform 103" descr="아보카도 3D Icon - 무료 다운로드 (음식 및 음료 3D Icons) | IconScout"/>
              <p:cNvSpPr/>
              <p:nvPr/>
            </p:nvSpPr>
            <p:spPr>
              <a:xfrm>
                <a:off x="0" y="0"/>
                <a:ext cx="820801" cy="820801"/>
              </a:xfrm>
              <a:custGeom>
                <a:avLst/>
                <a:gdLst/>
                <a:ahLst/>
                <a:cxnLst/>
                <a:rect l="l" t="t" r="r" b="b"/>
                <a:pathLst>
                  <a:path w="820801" h="820801">
                    <a:moveTo>
                      <a:pt x="0" y="0"/>
                    </a:moveTo>
                    <a:lnTo>
                      <a:pt x="820801" y="0"/>
                    </a:lnTo>
                    <a:lnTo>
                      <a:pt x="820801" y="820801"/>
                    </a:lnTo>
                    <a:lnTo>
                      <a:pt x="0" y="82080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104" name="Group 104"/>
            <p:cNvGrpSpPr>
              <a:grpSpLocks noChangeAspect="1"/>
            </p:cNvGrpSpPr>
            <p:nvPr/>
          </p:nvGrpSpPr>
          <p:grpSpPr>
            <a:xfrm>
              <a:off x="8387315" y="6643952"/>
              <a:ext cx="1026898" cy="909164"/>
              <a:chOff x="0" y="0"/>
              <a:chExt cx="1026898" cy="909164"/>
            </a:xfrm>
          </p:grpSpPr>
          <p:sp>
            <p:nvSpPr>
              <p:cNvPr id="105" name="Freeform 105"/>
              <p:cNvSpPr/>
              <p:nvPr/>
            </p:nvSpPr>
            <p:spPr>
              <a:xfrm>
                <a:off x="0" y="0"/>
                <a:ext cx="1026922" cy="909193"/>
              </a:xfrm>
              <a:custGeom>
                <a:avLst/>
                <a:gdLst/>
                <a:ahLst/>
                <a:cxnLst/>
                <a:rect l="l" t="t" r="r" b="b"/>
                <a:pathLst>
                  <a:path w="1026922" h="909193">
                    <a:moveTo>
                      <a:pt x="0" y="0"/>
                    </a:moveTo>
                    <a:lnTo>
                      <a:pt x="1026922" y="0"/>
                    </a:lnTo>
                    <a:lnTo>
                      <a:pt x="1026922" y="909193"/>
                    </a:lnTo>
                    <a:lnTo>
                      <a:pt x="0" y="90919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2"/>
                <a:stretch>
                  <a:fillRect r="2" b="3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106" name="Group 106"/>
            <p:cNvGrpSpPr>
              <a:grpSpLocks noChangeAspect="1"/>
            </p:cNvGrpSpPr>
            <p:nvPr/>
          </p:nvGrpSpPr>
          <p:grpSpPr>
            <a:xfrm>
              <a:off x="8247509" y="4538378"/>
              <a:ext cx="1306510" cy="910404"/>
              <a:chOff x="0" y="0"/>
              <a:chExt cx="1306510" cy="910404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0" y="0"/>
                <a:ext cx="1306449" cy="910463"/>
              </a:xfrm>
              <a:custGeom>
                <a:avLst/>
                <a:gdLst/>
                <a:ahLst/>
                <a:cxnLst/>
                <a:rect l="l" t="t" r="r" b="b"/>
                <a:pathLst>
                  <a:path w="1306449" h="910463">
                    <a:moveTo>
                      <a:pt x="0" y="0"/>
                    </a:moveTo>
                    <a:lnTo>
                      <a:pt x="1306449" y="0"/>
                    </a:lnTo>
                    <a:lnTo>
                      <a:pt x="1306449" y="910463"/>
                    </a:lnTo>
                    <a:lnTo>
                      <a:pt x="0" y="91046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3"/>
                <a:stretch>
                  <a:fillRect r="-4" b="6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108" name="Group 108"/>
            <p:cNvGrpSpPr>
              <a:grpSpLocks noChangeAspect="1"/>
            </p:cNvGrpSpPr>
            <p:nvPr/>
          </p:nvGrpSpPr>
          <p:grpSpPr>
            <a:xfrm>
              <a:off x="8240709" y="8633874"/>
              <a:ext cx="1320110" cy="1320110"/>
              <a:chOff x="0" y="0"/>
              <a:chExt cx="1320110" cy="1320110"/>
            </a:xfrm>
          </p:grpSpPr>
          <p:sp>
            <p:nvSpPr>
              <p:cNvPr id="109" name="Freeform 109" descr="a4용지, 사무용지, 파쇄지, 세절지 분리수거/분리배출 방법 - RE.CYCLE"/>
              <p:cNvSpPr/>
              <p:nvPr/>
            </p:nvSpPr>
            <p:spPr>
              <a:xfrm>
                <a:off x="0" y="0"/>
                <a:ext cx="1320165" cy="1320165"/>
              </a:xfrm>
              <a:custGeom>
                <a:avLst/>
                <a:gdLst/>
                <a:ahLst/>
                <a:cxnLst/>
                <a:rect l="l" t="t" r="r" b="b"/>
                <a:pathLst>
                  <a:path w="1320165" h="1320165">
                    <a:moveTo>
                      <a:pt x="0" y="0"/>
                    </a:moveTo>
                    <a:lnTo>
                      <a:pt x="1320165" y="0"/>
                    </a:lnTo>
                    <a:lnTo>
                      <a:pt x="1320165" y="1320165"/>
                    </a:lnTo>
                    <a:lnTo>
                      <a:pt x="0" y="132016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4"/>
                <a:stretch>
                  <a:fillRect r="4" b="4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10" name="AutoShape 110"/>
            <p:cNvSpPr/>
            <p:nvPr/>
          </p:nvSpPr>
          <p:spPr>
            <a:xfrm flipH="1" flipV="1">
              <a:off x="7024046" y="4962133"/>
              <a:ext cx="6871363" cy="4401402"/>
            </a:xfrm>
            <a:prstGeom prst="line">
              <a:avLst/>
            </a:prstGeom>
            <a:ln w="63500" cap="rnd">
              <a:solidFill>
                <a:srgbClr val="996633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111" name="Group 111"/>
            <p:cNvGrpSpPr/>
            <p:nvPr/>
          </p:nvGrpSpPr>
          <p:grpSpPr>
            <a:xfrm>
              <a:off x="11341781" y="6704834"/>
              <a:ext cx="1385256" cy="787400"/>
              <a:chOff x="0" y="0"/>
              <a:chExt cx="1385256" cy="787400"/>
            </a:xfrm>
          </p:grpSpPr>
          <p:sp>
            <p:nvSpPr>
              <p:cNvPr id="112" name="Freeform 112"/>
              <p:cNvSpPr/>
              <p:nvPr/>
            </p:nvSpPr>
            <p:spPr>
              <a:xfrm>
                <a:off x="0" y="0"/>
                <a:ext cx="1385256" cy="787400"/>
              </a:xfrm>
              <a:custGeom>
                <a:avLst/>
                <a:gdLst/>
                <a:ahLst/>
                <a:cxnLst/>
                <a:rect l="l" t="t" r="r" b="b"/>
                <a:pathLst>
                  <a:path w="1385256" h="787400">
                    <a:moveTo>
                      <a:pt x="0" y="0"/>
                    </a:moveTo>
                    <a:lnTo>
                      <a:pt x="1385256" y="0"/>
                    </a:lnTo>
                    <a:lnTo>
                      <a:pt x="1385256" y="787400"/>
                    </a:lnTo>
                    <a:lnTo>
                      <a:pt x="0" y="787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3" name="TextBox 113"/>
              <p:cNvSpPr txBox="1"/>
              <p:nvPr/>
            </p:nvSpPr>
            <p:spPr>
              <a:xfrm>
                <a:off x="0" y="-19050"/>
                <a:ext cx="1385256" cy="806450"/>
              </a:xfrm>
              <a:prstGeom prst="rect">
                <a:avLst/>
              </a:prstGeom>
            </p:spPr>
            <p:txBody>
              <a:bodyPr wrap="none" lIns="0" tIns="0" rIns="0" bIns="0" rtlCol="0" anchor="ctr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>
                    <a:solidFill>
                      <a:srgbClr val="FF0000"/>
                    </a:solidFill>
                    <a:latin typeface="Arimo"/>
                    <a:ea typeface="맑은 고딕"/>
                    <a:cs typeface="Arimo"/>
                    <a:sym typeface="Arimo"/>
                  </a:rPr>
                  <a:t>1</a:t>
                </a:r>
                <a:r>
                  <a:rPr lang="en-US" sz="2700">
                    <a:solidFill>
                      <a:srgbClr val="FFC000"/>
                    </a:solidFill>
                    <a:latin typeface="Arimo"/>
                    <a:ea typeface="맑은 고딕"/>
                    <a:cs typeface="Arimo"/>
                    <a:sym typeface="Arimo"/>
                  </a:rPr>
                  <a:t>2</a:t>
                </a:r>
                <a:r>
                  <a:rPr lang="en-US" sz="2700">
                    <a:solidFill>
                      <a:srgbClr val="FFFF00"/>
                    </a:solidFill>
                    <a:latin typeface="Arimo"/>
                    <a:ea typeface="맑은 고딕"/>
                    <a:cs typeface="Arimo"/>
                    <a:sym typeface="Arimo"/>
                  </a:rPr>
                  <a:t>2</a:t>
                </a:r>
                <a:r>
                  <a:rPr lang="en-US" sz="2700">
                    <a:solidFill>
                      <a:srgbClr val="00B050"/>
                    </a:solidFill>
                    <a:latin typeface="Arimo"/>
                    <a:ea typeface="맑은 고딕"/>
                    <a:cs typeface="Arimo"/>
                    <a:sym typeface="Arimo"/>
                  </a:rPr>
                  <a:t>3</a:t>
                </a:r>
              </a:p>
            </p:txBody>
          </p:sp>
        </p:grpSp>
        <p:grpSp>
          <p:nvGrpSpPr>
            <p:cNvPr id="114" name="Group 114"/>
            <p:cNvGrpSpPr>
              <a:grpSpLocks noChangeAspect="1"/>
            </p:cNvGrpSpPr>
            <p:nvPr/>
          </p:nvGrpSpPr>
          <p:grpSpPr>
            <a:xfrm>
              <a:off x="11455884" y="2116876"/>
              <a:ext cx="1157048" cy="1369258"/>
              <a:chOff x="0" y="0"/>
              <a:chExt cx="1157048" cy="1369258"/>
            </a:xfrm>
          </p:grpSpPr>
          <p:sp>
            <p:nvSpPr>
              <p:cNvPr id="115" name="Freeform 115"/>
              <p:cNvSpPr/>
              <p:nvPr/>
            </p:nvSpPr>
            <p:spPr>
              <a:xfrm>
                <a:off x="0" y="0"/>
                <a:ext cx="1157097" cy="1369314"/>
              </a:xfrm>
              <a:custGeom>
                <a:avLst/>
                <a:gdLst/>
                <a:ahLst/>
                <a:cxnLst/>
                <a:rect l="l" t="t" r="r" b="b"/>
                <a:pathLst>
                  <a:path w="1157097" h="1369314">
                    <a:moveTo>
                      <a:pt x="0" y="0"/>
                    </a:moveTo>
                    <a:lnTo>
                      <a:pt x="1157097" y="0"/>
                    </a:lnTo>
                    <a:lnTo>
                      <a:pt x="1157097" y="1369314"/>
                    </a:lnTo>
                    <a:lnTo>
                      <a:pt x="0" y="136931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5"/>
                <a:stretch>
                  <a:fillRect r="4" b="4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116" name="Group 116"/>
            <p:cNvGrpSpPr>
              <a:grpSpLocks noChangeAspect="1"/>
            </p:cNvGrpSpPr>
            <p:nvPr/>
          </p:nvGrpSpPr>
          <p:grpSpPr>
            <a:xfrm>
              <a:off x="11565834" y="4145738"/>
              <a:ext cx="937148" cy="1382296"/>
              <a:chOff x="0" y="0"/>
              <a:chExt cx="937148" cy="1382296"/>
            </a:xfrm>
          </p:grpSpPr>
          <p:sp>
            <p:nvSpPr>
              <p:cNvPr id="117" name="Freeform 117"/>
              <p:cNvSpPr/>
              <p:nvPr/>
            </p:nvSpPr>
            <p:spPr>
              <a:xfrm>
                <a:off x="0" y="0"/>
                <a:ext cx="937133" cy="1382268"/>
              </a:xfrm>
              <a:custGeom>
                <a:avLst/>
                <a:gdLst/>
                <a:ahLst/>
                <a:cxnLst/>
                <a:rect l="l" t="t" r="r" b="b"/>
                <a:pathLst>
                  <a:path w="937133" h="1382268">
                    <a:moveTo>
                      <a:pt x="0" y="0"/>
                    </a:moveTo>
                    <a:lnTo>
                      <a:pt x="937133" y="0"/>
                    </a:lnTo>
                    <a:lnTo>
                      <a:pt x="937133" y="1382268"/>
                    </a:lnTo>
                    <a:lnTo>
                      <a:pt x="0" y="138226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6"/>
                <a:stretch>
                  <a:fillRect r="-1" b="-2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118" name="Group 118"/>
            <p:cNvGrpSpPr>
              <a:grpSpLocks noChangeAspect="1"/>
            </p:cNvGrpSpPr>
            <p:nvPr/>
          </p:nvGrpSpPr>
          <p:grpSpPr>
            <a:xfrm>
              <a:off x="11035822" y="10534954"/>
              <a:ext cx="1997172" cy="1997172"/>
              <a:chOff x="0" y="0"/>
              <a:chExt cx="1997172" cy="1997172"/>
            </a:xfrm>
          </p:grpSpPr>
          <p:sp>
            <p:nvSpPr>
              <p:cNvPr id="119" name="Freeform 119" descr="종이 비행기 - 무료 비즈니스 및 금융개 아이콘"/>
              <p:cNvSpPr/>
              <p:nvPr/>
            </p:nvSpPr>
            <p:spPr>
              <a:xfrm>
                <a:off x="0" y="0"/>
                <a:ext cx="1997202" cy="1997202"/>
              </a:xfrm>
              <a:custGeom>
                <a:avLst/>
                <a:gdLst/>
                <a:ahLst/>
                <a:cxnLst/>
                <a:rect l="l" t="t" r="r" b="b"/>
                <a:pathLst>
                  <a:path w="1997202" h="1997202">
                    <a:moveTo>
                      <a:pt x="0" y="0"/>
                    </a:moveTo>
                    <a:lnTo>
                      <a:pt x="1997202" y="0"/>
                    </a:lnTo>
                    <a:lnTo>
                      <a:pt x="1997202" y="1997202"/>
                    </a:lnTo>
                    <a:lnTo>
                      <a:pt x="0" y="199720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r="1" b="1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120" name="Group 120"/>
            <p:cNvGrpSpPr>
              <a:grpSpLocks noChangeAspect="1"/>
            </p:cNvGrpSpPr>
            <p:nvPr/>
          </p:nvGrpSpPr>
          <p:grpSpPr>
            <a:xfrm>
              <a:off x="11251142" y="8790916"/>
              <a:ext cx="1566532" cy="1044354"/>
              <a:chOff x="0" y="0"/>
              <a:chExt cx="1566532" cy="1044354"/>
            </a:xfrm>
          </p:grpSpPr>
          <p:sp>
            <p:nvSpPr>
              <p:cNvPr id="121" name="Freeform 121"/>
              <p:cNvSpPr/>
              <p:nvPr/>
            </p:nvSpPr>
            <p:spPr>
              <a:xfrm>
                <a:off x="0" y="0"/>
                <a:ext cx="1566545" cy="1044321"/>
              </a:xfrm>
              <a:custGeom>
                <a:avLst/>
                <a:gdLst/>
                <a:ahLst/>
                <a:cxnLst/>
                <a:rect l="l" t="t" r="r" b="b"/>
                <a:pathLst>
                  <a:path w="1566545" h="1044321">
                    <a:moveTo>
                      <a:pt x="0" y="0"/>
                    </a:moveTo>
                    <a:lnTo>
                      <a:pt x="1566545" y="0"/>
                    </a:lnTo>
                    <a:lnTo>
                      <a:pt x="1566545" y="1044321"/>
                    </a:lnTo>
                    <a:lnTo>
                      <a:pt x="0" y="104432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7"/>
                <a:stretch>
                  <a:fillRect r="-353" b="-3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3276600" y="1850572"/>
            <a:ext cx="11734800" cy="6585856"/>
            <a:chOff x="0" y="0"/>
            <a:chExt cx="15646400" cy="878114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646400" cy="8781161"/>
            </a:xfrm>
            <a:custGeom>
              <a:avLst/>
              <a:gdLst/>
              <a:ahLst/>
              <a:cxnLst/>
              <a:rect l="l" t="t" r="r" b="b"/>
              <a:pathLst>
                <a:path w="15646400" h="8781161">
                  <a:moveTo>
                    <a:pt x="0" y="0"/>
                  </a:moveTo>
                  <a:lnTo>
                    <a:pt x="15646400" y="0"/>
                  </a:lnTo>
                  <a:lnTo>
                    <a:pt x="15646400" y="8781161"/>
                  </a:lnTo>
                  <a:lnTo>
                    <a:pt x="0" y="8781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15440" y="555672"/>
            <a:ext cx="3246120" cy="4762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Arimo Bold"/>
                <a:ea typeface="맑은 고딕"/>
                <a:cs typeface="Arimo Bold"/>
                <a:sym typeface="Arimo Bold"/>
              </a:rPr>
              <a:t>3구역 ~ 4구역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76600" y="8810957"/>
            <a:ext cx="11734800" cy="4381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시야를 차단하는 안갯길로 구성하여 으스스한 분위기를 연출한다.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615440" y="555672"/>
            <a:ext cx="3246120" cy="4762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Arimo Bold"/>
                <a:ea typeface="맑은 고딕"/>
                <a:cs typeface="Arimo Bold"/>
                <a:sym typeface="Arimo Bold"/>
              </a:rPr>
              <a:t>4구역 - 미로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7651" y="3867150"/>
            <a:ext cx="8678715" cy="25881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두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갈래길을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보여주며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플레이어가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선택하도록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한다</a:t>
            </a:r>
            <a:endParaRPr lang="en-US" sz="2799" dirty="0">
              <a:solidFill>
                <a:srgbClr val="FFFFFF"/>
              </a:solidFill>
              <a:latin typeface="Arimo"/>
              <a:ea typeface="맑은 고딕"/>
              <a:cs typeface="Arimo"/>
              <a:sym typeface="Arimo"/>
            </a:endParaRPr>
          </a:p>
          <a:p>
            <a:pPr algn="just">
              <a:lnSpc>
                <a:spcPts val="3359"/>
              </a:lnSpc>
            </a:pPr>
            <a:endParaRPr lang="en-US" sz="2799" dirty="0">
              <a:solidFill>
                <a:srgbClr val="FFFFFF"/>
              </a:solidFill>
              <a:latin typeface="Arimo"/>
              <a:ea typeface="맑은 고딕"/>
              <a:cs typeface="Arimo"/>
              <a:sym typeface="Arimo"/>
            </a:endParaRPr>
          </a:p>
          <a:p>
            <a:pPr algn="just">
              <a:lnSpc>
                <a:spcPts val="3359"/>
              </a:lnSpc>
            </a:pP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엘리스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,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에릭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서로의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만남이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순탄하지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않음을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의미한다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.</a:t>
            </a:r>
          </a:p>
          <a:p>
            <a:pPr algn="just">
              <a:lnSpc>
                <a:spcPts val="3359"/>
              </a:lnSpc>
            </a:pPr>
            <a:endParaRPr lang="en-US" sz="2799" dirty="0">
              <a:solidFill>
                <a:srgbClr val="FFFFFF"/>
              </a:solidFill>
              <a:latin typeface="Arimo"/>
              <a:ea typeface="맑은 고딕"/>
              <a:cs typeface="Arimo"/>
              <a:sym typeface="Arimo"/>
            </a:endParaRPr>
          </a:p>
          <a:p>
            <a:pPr algn="just">
              <a:lnSpc>
                <a:spcPts val="3359"/>
              </a:lnSpc>
            </a:pP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과거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서로를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위하는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마음은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같았으나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이를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표현하는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</a:p>
          <a:p>
            <a:pPr algn="just">
              <a:lnSpc>
                <a:spcPts val="3359"/>
              </a:lnSpc>
            </a:pP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과정에서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오해가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생겨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헤맸던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모습을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나타냈다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050197" y="2636970"/>
            <a:ext cx="8572500" cy="5013060"/>
            <a:chOff x="0" y="0"/>
            <a:chExt cx="11430000" cy="66840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430000" cy="5900738"/>
            </a:xfrm>
            <a:custGeom>
              <a:avLst/>
              <a:gdLst/>
              <a:ahLst/>
              <a:cxnLst/>
              <a:rect l="l" t="t" r="r" b="b"/>
              <a:pathLst>
                <a:path w="11430000" h="5900738">
                  <a:moveTo>
                    <a:pt x="0" y="0"/>
                  </a:moveTo>
                  <a:lnTo>
                    <a:pt x="11430000" y="0"/>
                  </a:lnTo>
                  <a:lnTo>
                    <a:pt x="11430000" y="5900738"/>
                  </a:lnTo>
                  <a:lnTo>
                    <a:pt x="0" y="590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6270567"/>
              <a:ext cx="11430000" cy="413513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410"/>
                </a:lnSpc>
              </a:pPr>
              <a:r>
                <a:rPr lang="en-US" sz="2009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키아 던전 2층 3구역</a:t>
              </a: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615440" y="555672"/>
            <a:ext cx="3246120" cy="4762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Arimo Bold"/>
                <a:ea typeface="맑은 고딕"/>
                <a:cs typeface="Arimo Bold"/>
                <a:sym typeface="Arimo Bold"/>
              </a:rPr>
              <a:t>5구역 - 엘니드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048750" y="2489742"/>
            <a:ext cx="8572500" cy="5307517"/>
            <a:chOff x="0" y="0"/>
            <a:chExt cx="11430000" cy="7076689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3176"/>
              <a:ext cx="11430000" cy="413513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410"/>
                </a:lnSpc>
              </a:pPr>
              <a:r>
                <a:rPr lang="en-US" sz="2009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엘니드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0"/>
              <a:ext cx="11430000" cy="6292453"/>
            </a:xfrm>
            <a:custGeom>
              <a:avLst/>
              <a:gdLst/>
              <a:ahLst/>
              <a:cxnLst/>
              <a:rect l="l" t="t" r="r" b="b"/>
              <a:pathLst>
                <a:path w="11430000" h="6292453">
                  <a:moveTo>
                    <a:pt x="0" y="0"/>
                  </a:moveTo>
                  <a:lnTo>
                    <a:pt x="11430000" y="0"/>
                  </a:lnTo>
                  <a:lnTo>
                    <a:pt x="11430000" y="6292453"/>
                  </a:lnTo>
                  <a:lnTo>
                    <a:pt x="0" y="62924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28601" y="3690938"/>
            <a:ext cx="8820150" cy="25881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두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남매가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극적으로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상봉하는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장소</a:t>
            </a:r>
            <a:endParaRPr lang="en-US" sz="2799" dirty="0">
              <a:solidFill>
                <a:srgbClr val="FFFFFF"/>
              </a:solidFill>
              <a:latin typeface="Arimo"/>
              <a:ea typeface="맑은 고딕"/>
              <a:cs typeface="Arimo"/>
              <a:sym typeface="Arimo"/>
            </a:endParaRPr>
          </a:p>
          <a:p>
            <a:pPr algn="l">
              <a:lnSpc>
                <a:spcPts val="3359"/>
              </a:lnSpc>
            </a:pPr>
            <a:endParaRPr lang="en-US" sz="2799" dirty="0">
              <a:solidFill>
                <a:srgbClr val="FFFFFF"/>
              </a:solidFill>
              <a:latin typeface="Arimo"/>
              <a:ea typeface="맑은 고딕"/>
              <a:cs typeface="Arimo"/>
              <a:sym typeface="Arimo"/>
            </a:endParaRPr>
          </a:p>
          <a:p>
            <a:pPr algn="l">
              <a:lnSpc>
                <a:spcPts val="3359"/>
              </a:lnSpc>
            </a:pP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흩날리는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벚꽃과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푸른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들판으로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두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남매가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가장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</a:p>
          <a:p>
            <a:pPr algn="l">
              <a:lnSpc>
                <a:spcPts val="3359"/>
              </a:lnSpc>
            </a:pP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행복한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시간을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보냈던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장소이다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.</a:t>
            </a:r>
          </a:p>
          <a:p>
            <a:pPr algn="l">
              <a:lnSpc>
                <a:spcPts val="3359"/>
              </a:lnSpc>
            </a:pPr>
            <a:endParaRPr lang="en-US" sz="2799" dirty="0">
              <a:solidFill>
                <a:srgbClr val="FFFFFF"/>
              </a:solidFill>
              <a:latin typeface="Arimo"/>
              <a:ea typeface="맑은 고딕"/>
              <a:cs typeface="Arimo"/>
              <a:sym typeface="Arimo"/>
            </a:endParaRPr>
          </a:p>
          <a:p>
            <a:pPr algn="l">
              <a:lnSpc>
                <a:spcPts val="3359"/>
              </a:lnSpc>
            </a:pP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퀘스트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중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중요한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역할을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했던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꽃팔찌를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만들었던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장소</a:t>
            </a:r>
            <a:endParaRPr lang="en-US" sz="2799" dirty="0">
              <a:solidFill>
                <a:srgbClr val="FFFFFF"/>
              </a:solidFill>
              <a:latin typeface="Arimo"/>
              <a:ea typeface="맑은 고딕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734450" y="433849"/>
            <a:ext cx="7000000" cy="6296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Arimo"/>
                <a:ea typeface="맑은 고딕"/>
              </a:rPr>
              <a:t>퍼즐 상세 스펙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450" y="1180000"/>
            <a:ext cx="156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전 구역 퍼즐 7종의 정답과 해법 규칙 · 예상 소요 시간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5304127"/>
              </p:ext>
            </p:extLst>
          </p:nvPr>
        </p:nvGraphicFramePr>
        <p:xfrm>
          <a:off x="1050000" y="1830000"/>
          <a:ext cx="16200000" cy="65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5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125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350" b="1" dirty="0" err="1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구역</a:t>
                      </a:r>
                      <a:endParaRPr sz="1350" b="1" dirty="0">
                        <a:solidFill>
                          <a:srgbClr val="FFFFFF"/>
                        </a:solidFill>
                        <a:latin typeface="Arimo Bold"/>
                        <a:ea typeface="맑은 고딕"/>
                      </a:endParaRPr>
                    </a:p>
                  </a:txBody>
                  <a:tcPr marL="72000" marR="72000" marT="36000" marB="36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퍼즐</a:t>
                      </a:r>
                    </a:p>
                  </a:txBody>
                  <a:tcPr marL="72000" marR="72000" marT="36000" marB="36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정답</a:t>
                      </a:r>
                    </a:p>
                  </a:txBody>
                  <a:tcPr marL="72000" marR="72000" marT="36000" marB="36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해법 규칙</a:t>
                      </a:r>
                    </a:p>
                  </a:txBody>
                  <a:tcPr marL="72000" marR="72000" marT="36000" marB="36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예상
소요</a:t>
                      </a:r>
                    </a:p>
                  </a:txBody>
                  <a:tcPr marL="72000" marR="72000" marT="36000" marB="36000"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5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3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1구역
</a:t>
                      </a:r>
                      <a:r>
                        <a:rPr sz="135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도서관</a:t>
                      </a:r>
                      <a:endParaRPr sz="1350" b="0" dirty="0">
                        <a:solidFill>
                          <a:srgbClr val="000000"/>
                        </a:solidFill>
                        <a:latin typeface="Arimo"/>
                        <a:ea typeface="맑은 고딕"/>
                      </a:endParaRP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① 별자리 찾기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350" b="1">
                          <a:solidFill>
                            <a:srgbClr val="B05000"/>
                          </a:solidFill>
                          <a:latin typeface="Arimo Bold"/>
                          <a:ea typeface="맑은 고딕"/>
                        </a:rPr>
                        <a:t>여우자리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서가 006(점성술·천문학)에서 「아홉 별의 마법 운명록」을 열람해 "12월을 상징, X자 형상" 단서를 얻어 별자리 3종 중 선택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90초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5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3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1구역
</a:t>
                      </a:r>
                      <a:r>
                        <a:rPr sz="135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도서관</a:t>
                      </a:r>
                      <a:endParaRPr sz="1350" b="0" dirty="0">
                        <a:solidFill>
                          <a:srgbClr val="000000"/>
                        </a:solidFill>
                        <a:latin typeface="Arimo"/>
                        <a:ea typeface="맑은 고딕"/>
                      </a:endParaRP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② 숫자 자물쇠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350" b="1">
                          <a:solidFill>
                            <a:srgbClr val="B05000"/>
                          </a:solidFill>
                          <a:latin typeface="Arimo Bold"/>
                          <a:ea typeface="맑은 고딕"/>
                        </a:rPr>
                        <a:t>1395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짝수는 ÷2, 홀수는 +2   (7104=9302 / 6275=3197 / 8623=4315 → 2673=1395)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180초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5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1구역
도서관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③ 현자상 예의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350" b="1">
                          <a:solidFill>
                            <a:srgbClr val="B05000"/>
                          </a:solidFill>
                          <a:latin typeface="Arimo Bold"/>
                          <a:ea typeface="맑은 고딕"/>
                        </a:rPr>
                        <a:t>인사 감정표현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일곱 색 스테인드글라스 아래, 손에 책을 든 석상을 찾아 그 앞에서 인사 감정표현을 사용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60초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5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2구역
서점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④ 책 정렬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350" b="1">
                          <a:solidFill>
                            <a:srgbClr val="B05000"/>
                          </a:solidFill>
                          <a:latin typeface="Arimo Bold"/>
                          <a:ea typeface="맑은 고딕"/>
                        </a:rPr>
                        <a:t>A-L-I-C-E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2P가 보물 상자에서 찾은 쪽지의 철자를 1P에게 전달 → 1P가 책장에 순서대로 책을 넣는다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120초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25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3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2구역
</a:t>
                      </a:r>
                      <a:r>
                        <a:rPr sz="135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서점</a:t>
                      </a:r>
                      <a:endParaRPr sz="1350" b="0" dirty="0">
                        <a:solidFill>
                          <a:srgbClr val="000000"/>
                        </a:solidFill>
                        <a:latin typeface="Arimo"/>
                        <a:ea typeface="맑은 고딕"/>
                      </a:endParaRP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⑤ 노크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350" b="1">
                          <a:solidFill>
                            <a:srgbClr val="B05000"/>
                          </a:solidFill>
                          <a:latin typeface="Arimo Bold"/>
                          <a:ea typeface="맑은 고딕"/>
                        </a:rPr>
                        <a:t>5회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1P가 낡은 라디오의 박자(♪♪♪ … ♪♪)를 듣고 횟수를 2P에게 전달 → 2P가 닫힌 문을 5번 노크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90초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25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3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3구역
</a:t>
                      </a:r>
                      <a:r>
                        <a:rPr sz="135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식료품점</a:t>
                      </a:r>
                      <a:endParaRPr sz="1350" b="0" dirty="0">
                        <a:solidFill>
                          <a:srgbClr val="000000"/>
                        </a:solidFill>
                        <a:latin typeface="Arimo"/>
                        <a:ea typeface="맑은 고딕"/>
                      </a:endParaRP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⑥ 4색 자물쇠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350" b="1">
                          <a:solidFill>
                            <a:srgbClr val="B05000"/>
                          </a:solidFill>
                          <a:latin typeface="Arimo Bold"/>
                          <a:ea typeface="맑은 고딕"/>
                        </a:rPr>
                        <a:t>1223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1P가 네 가지 색 과일의 개수를 세어 2P에게 전달 → 2P가 네 색이 칠해진 자물쇠에 입력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120초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125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3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3구역
</a:t>
                      </a:r>
                      <a:r>
                        <a:rPr sz="135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식료품점</a:t>
                      </a:r>
                      <a:endParaRPr sz="1350" b="0" dirty="0">
                        <a:solidFill>
                          <a:srgbClr val="000000"/>
                        </a:solidFill>
                        <a:latin typeface="Arimo"/>
                        <a:ea typeface="맑은 고딕"/>
                      </a:endParaRP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⑦ 조리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350" b="1">
                          <a:solidFill>
                            <a:srgbClr val="B05000"/>
                          </a:solidFill>
                          <a:latin typeface="Arimo Bold"/>
                          <a:ea typeface="맑은 고딕"/>
                        </a:rPr>
                        <a:t>꼬치구이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2P가 남매가 음식을 나눠 먹는 그림을 확인해 1P에게 전달 → 1P가 레시피 북에서 해당 메뉴를 조리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3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90초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734450" y="9300000"/>
            <a:ext cx="15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5B8"/>
                </a:solidFill>
                <a:latin typeface="Arimo"/>
                <a:ea typeface="맑은 고딕"/>
              </a:rPr>
              <a:t>※ ①~③은 두 플레이어가 같은 공간에서 함께 푸는 학습 구간, ④~⑦은 서로 다른 공간에서 정보를 교환해야만 풀리는 협동 구간이다.   전체 예상 소요 12~15분.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734450" y="433849"/>
            <a:ext cx="6000000" cy="6296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Arimo"/>
                <a:ea typeface="맑은 고딕"/>
              </a:rPr>
              <a:t>운영 설계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450" y="1180000"/>
            <a:ext cx="156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2인 파티 필수 구조에서 반드시 정의해야 하는 규칙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834226"/>
              </p:ext>
            </p:extLst>
          </p:nvPr>
        </p:nvGraphicFramePr>
        <p:xfrm>
          <a:off x="1050000" y="1900000"/>
          <a:ext cx="16200000" cy="66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6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42857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400" b="1" dirty="0" err="1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항목</a:t>
                      </a:r>
                      <a:endParaRPr sz="1400" b="1" dirty="0">
                        <a:solidFill>
                          <a:srgbClr val="FFFFFF"/>
                        </a:solidFill>
                        <a:latin typeface="Arimo Bold"/>
                        <a:ea typeface="맑은 고딕"/>
                      </a:endParaRPr>
                    </a:p>
                  </a:txBody>
                  <a:tcPr marL="72000" marR="72000" marT="36000" marB="36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규칙</a:t>
                      </a:r>
                    </a:p>
                  </a:txBody>
                  <a:tcPr marL="72000" marR="72000" marT="36000" marB="36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설계 의도</a:t>
                      </a:r>
                    </a:p>
                  </a:txBody>
                  <a:tcPr marL="72000" marR="72000" marT="36000" marB="36000"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2857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파티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구성</a:t>
                      </a:r>
                      <a:endParaRPr sz="1400" b="0" dirty="0">
                        <a:solidFill>
                          <a:srgbClr val="000000"/>
                        </a:solidFill>
                        <a:latin typeface="Arimo"/>
                        <a:ea typeface="맑은 고딕"/>
                      </a:endParaRP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2인 파티 필수. 파티장이 1P(엘리스), 파티원이 2P(에릭)를 맡는다.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역할을 자동 지정해 진입 단계의 협의 비용을 없앤다.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2857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매칭</a:t>
                      </a:r>
                      <a:endParaRPr sz="1400" b="0" dirty="0">
                        <a:solidFill>
                          <a:srgbClr val="000000"/>
                        </a:solidFill>
                        <a:latin typeface="Arimo"/>
                        <a:ea typeface="맑은 고딕"/>
                      </a:endParaRP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친구·길드원이 없어도 참여할 수 있도록 이벤트 전용 자동 매칭 큐를 제공한다. 던바튼 도서관 앞 NPC에서 신청한다.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2인 강제는 솔로 유저에게 진입장벽이 된다. 매칭 큐로 이를 해소한다.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2857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역할 교체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재입장 시 1P·2P를 선택할 수 있다. 파티장을 바꾸지 않아도 「1P·2P 모두 플레이」 미션을 달성할 수 있다.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한 번의 플레이로는 절반의 시나리오만 경험한다. 재플레이 동기를 만든다.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2857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체크포인트</a:t>
                      </a:r>
                      <a:endParaRPr sz="1400" b="0" dirty="0">
                        <a:solidFill>
                          <a:srgbClr val="000000"/>
                        </a:solidFill>
                        <a:latin typeface="Arimo"/>
                        <a:ea typeface="맑은 고딕"/>
                      </a:endParaRP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구역 단위로 진행도를 저장한다. 클리어한 구역은 재입장 시 건너뛴다.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「꿈꾸는 여관」의 전체 재시작 사양이 유발한 불만을 회피한다.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2857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이탈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처리</a:t>
                      </a:r>
                      <a:endParaRPr sz="1400" b="0" dirty="0">
                        <a:solidFill>
                          <a:srgbClr val="000000"/>
                        </a:solidFill>
                        <a:latin typeface="Arimo"/>
                        <a:ea typeface="맑은 고딕"/>
                      </a:endParaRP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파티원 이탈 시 최대 5분간 재접속을 대기한다. 미복귀 시 마지막 체크포인트에서 재매칭한다.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상대의 이탈로 내 진행이 소멸하지 않게 한다.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42858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보상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지급</a:t>
                      </a:r>
                      <a:endParaRPr sz="1400" b="0" dirty="0">
                        <a:solidFill>
                          <a:srgbClr val="000000"/>
                        </a:solidFill>
                        <a:latin typeface="Arimo"/>
                        <a:ea typeface="맑은 고딕"/>
                      </a:endParaRP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보상은 계정당 1회만 지급한다. 재플레이 시 미션 달성 여부만 갱신한다.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반복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파밍을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막고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콘텐츠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경험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자체를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목적으로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둔다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.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734450" y="433849"/>
            <a:ext cx="6000000" cy="6296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Arimo"/>
                <a:ea typeface="맑은 고딕"/>
              </a:rPr>
              <a:t>운영 설계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450" y="1180000"/>
            <a:ext cx="156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힌트 정책과 공략 확산 대응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0" y="1950000"/>
            <a:ext cx="76000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A741"/>
                </a:solidFill>
                <a:latin typeface="Arimo Bold"/>
                <a:ea typeface="맑은 고딕"/>
              </a:rPr>
              <a:t>힌트 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0" y="2500000"/>
            <a:ext cx="730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· 1단계 (경과 60~120초)   대상 오브젝트를 은은하게 하이라이트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· 2단계 (+120초)   엘리스·에릭의 대사로 텍스트 힌트 제공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· 3단계 (+180초)   정답을 공개하고 진행 (클리어 인정)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· 힌트 사용에 따른 보상 차감은 두지 않는다.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   퍼즐 콘텐츠의 진입장벽을 낮추는 것을 우선한다.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5350000"/>
            <a:ext cx="76000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A741"/>
                </a:solidFill>
                <a:latin typeface="Arimo Bold"/>
                <a:ea typeface="맑은 고딕"/>
              </a:rPr>
              <a:t>난이도 배분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0" y="5900000"/>
            <a:ext cx="73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· 1구역은 단독 해결이 가능한 지식 퍼즐로 조작을 학습시킨다.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· 2·3구역부터 정보 비대칭을 적용해 난이도를 올린다.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· 4구역 미로는 퍼즐 없이 분위기 전환 구간으로 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0000" y="1950000"/>
            <a:ext cx="76000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A741"/>
                </a:solidFill>
                <a:latin typeface="Arimo Bold"/>
                <a:ea typeface="맑은 고딕"/>
              </a:rPr>
              <a:t>공략 확산 대응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0000" y="2500000"/>
            <a:ext cx="7600000" cy="5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A741"/>
                </a:solidFill>
                <a:latin typeface="Arimo Bold"/>
                <a:ea typeface="맑은 고딕"/>
              </a:rPr>
              <a:t>문제 </a:t>
            </a: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기간 한정만으로는 공략 확산을 막을 수 없다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「꿈꾸는 여관」은 출시 이틀 만에 블로그·영상 공략으로 정답이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전면 공개되었다. 본 기획도 동일한 위험을 갖는다.</a:t>
            </a:r>
          </a:p>
          <a:p>
            <a:pPr algn="l">
              <a:spcAft>
                <a:spcPts val="600"/>
              </a:spcAft>
            </a:pPr>
            <a:endParaRPr sz="1900" b="0">
              <a:solidFill>
                <a:srgbClr val="FFFFFF"/>
              </a:solidFill>
              <a:latin typeface="Arimo"/>
              <a:ea typeface="맑은 고딕"/>
            </a:endParaRP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FFA741"/>
                </a:solidFill>
                <a:latin typeface="Arimo Bold"/>
                <a:ea typeface="맑은 고딕"/>
              </a:rPr>
              <a:t>대책 1.  정답 셔플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숫자 자물쇠·색상 자물쇠·노크 횟수는 파티 입장 시점에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랜덤 생성하고, 단서 오브젝트도 함께 갱신한다.</a:t>
            </a:r>
          </a:p>
          <a:p>
            <a:pPr algn="l">
              <a:spcAft>
                <a:spcPts val="600"/>
              </a:spcAft>
            </a:pPr>
            <a:endParaRPr sz="1900" b="0">
              <a:solidFill>
                <a:srgbClr val="FFFFFF"/>
              </a:solidFill>
              <a:latin typeface="Arimo"/>
              <a:ea typeface="맑은 고딕"/>
            </a:endParaRP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FFA741"/>
                </a:solidFill>
                <a:latin typeface="Arimo Bold"/>
                <a:ea typeface="맑은 고딕"/>
              </a:rPr>
              <a:t>대책 2.  구조적 내성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정답을 미리 알아도 상대 플레이어가 가진 정보를 받아야만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진행할 수 있다. 단독 공략만으로는 클리어가 불가능하다.</a:t>
            </a:r>
          </a:p>
          <a:p>
            <a:pPr algn="l">
              <a:spcAft>
                <a:spcPts val="600"/>
              </a:spcAft>
            </a:pPr>
            <a:endParaRPr sz="1900" b="0">
              <a:solidFill>
                <a:srgbClr val="FFFFFF"/>
              </a:solidFill>
              <a:latin typeface="Arimo"/>
              <a:ea typeface="맑은 고딕"/>
            </a:endParaRP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FFA741"/>
                </a:solidFill>
                <a:latin typeface="Arimo Bold"/>
                <a:ea typeface="맑은 고딕"/>
              </a:rPr>
              <a:t>대책 3.  시즌 한정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27일간 운영해 희소성을 확보한다. 단, 보조 수단으로 둔다.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874371" y="-532102"/>
            <a:ext cx="20489042" cy="11733456"/>
            <a:chOff x="0" y="0"/>
            <a:chExt cx="23950974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950930" cy="13716000"/>
            </a:xfrm>
            <a:custGeom>
              <a:avLst/>
              <a:gdLst/>
              <a:ahLst/>
              <a:cxnLst/>
              <a:rect l="l" t="t" r="r" b="b"/>
              <a:pathLst>
                <a:path w="23950930" h="13716000">
                  <a:moveTo>
                    <a:pt x="0" y="0"/>
                  </a:moveTo>
                  <a:lnTo>
                    <a:pt x="23950930" y="0"/>
                  </a:lnTo>
                  <a:lnTo>
                    <a:pt x="2395093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4407816" y="1879262"/>
            <a:ext cx="5046326" cy="8918346"/>
            <a:chOff x="0" y="0"/>
            <a:chExt cx="6728434" cy="118911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728460" cy="11891137"/>
            </a:xfrm>
            <a:custGeom>
              <a:avLst/>
              <a:gdLst/>
              <a:ahLst/>
              <a:cxnLst/>
              <a:rect l="l" t="t" r="r" b="b"/>
              <a:pathLst>
                <a:path w="6728460" h="11891137">
                  <a:moveTo>
                    <a:pt x="0" y="0"/>
                  </a:moveTo>
                  <a:lnTo>
                    <a:pt x="6728460" y="0"/>
                  </a:lnTo>
                  <a:lnTo>
                    <a:pt x="6728460" y="11891137"/>
                  </a:lnTo>
                  <a:lnTo>
                    <a:pt x="0" y="118911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7552167"/>
            <a:ext cx="10984023" cy="3412862"/>
            <a:chOff x="0" y="0"/>
            <a:chExt cx="14645364" cy="4550482"/>
          </a:xfrm>
        </p:grpSpPr>
        <p:sp>
          <p:nvSpPr>
            <p:cNvPr id="7" name="Freeform 7"/>
            <p:cNvSpPr/>
            <p:nvPr/>
          </p:nvSpPr>
          <p:spPr>
            <a:xfrm>
              <a:off x="0" y="502390"/>
              <a:ext cx="2834822" cy="3069105"/>
            </a:xfrm>
            <a:custGeom>
              <a:avLst/>
              <a:gdLst/>
              <a:ahLst/>
              <a:cxnLst/>
              <a:rect l="l" t="t" r="r" b="b"/>
              <a:pathLst>
                <a:path w="2834822" h="3069105">
                  <a:moveTo>
                    <a:pt x="0" y="0"/>
                  </a:moveTo>
                  <a:lnTo>
                    <a:pt x="2834822" y="0"/>
                  </a:lnTo>
                  <a:lnTo>
                    <a:pt x="2834822" y="3069105"/>
                  </a:lnTo>
                  <a:lnTo>
                    <a:pt x="0" y="30691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8" name="Freeform 8"/>
            <p:cNvSpPr/>
            <p:nvPr/>
          </p:nvSpPr>
          <p:spPr>
            <a:xfrm>
              <a:off x="1565057" y="637541"/>
              <a:ext cx="3175898" cy="3369302"/>
            </a:xfrm>
            <a:custGeom>
              <a:avLst/>
              <a:gdLst/>
              <a:ahLst/>
              <a:cxnLst/>
              <a:rect l="l" t="t" r="r" b="b"/>
              <a:pathLst>
                <a:path w="3175898" h="3369302">
                  <a:moveTo>
                    <a:pt x="0" y="0"/>
                  </a:moveTo>
                  <a:lnTo>
                    <a:pt x="3175898" y="0"/>
                  </a:lnTo>
                  <a:lnTo>
                    <a:pt x="3175898" y="3369302"/>
                  </a:lnTo>
                  <a:lnTo>
                    <a:pt x="0" y="3369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9" name="Freeform 9"/>
            <p:cNvSpPr/>
            <p:nvPr/>
          </p:nvSpPr>
          <p:spPr>
            <a:xfrm>
              <a:off x="5465997" y="42627"/>
              <a:ext cx="3882958" cy="4119420"/>
            </a:xfrm>
            <a:custGeom>
              <a:avLst/>
              <a:gdLst/>
              <a:ahLst/>
              <a:cxnLst/>
              <a:rect l="l" t="t" r="r" b="b"/>
              <a:pathLst>
                <a:path w="3882958" h="4119420">
                  <a:moveTo>
                    <a:pt x="0" y="0"/>
                  </a:moveTo>
                  <a:lnTo>
                    <a:pt x="3882957" y="0"/>
                  </a:lnTo>
                  <a:lnTo>
                    <a:pt x="3882957" y="4119420"/>
                  </a:lnTo>
                  <a:lnTo>
                    <a:pt x="0" y="41194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0" name="Freeform 10"/>
            <p:cNvSpPr/>
            <p:nvPr/>
          </p:nvSpPr>
          <p:spPr>
            <a:xfrm>
              <a:off x="5441628" y="0"/>
              <a:ext cx="3604346" cy="2340263"/>
            </a:xfrm>
            <a:custGeom>
              <a:avLst/>
              <a:gdLst/>
              <a:ahLst/>
              <a:cxnLst/>
              <a:rect l="l" t="t" r="r" b="b"/>
              <a:pathLst>
                <a:path w="3604346" h="2340263">
                  <a:moveTo>
                    <a:pt x="0" y="0"/>
                  </a:moveTo>
                  <a:lnTo>
                    <a:pt x="3604346" y="0"/>
                  </a:lnTo>
                  <a:lnTo>
                    <a:pt x="3604346" y="2340263"/>
                  </a:lnTo>
                  <a:lnTo>
                    <a:pt x="0" y="2340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1" name="Freeform 11"/>
            <p:cNvSpPr/>
            <p:nvPr/>
          </p:nvSpPr>
          <p:spPr>
            <a:xfrm>
              <a:off x="7730486" y="419321"/>
              <a:ext cx="3815806" cy="4131162"/>
            </a:xfrm>
            <a:custGeom>
              <a:avLst/>
              <a:gdLst/>
              <a:ahLst/>
              <a:cxnLst/>
              <a:rect l="l" t="t" r="r" b="b"/>
              <a:pathLst>
                <a:path w="3815806" h="4131162">
                  <a:moveTo>
                    <a:pt x="0" y="0"/>
                  </a:moveTo>
                  <a:lnTo>
                    <a:pt x="3815805" y="0"/>
                  </a:lnTo>
                  <a:lnTo>
                    <a:pt x="3815805" y="4131161"/>
                  </a:lnTo>
                  <a:lnTo>
                    <a:pt x="0" y="4131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0982167" y="1631174"/>
              <a:ext cx="3663197" cy="2378474"/>
            </a:xfrm>
            <a:custGeom>
              <a:avLst/>
              <a:gdLst/>
              <a:ahLst/>
              <a:cxnLst/>
              <a:rect l="l" t="t" r="r" b="b"/>
              <a:pathLst>
                <a:path w="3663197" h="2378474">
                  <a:moveTo>
                    <a:pt x="0" y="0"/>
                  </a:moveTo>
                  <a:lnTo>
                    <a:pt x="3663197" y="0"/>
                  </a:lnTo>
                  <a:lnTo>
                    <a:pt x="3663197" y="2378473"/>
                  </a:lnTo>
                  <a:lnTo>
                    <a:pt x="0" y="23784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08188" y="1198557"/>
            <a:ext cx="2904349" cy="10684288"/>
            <a:chOff x="0" y="0"/>
            <a:chExt cx="3872466" cy="14245718"/>
          </a:xfrm>
        </p:grpSpPr>
        <p:grpSp>
          <p:nvGrpSpPr>
            <p:cNvPr id="14" name="Group 14"/>
            <p:cNvGrpSpPr>
              <a:grpSpLocks noChangeAspect="1"/>
            </p:cNvGrpSpPr>
            <p:nvPr/>
          </p:nvGrpSpPr>
          <p:grpSpPr>
            <a:xfrm>
              <a:off x="0" y="0"/>
              <a:ext cx="3428540" cy="14245718"/>
              <a:chOff x="0" y="0"/>
              <a:chExt cx="3428540" cy="14245718"/>
            </a:xfrm>
          </p:grpSpPr>
          <p:sp>
            <p:nvSpPr>
              <p:cNvPr id="15" name="Freeform 15" descr="텍스트, 스크린샷이(가) 표시된 사진  AI 생성 콘텐츠는 정확하지 않을 수 있습니다."/>
              <p:cNvSpPr/>
              <p:nvPr/>
            </p:nvSpPr>
            <p:spPr>
              <a:xfrm>
                <a:off x="0" y="0"/>
                <a:ext cx="3428492" cy="14245717"/>
              </a:xfrm>
              <a:custGeom>
                <a:avLst/>
                <a:gdLst/>
                <a:ahLst/>
                <a:cxnLst/>
                <a:rect l="l" t="t" r="r" b="b"/>
                <a:pathLst>
                  <a:path w="3428492" h="14245717">
                    <a:moveTo>
                      <a:pt x="0" y="0"/>
                    </a:moveTo>
                    <a:lnTo>
                      <a:pt x="3428492" y="0"/>
                    </a:lnTo>
                    <a:lnTo>
                      <a:pt x="3428492" y="14245717"/>
                    </a:lnTo>
                    <a:lnTo>
                      <a:pt x="0" y="1424571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r="-1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16" name="Group 16"/>
            <p:cNvGrpSpPr>
              <a:grpSpLocks noChangeAspect="1"/>
            </p:cNvGrpSpPr>
            <p:nvPr/>
          </p:nvGrpSpPr>
          <p:grpSpPr>
            <a:xfrm>
              <a:off x="1791696" y="5307270"/>
              <a:ext cx="2080770" cy="1718066"/>
              <a:chOff x="0" y="0"/>
              <a:chExt cx="2080770" cy="171806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080768" cy="1718056"/>
              </a:xfrm>
              <a:custGeom>
                <a:avLst/>
                <a:gdLst/>
                <a:ahLst/>
                <a:cxnLst/>
                <a:rect l="l" t="t" r="r" b="b"/>
                <a:pathLst>
                  <a:path w="2080768" h="1718056">
                    <a:moveTo>
                      <a:pt x="0" y="0"/>
                    </a:moveTo>
                    <a:lnTo>
                      <a:pt x="2080768" y="0"/>
                    </a:lnTo>
                    <a:lnTo>
                      <a:pt x="2080768" y="1718056"/>
                    </a:lnTo>
                    <a:lnTo>
                      <a:pt x="0" y="171805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8" name="Freeform 18"/>
            <p:cNvSpPr/>
            <p:nvPr/>
          </p:nvSpPr>
          <p:spPr>
            <a:xfrm>
              <a:off x="65642" y="5467037"/>
              <a:ext cx="3246455" cy="1558299"/>
            </a:xfrm>
            <a:custGeom>
              <a:avLst/>
              <a:gdLst/>
              <a:ahLst/>
              <a:cxnLst/>
              <a:rect l="l" t="t" r="r" b="b"/>
              <a:pathLst>
                <a:path w="3246455" h="1558299">
                  <a:moveTo>
                    <a:pt x="0" y="0"/>
                  </a:moveTo>
                  <a:lnTo>
                    <a:pt x="3246456" y="0"/>
                  </a:lnTo>
                  <a:lnTo>
                    <a:pt x="3246456" y="1558299"/>
                  </a:lnTo>
                  <a:lnTo>
                    <a:pt x="0" y="1558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4343" y="6063935"/>
              <a:ext cx="2971729" cy="820459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E3E0DB"/>
                  </a:solidFill>
                  <a:latin typeface="Arimo Bold"/>
                  <a:ea typeface="맑은 고딕"/>
                  <a:cs typeface="Arimo Bold"/>
                  <a:sym typeface="Arimo Bold"/>
                </a:rPr>
                <a:t>키아 던전의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E3E0DB"/>
                  </a:solidFill>
                  <a:latin typeface="Arimo Bold"/>
                  <a:ea typeface="맑은 고딕"/>
                  <a:cs typeface="Arimo Bold"/>
                  <a:sym typeface="Arimo Bold"/>
                </a:rPr>
                <a:t>잃어버린 남매</a:t>
              </a:r>
            </a:p>
          </p:txBody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308188" y="241060"/>
            <a:ext cx="4301056" cy="879541"/>
            <a:chOff x="0" y="0"/>
            <a:chExt cx="5876716" cy="120175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876671" cy="1201801"/>
            </a:xfrm>
            <a:custGeom>
              <a:avLst/>
              <a:gdLst/>
              <a:ahLst/>
              <a:cxnLst/>
              <a:rect l="l" t="t" r="r" b="b"/>
              <a:pathLst>
                <a:path w="5876671" h="1201801">
                  <a:moveTo>
                    <a:pt x="0" y="0"/>
                  </a:moveTo>
                  <a:lnTo>
                    <a:pt x="5876671" y="0"/>
                  </a:lnTo>
                  <a:lnTo>
                    <a:pt x="5876671" y="1201801"/>
                  </a:lnTo>
                  <a:lnTo>
                    <a:pt x="0" y="12018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b="3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061244" y="1335045"/>
            <a:ext cx="8279633" cy="1399104"/>
            <a:chOff x="0" y="0"/>
            <a:chExt cx="11039510" cy="1865471"/>
          </a:xfrm>
        </p:grpSpPr>
        <p:sp>
          <p:nvSpPr>
            <p:cNvPr id="23" name="Freeform 23"/>
            <p:cNvSpPr/>
            <p:nvPr/>
          </p:nvSpPr>
          <p:spPr>
            <a:xfrm>
              <a:off x="65756" y="2829"/>
              <a:ext cx="316563" cy="316565"/>
            </a:xfrm>
            <a:custGeom>
              <a:avLst/>
              <a:gdLst/>
              <a:ahLst/>
              <a:cxnLst/>
              <a:rect l="l" t="t" r="r" b="b"/>
              <a:pathLst>
                <a:path w="316563" h="316565">
                  <a:moveTo>
                    <a:pt x="0" y="0"/>
                  </a:moveTo>
                  <a:lnTo>
                    <a:pt x="316563" y="0"/>
                  </a:lnTo>
                  <a:lnTo>
                    <a:pt x="316563" y="316565"/>
                  </a:lnTo>
                  <a:lnTo>
                    <a:pt x="0" y="316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829" y="410977"/>
              <a:ext cx="11019681" cy="613923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3513"/>
                </a:lnSpc>
              </a:pPr>
              <a:r>
                <a:rPr lang="en-US" sz="2927" b="1">
                  <a:solidFill>
                    <a:srgbClr val="FFFFFF"/>
                  </a:solidFill>
                  <a:latin typeface="Arimo Bold"/>
                  <a:ea typeface="맑은 고딕"/>
                  <a:cs typeface="Arimo Bold"/>
                  <a:sym typeface="Arimo Bold"/>
                </a:rPr>
                <a:t>키아 던전의 잃어버린 남매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1142878"/>
              <a:ext cx="6483034" cy="722593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107"/>
                </a:lnSpc>
              </a:pPr>
              <a:r>
                <a:rPr lang="en-US" sz="1756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어딘가 모르게 으스스한 남매의 이야기를 들어주고,</a:t>
              </a:r>
            </a:p>
            <a:p>
              <a:pPr algn="l">
                <a:lnSpc>
                  <a:spcPts val="2107"/>
                </a:lnSpc>
              </a:pPr>
              <a:r>
                <a:rPr lang="en-US" sz="1756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다양한 선물 받아가세요!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9196" y="-19050"/>
              <a:ext cx="4906174" cy="341273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1932"/>
                </a:lnSpc>
              </a:pPr>
              <a:r>
                <a:rPr lang="en-US" sz="161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27일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96766" y="2022955"/>
            <a:ext cx="7761922" cy="1905107"/>
            <a:chOff x="0" y="0"/>
            <a:chExt cx="10349230" cy="2540142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10349230" cy="2540142"/>
              <a:chOff x="0" y="0"/>
              <a:chExt cx="812800" cy="19949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2800" cy="19949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99496">
                    <a:moveTo>
                      <a:pt x="29923" y="0"/>
                    </a:moveTo>
                    <a:lnTo>
                      <a:pt x="782877" y="0"/>
                    </a:lnTo>
                    <a:cubicBezTo>
                      <a:pt x="799403" y="0"/>
                      <a:pt x="812800" y="13397"/>
                      <a:pt x="812800" y="29923"/>
                    </a:cubicBezTo>
                    <a:lnTo>
                      <a:pt x="812800" y="169573"/>
                    </a:lnTo>
                    <a:cubicBezTo>
                      <a:pt x="812800" y="186099"/>
                      <a:pt x="799403" y="199496"/>
                      <a:pt x="782877" y="199496"/>
                    </a:cubicBezTo>
                    <a:lnTo>
                      <a:pt x="29923" y="199496"/>
                    </a:lnTo>
                    <a:cubicBezTo>
                      <a:pt x="13397" y="199496"/>
                      <a:pt x="0" y="186099"/>
                      <a:pt x="0" y="169573"/>
                    </a:cubicBezTo>
                    <a:lnTo>
                      <a:pt x="0" y="29923"/>
                    </a:lnTo>
                    <a:cubicBezTo>
                      <a:pt x="0" y="13397"/>
                      <a:pt x="13397" y="0"/>
                      <a:pt x="29923" y="0"/>
                    </a:cubicBezTo>
                    <a:close/>
                  </a:path>
                </a:pathLst>
              </a:custGeom>
              <a:solidFill>
                <a:srgbClr val="000000">
                  <a:alpha val="49804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28575"/>
                <a:ext cx="812800" cy="228071"/>
              </a:xfrm>
              <a:prstGeom prst="rect">
                <a:avLst/>
              </a:prstGeom>
            </p:spPr>
            <p:txBody>
              <a:bodyPr lIns="49323" tIns="49323" rIns="49323" bIns="49323" rtlCol="0" anchor="ctr"/>
              <a:lstStyle/>
              <a:p>
                <a:pPr algn="ctr">
                  <a:lnSpc>
                    <a:spcPts val="2107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366372" y="383546"/>
              <a:ext cx="4808243" cy="364312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046"/>
                </a:lnSpc>
              </a:pPr>
              <a:r>
                <a:rPr lang="en-US" sz="1705" b="1">
                  <a:solidFill>
                    <a:srgbClr val="FFFFFF"/>
                  </a:solidFill>
                  <a:latin typeface="Arimo Bold"/>
                  <a:ea typeface="맑은 고딕"/>
                  <a:cs typeface="Arimo Bold"/>
                  <a:sym typeface="Arimo Bold"/>
                </a:rPr>
                <a:t>퀘스트 ‘다시 한번 도서관으로’ 클리어</a:t>
              </a:r>
            </a:p>
          </p:txBody>
        </p:sp>
        <p:grpSp>
          <p:nvGrpSpPr>
            <p:cNvPr id="32" name="Group 32"/>
            <p:cNvGrpSpPr>
              <a:grpSpLocks noChangeAspect="1"/>
            </p:cNvGrpSpPr>
            <p:nvPr/>
          </p:nvGrpSpPr>
          <p:grpSpPr>
            <a:xfrm>
              <a:off x="245477" y="1147860"/>
              <a:ext cx="1392282" cy="1392282"/>
              <a:chOff x="0" y="0"/>
              <a:chExt cx="1392282" cy="1392282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1392301" cy="1392301"/>
              </a:xfrm>
              <a:custGeom>
                <a:avLst/>
                <a:gdLst/>
                <a:ahLst/>
                <a:cxnLst/>
                <a:rect l="l" t="t" r="r" b="b"/>
                <a:pathLst>
                  <a:path w="1392301" h="1392301">
                    <a:moveTo>
                      <a:pt x="0" y="0"/>
                    </a:moveTo>
                    <a:lnTo>
                      <a:pt x="1392301" y="0"/>
                    </a:lnTo>
                    <a:lnTo>
                      <a:pt x="1392301" y="1392301"/>
                    </a:lnTo>
                    <a:lnTo>
                      <a:pt x="0" y="139230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3"/>
                <a:stretch>
                  <a:fillRect r="1" b="1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1477571" y="1684065"/>
              <a:ext cx="1627142" cy="301625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1790"/>
                </a:lnSpc>
              </a:pPr>
              <a:r>
                <a:rPr lang="en-US" sz="1492" b="1">
                  <a:solidFill>
                    <a:srgbClr val="734ED5"/>
                  </a:solidFill>
                  <a:latin typeface="Arimo Bold"/>
                  <a:ea typeface="맑은 고딕"/>
                  <a:cs typeface="Arimo Bold"/>
                  <a:sym typeface="Arimo Bold"/>
                </a:rPr>
                <a:t>황금 주괴 더미</a:t>
              </a:r>
            </a:p>
          </p:txBody>
        </p:sp>
        <p:grpSp>
          <p:nvGrpSpPr>
            <p:cNvPr id="35" name="Group 35"/>
            <p:cNvGrpSpPr>
              <a:grpSpLocks noChangeAspect="1"/>
            </p:cNvGrpSpPr>
            <p:nvPr/>
          </p:nvGrpSpPr>
          <p:grpSpPr>
            <a:xfrm>
              <a:off x="3159989" y="1142008"/>
              <a:ext cx="1391920" cy="1391920"/>
              <a:chOff x="0" y="0"/>
              <a:chExt cx="1489934" cy="1489934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489964" cy="1489964"/>
              </a:xfrm>
              <a:custGeom>
                <a:avLst/>
                <a:gdLst/>
                <a:ahLst/>
                <a:cxnLst/>
                <a:rect l="l" t="t" r="r" b="b"/>
                <a:pathLst>
                  <a:path w="1489964" h="1489964">
                    <a:moveTo>
                      <a:pt x="0" y="0"/>
                    </a:moveTo>
                    <a:lnTo>
                      <a:pt x="1489964" y="0"/>
                    </a:lnTo>
                    <a:lnTo>
                      <a:pt x="1489964" y="1489964"/>
                    </a:lnTo>
                    <a:lnTo>
                      <a:pt x="0" y="148996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4"/>
                <a:stretch>
                  <a:fillRect r="2" b="2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3448604" y="1869942"/>
              <a:ext cx="764090" cy="2730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r">
                <a:lnSpc>
                  <a:spcPts val="1550"/>
                </a:lnSpc>
              </a:pPr>
              <a:r>
                <a:rPr lang="en-US" sz="1292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500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392083" y="1684065"/>
              <a:ext cx="1627142" cy="301625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1790"/>
                </a:lnSpc>
              </a:pPr>
              <a:r>
                <a:rPr lang="en-US" sz="1492" b="1">
                  <a:solidFill>
                    <a:srgbClr val="3A7A2B"/>
                  </a:solidFill>
                  <a:latin typeface="Arimo Bold"/>
                  <a:ea typeface="맑은 고딕"/>
                  <a:cs typeface="Arimo Bold"/>
                  <a:sym typeface="Arimo Bold"/>
                </a:rPr>
                <a:t>룬의 파편</a:t>
              </a:r>
            </a:p>
          </p:txBody>
        </p:sp>
        <p:grpSp>
          <p:nvGrpSpPr>
            <p:cNvPr id="39" name="Group 39"/>
            <p:cNvGrpSpPr>
              <a:grpSpLocks noChangeAspect="1"/>
            </p:cNvGrpSpPr>
            <p:nvPr/>
          </p:nvGrpSpPr>
          <p:grpSpPr>
            <a:xfrm>
              <a:off x="7487980" y="349960"/>
              <a:ext cx="2616046" cy="1839854"/>
              <a:chOff x="0" y="0"/>
              <a:chExt cx="2694376" cy="1894944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2694432" cy="1894967"/>
              </a:xfrm>
              <a:custGeom>
                <a:avLst/>
                <a:gdLst/>
                <a:ahLst/>
                <a:cxnLst/>
                <a:rect l="l" t="t" r="r" b="b"/>
                <a:pathLst>
                  <a:path w="2694432" h="1894967">
                    <a:moveTo>
                      <a:pt x="0" y="0"/>
                    </a:moveTo>
                    <a:lnTo>
                      <a:pt x="2694432" y="0"/>
                    </a:lnTo>
                    <a:lnTo>
                      <a:pt x="2694432" y="1894967"/>
                    </a:lnTo>
                    <a:lnTo>
                      <a:pt x="0" y="189496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5"/>
                <a:stretch>
                  <a:fillRect r="2" b="1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585353" y="1869942"/>
              <a:ext cx="712829" cy="2730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r">
                <a:lnSpc>
                  <a:spcPts val="1550"/>
                </a:lnSpc>
              </a:pPr>
              <a:r>
                <a:rPr lang="en-US" sz="1292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40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497378" y="4023496"/>
            <a:ext cx="7761922" cy="1905107"/>
            <a:chOff x="0" y="0"/>
            <a:chExt cx="10349230" cy="2540142"/>
          </a:xfrm>
        </p:grpSpPr>
        <p:grpSp>
          <p:nvGrpSpPr>
            <p:cNvPr id="43" name="Group 43"/>
            <p:cNvGrpSpPr/>
            <p:nvPr/>
          </p:nvGrpSpPr>
          <p:grpSpPr>
            <a:xfrm>
              <a:off x="0" y="0"/>
              <a:ext cx="10349230" cy="2540142"/>
              <a:chOff x="0" y="0"/>
              <a:chExt cx="812800" cy="19949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812800" cy="19949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99496">
                    <a:moveTo>
                      <a:pt x="29923" y="0"/>
                    </a:moveTo>
                    <a:lnTo>
                      <a:pt x="782877" y="0"/>
                    </a:lnTo>
                    <a:cubicBezTo>
                      <a:pt x="799403" y="0"/>
                      <a:pt x="812800" y="13397"/>
                      <a:pt x="812800" y="29923"/>
                    </a:cubicBezTo>
                    <a:lnTo>
                      <a:pt x="812800" y="169573"/>
                    </a:lnTo>
                    <a:cubicBezTo>
                      <a:pt x="812800" y="186099"/>
                      <a:pt x="799403" y="199496"/>
                      <a:pt x="782877" y="199496"/>
                    </a:cubicBezTo>
                    <a:lnTo>
                      <a:pt x="29923" y="199496"/>
                    </a:lnTo>
                    <a:cubicBezTo>
                      <a:pt x="13397" y="199496"/>
                      <a:pt x="0" y="186099"/>
                      <a:pt x="0" y="169573"/>
                    </a:cubicBezTo>
                    <a:lnTo>
                      <a:pt x="0" y="29923"/>
                    </a:lnTo>
                    <a:cubicBezTo>
                      <a:pt x="0" y="13397"/>
                      <a:pt x="13397" y="0"/>
                      <a:pt x="29923" y="0"/>
                    </a:cubicBezTo>
                    <a:close/>
                  </a:path>
                </a:pathLst>
              </a:custGeom>
              <a:solidFill>
                <a:srgbClr val="000000">
                  <a:alpha val="49804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-28575"/>
                <a:ext cx="812800" cy="228071"/>
              </a:xfrm>
              <a:prstGeom prst="rect">
                <a:avLst/>
              </a:prstGeom>
            </p:spPr>
            <p:txBody>
              <a:bodyPr lIns="49323" tIns="49323" rIns="49323" bIns="49323" rtlCol="0" anchor="ctr"/>
              <a:lstStyle/>
              <a:p>
                <a:pPr algn="ctr">
                  <a:lnSpc>
                    <a:spcPts val="2107"/>
                  </a:lnSpc>
                </a:pPr>
                <a:endParaRPr/>
              </a:p>
            </p:txBody>
          </p:sp>
        </p:grpSp>
        <p:grpSp>
          <p:nvGrpSpPr>
            <p:cNvPr id="46" name="Group 46"/>
            <p:cNvGrpSpPr>
              <a:grpSpLocks noChangeAspect="1"/>
            </p:cNvGrpSpPr>
            <p:nvPr/>
          </p:nvGrpSpPr>
          <p:grpSpPr>
            <a:xfrm>
              <a:off x="3855949" y="1142008"/>
              <a:ext cx="1391920" cy="1391920"/>
              <a:chOff x="0" y="0"/>
              <a:chExt cx="1489934" cy="1489934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489964" cy="1489964"/>
              </a:xfrm>
              <a:custGeom>
                <a:avLst/>
                <a:gdLst/>
                <a:ahLst/>
                <a:cxnLst/>
                <a:rect l="l" t="t" r="r" b="b"/>
                <a:pathLst>
                  <a:path w="1489964" h="1489964">
                    <a:moveTo>
                      <a:pt x="0" y="0"/>
                    </a:moveTo>
                    <a:lnTo>
                      <a:pt x="1489964" y="0"/>
                    </a:lnTo>
                    <a:lnTo>
                      <a:pt x="1489964" y="1489964"/>
                    </a:lnTo>
                    <a:lnTo>
                      <a:pt x="0" y="148996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48" name="Group 48"/>
            <p:cNvGrpSpPr>
              <a:grpSpLocks noChangeAspect="1"/>
            </p:cNvGrpSpPr>
            <p:nvPr/>
          </p:nvGrpSpPr>
          <p:grpSpPr>
            <a:xfrm>
              <a:off x="7487980" y="349960"/>
              <a:ext cx="2616046" cy="1839854"/>
              <a:chOff x="0" y="0"/>
              <a:chExt cx="2694376" cy="1894944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2694432" cy="1894967"/>
              </a:xfrm>
              <a:custGeom>
                <a:avLst/>
                <a:gdLst/>
                <a:ahLst/>
                <a:cxnLst/>
                <a:rect l="l" t="t" r="r" b="b"/>
                <a:pathLst>
                  <a:path w="2694432" h="1894967">
                    <a:moveTo>
                      <a:pt x="0" y="0"/>
                    </a:moveTo>
                    <a:lnTo>
                      <a:pt x="2694432" y="0"/>
                    </a:lnTo>
                    <a:lnTo>
                      <a:pt x="2694432" y="1894967"/>
                    </a:lnTo>
                    <a:lnTo>
                      <a:pt x="0" y="189496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5"/>
                <a:stretch>
                  <a:fillRect r="2" b="1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50" name="Freeform 50"/>
            <p:cNvSpPr/>
            <p:nvPr/>
          </p:nvSpPr>
          <p:spPr>
            <a:xfrm>
              <a:off x="245477" y="1148222"/>
              <a:ext cx="1391920" cy="1391920"/>
            </a:xfrm>
            <a:custGeom>
              <a:avLst/>
              <a:gdLst/>
              <a:ahLst/>
              <a:cxnLst/>
              <a:rect l="l" t="t" r="r" b="b"/>
              <a:pathLst>
                <a:path w="1391920" h="1391920">
                  <a:moveTo>
                    <a:pt x="0" y="0"/>
                  </a:moveTo>
                  <a:lnTo>
                    <a:pt x="1391920" y="0"/>
                  </a:lnTo>
                  <a:lnTo>
                    <a:pt x="1391920" y="1391920"/>
                  </a:lnTo>
                  <a:lnTo>
                    <a:pt x="0" y="139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477571" y="1684065"/>
              <a:ext cx="2378378" cy="301625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1790"/>
                </a:lnSpc>
              </a:pPr>
              <a:r>
                <a:rPr lang="en-US" sz="1492" b="1">
                  <a:solidFill>
                    <a:srgbClr val="0571D3"/>
                  </a:solidFill>
                  <a:latin typeface="Arimo Bold"/>
                  <a:ea typeface="맑은 고딕"/>
                  <a:cs typeface="Arimo Bold"/>
                  <a:sym typeface="Arimo Bold"/>
                </a:rPr>
                <a:t>투박한 보석 보물 상자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85353" y="1869942"/>
              <a:ext cx="712829" cy="2730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r">
                <a:lnSpc>
                  <a:spcPts val="1550"/>
                </a:lnSpc>
              </a:pPr>
              <a:r>
                <a:rPr lang="en-US" sz="1292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20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66372" y="383546"/>
              <a:ext cx="4808243" cy="364312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046"/>
                </a:lnSpc>
              </a:pPr>
              <a:r>
                <a:rPr lang="en-US" sz="1705" b="1">
                  <a:solidFill>
                    <a:srgbClr val="FFFFFF"/>
                  </a:solidFill>
                  <a:latin typeface="Arimo Bold"/>
                  <a:ea typeface="맑은 고딕"/>
                  <a:cs typeface="Arimo Bold"/>
                  <a:sym typeface="Arimo Bold"/>
                </a:rPr>
                <a:t>퀘스트 ‘집으로 돌아가는 길’ 클리어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144564" y="1869942"/>
              <a:ext cx="764090" cy="2730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r">
                <a:lnSpc>
                  <a:spcPts val="1550"/>
                </a:lnSpc>
              </a:pPr>
              <a:r>
                <a:rPr lang="en-US" sz="1292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5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088043" y="1684065"/>
              <a:ext cx="2898346" cy="301625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1790"/>
                </a:lnSpc>
              </a:pPr>
              <a:r>
                <a:rPr lang="en-US" sz="1492" b="1">
                  <a:solidFill>
                    <a:srgbClr val="734ED5"/>
                  </a:solidFill>
                  <a:latin typeface="Arimo Bold"/>
                  <a:ea typeface="맑은 고딕"/>
                  <a:cs typeface="Arimo Bold"/>
                  <a:sym typeface="Arimo Bold"/>
                </a:rPr>
                <a:t>엘리트 연금술 재연소 촉매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497378" y="6023853"/>
            <a:ext cx="7761922" cy="1905107"/>
            <a:chOff x="0" y="0"/>
            <a:chExt cx="10349230" cy="2540142"/>
          </a:xfrm>
        </p:grpSpPr>
        <p:grpSp>
          <p:nvGrpSpPr>
            <p:cNvPr id="57" name="Group 57"/>
            <p:cNvGrpSpPr/>
            <p:nvPr/>
          </p:nvGrpSpPr>
          <p:grpSpPr>
            <a:xfrm>
              <a:off x="0" y="0"/>
              <a:ext cx="10349230" cy="2540142"/>
              <a:chOff x="0" y="0"/>
              <a:chExt cx="812800" cy="199496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812800" cy="19949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99496">
                    <a:moveTo>
                      <a:pt x="29923" y="0"/>
                    </a:moveTo>
                    <a:lnTo>
                      <a:pt x="782877" y="0"/>
                    </a:lnTo>
                    <a:cubicBezTo>
                      <a:pt x="799403" y="0"/>
                      <a:pt x="812800" y="13397"/>
                      <a:pt x="812800" y="29923"/>
                    </a:cubicBezTo>
                    <a:lnTo>
                      <a:pt x="812800" y="169573"/>
                    </a:lnTo>
                    <a:cubicBezTo>
                      <a:pt x="812800" y="186099"/>
                      <a:pt x="799403" y="199496"/>
                      <a:pt x="782877" y="199496"/>
                    </a:cubicBezTo>
                    <a:lnTo>
                      <a:pt x="29923" y="199496"/>
                    </a:lnTo>
                    <a:cubicBezTo>
                      <a:pt x="13397" y="199496"/>
                      <a:pt x="0" y="186099"/>
                      <a:pt x="0" y="169573"/>
                    </a:cubicBezTo>
                    <a:lnTo>
                      <a:pt x="0" y="29923"/>
                    </a:lnTo>
                    <a:cubicBezTo>
                      <a:pt x="0" y="13397"/>
                      <a:pt x="13397" y="0"/>
                      <a:pt x="29923" y="0"/>
                    </a:cubicBezTo>
                    <a:close/>
                  </a:path>
                </a:pathLst>
              </a:custGeom>
              <a:solidFill>
                <a:srgbClr val="000000">
                  <a:alpha val="49804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0" y="-28575"/>
                <a:ext cx="812800" cy="228071"/>
              </a:xfrm>
              <a:prstGeom prst="rect">
                <a:avLst/>
              </a:prstGeom>
            </p:spPr>
            <p:txBody>
              <a:bodyPr lIns="49323" tIns="49323" rIns="49323" bIns="49323" rtlCol="0" anchor="ctr"/>
              <a:lstStyle/>
              <a:p>
                <a:pPr algn="ctr">
                  <a:lnSpc>
                    <a:spcPts val="2107"/>
                  </a:lnSpc>
                </a:pPr>
                <a:endParaRPr/>
              </a:p>
            </p:txBody>
          </p:sp>
        </p:grpSp>
        <p:grpSp>
          <p:nvGrpSpPr>
            <p:cNvPr id="60" name="Group 60"/>
            <p:cNvGrpSpPr>
              <a:grpSpLocks noChangeAspect="1"/>
            </p:cNvGrpSpPr>
            <p:nvPr/>
          </p:nvGrpSpPr>
          <p:grpSpPr>
            <a:xfrm>
              <a:off x="3855949" y="1142008"/>
              <a:ext cx="1391920" cy="1391920"/>
              <a:chOff x="0" y="0"/>
              <a:chExt cx="1489934" cy="1489934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1489964" cy="1489964"/>
              </a:xfrm>
              <a:custGeom>
                <a:avLst/>
                <a:gdLst/>
                <a:ahLst/>
                <a:cxnLst/>
                <a:rect l="l" t="t" r="r" b="b"/>
                <a:pathLst>
                  <a:path w="1489964" h="1489964">
                    <a:moveTo>
                      <a:pt x="0" y="0"/>
                    </a:moveTo>
                    <a:lnTo>
                      <a:pt x="1489964" y="0"/>
                    </a:lnTo>
                    <a:lnTo>
                      <a:pt x="1489964" y="1489964"/>
                    </a:lnTo>
                    <a:lnTo>
                      <a:pt x="0" y="148996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62" name="Group 62"/>
            <p:cNvGrpSpPr>
              <a:grpSpLocks noChangeAspect="1"/>
            </p:cNvGrpSpPr>
            <p:nvPr/>
          </p:nvGrpSpPr>
          <p:grpSpPr>
            <a:xfrm>
              <a:off x="7487980" y="349960"/>
              <a:ext cx="2616046" cy="1839854"/>
              <a:chOff x="0" y="0"/>
              <a:chExt cx="2694376" cy="1894944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2694432" cy="1894967"/>
              </a:xfrm>
              <a:custGeom>
                <a:avLst/>
                <a:gdLst/>
                <a:ahLst/>
                <a:cxnLst/>
                <a:rect l="l" t="t" r="r" b="b"/>
                <a:pathLst>
                  <a:path w="2694432" h="1894967">
                    <a:moveTo>
                      <a:pt x="0" y="0"/>
                    </a:moveTo>
                    <a:lnTo>
                      <a:pt x="2694432" y="0"/>
                    </a:lnTo>
                    <a:lnTo>
                      <a:pt x="2694432" y="1894967"/>
                    </a:lnTo>
                    <a:lnTo>
                      <a:pt x="0" y="189496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5"/>
                <a:stretch>
                  <a:fillRect r="2" b="1"/>
                </a:stretch>
              </a:blip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64" name="Freeform 64"/>
            <p:cNvSpPr/>
            <p:nvPr/>
          </p:nvSpPr>
          <p:spPr>
            <a:xfrm>
              <a:off x="250557" y="1153302"/>
              <a:ext cx="1386840" cy="1386840"/>
            </a:xfrm>
            <a:custGeom>
              <a:avLst/>
              <a:gdLst/>
              <a:ahLst/>
              <a:cxnLst/>
              <a:rect l="l" t="t" r="r" b="b"/>
              <a:pathLst>
                <a:path w="1386840" h="1386840">
                  <a:moveTo>
                    <a:pt x="0" y="0"/>
                  </a:moveTo>
                  <a:lnTo>
                    <a:pt x="1386840" y="0"/>
                  </a:lnTo>
                  <a:lnTo>
                    <a:pt x="1386840" y="1386840"/>
                  </a:lnTo>
                  <a:lnTo>
                    <a:pt x="0" y="1386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477571" y="1684065"/>
              <a:ext cx="2378378" cy="301625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1790"/>
                </a:lnSpc>
              </a:pPr>
              <a:r>
                <a:rPr lang="en-US" sz="1492" b="1">
                  <a:solidFill>
                    <a:srgbClr val="734ED5"/>
                  </a:solidFill>
                  <a:latin typeface="Arimo Bold"/>
                  <a:ea typeface="맑은 고딕"/>
                  <a:cs typeface="Arimo Bold"/>
                  <a:sym typeface="Arimo Bold"/>
                </a:rPr>
                <a:t>강화 재연소 촉매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66372" y="383546"/>
              <a:ext cx="4808243" cy="364312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2046"/>
                </a:lnSpc>
              </a:pPr>
              <a:r>
                <a:rPr lang="en-US" sz="1705" b="1">
                  <a:solidFill>
                    <a:srgbClr val="FFFFFF"/>
                  </a:solidFill>
                  <a:latin typeface="Arimo Bold"/>
                  <a:ea typeface="맑은 고딕"/>
                  <a:cs typeface="Arimo Bold"/>
                  <a:sym typeface="Arimo Bold"/>
                </a:rPr>
                <a:t>퀘스트 ‘다시 만난 남매’ 클리어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088043" y="1684065"/>
              <a:ext cx="2898346" cy="301625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ts val="1790"/>
                </a:lnSpc>
              </a:pPr>
              <a:r>
                <a:rPr lang="en-US" sz="1492" b="1">
                  <a:solidFill>
                    <a:srgbClr val="C6409A"/>
                  </a:solidFill>
                  <a:latin typeface="Arimo Bold"/>
                  <a:ea typeface="맑은 고딕"/>
                  <a:cs typeface="Arimo Bold"/>
                  <a:sym typeface="Arimo Bold"/>
                </a:rPr>
                <a:t>에픽 연금술 재연소 촉매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366372" y="777695"/>
              <a:ext cx="4808243" cy="298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6"/>
                </a:lnSpc>
              </a:pPr>
              <a:endParaRPr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85353" y="1839640"/>
              <a:ext cx="712829" cy="2730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r">
                <a:lnSpc>
                  <a:spcPts val="1550"/>
                </a:lnSpc>
              </a:pPr>
              <a:r>
                <a:rPr lang="en-US" sz="1292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20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195495" y="1839640"/>
              <a:ext cx="712829" cy="273050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r">
                <a:lnSpc>
                  <a:spcPts val="1550"/>
                </a:lnSpc>
              </a:pPr>
              <a:r>
                <a:rPr lang="en-US" sz="1292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3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9497378" y="8024209"/>
            <a:ext cx="7761922" cy="1905107"/>
            <a:chOff x="0" y="0"/>
            <a:chExt cx="812800" cy="199496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812800" cy="199496"/>
            </a:xfrm>
            <a:custGeom>
              <a:avLst/>
              <a:gdLst/>
              <a:ahLst/>
              <a:cxnLst/>
              <a:rect l="l" t="t" r="r" b="b"/>
              <a:pathLst>
                <a:path w="812800" h="199496">
                  <a:moveTo>
                    <a:pt x="29923" y="0"/>
                  </a:moveTo>
                  <a:lnTo>
                    <a:pt x="782877" y="0"/>
                  </a:lnTo>
                  <a:cubicBezTo>
                    <a:pt x="799403" y="0"/>
                    <a:pt x="812800" y="13397"/>
                    <a:pt x="812800" y="29923"/>
                  </a:cubicBezTo>
                  <a:lnTo>
                    <a:pt x="812800" y="169573"/>
                  </a:lnTo>
                  <a:cubicBezTo>
                    <a:pt x="812800" y="186099"/>
                    <a:pt x="799403" y="199496"/>
                    <a:pt x="782877" y="199496"/>
                  </a:cubicBezTo>
                  <a:lnTo>
                    <a:pt x="29923" y="199496"/>
                  </a:lnTo>
                  <a:cubicBezTo>
                    <a:pt x="13397" y="199496"/>
                    <a:pt x="0" y="186099"/>
                    <a:pt x="0" y="169573"/>
                  </a:cubicBezTo>
                  <a:lnTo>
                    <a:pt x="0" y="29923"/>
                  </a:lnTo>
                  <a:cubicBezTo>
                    <a:pt x="0" y="13397"/>
                    <a:pt x="13397" y="0"/>
                    <a:pt x="29923" y="0"/>
                  </a:cubicBez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28575"/>
              <a:ext cx="812800" cy="228071"/>
            </a:xfrm>
            <a:prstGeom prst="rect">
              <a:avLst/>
            </a:prstGeom>
          </p:spPr>
          <p:txBody>
            <a:bodyPr lIns="49323" tIns="49323" rIns="49323" bIns="49323" rtlCol="0" anchor="ctr"/>
            <a:lstStyle/>
            <a:p>
              <a:pPr algn="ctr">
                <a:lnSpc>
                  <a:spcPts val="2107"/>
                </a:lnSpc>
              </a:pPr>
              <a:endParaRPr/>
            </a:p>
          </p:txBody>
        </p:sp>
      </p:grpSp>
      <p:grpSp>
        <p:nvGrpSpPr>
          <p:cNvPr id="74" name="Group 74"/>
          <p:cNvGrpSpPr>
            <a:grpSpLocks noChangeAspect="1"/>
          </p:cNvGrpSpPr>
          <p:nvPr/>
        </p:nvGrpSpPr>
        <p:grpSpPr>
          <a:xfrm>
            <a:off x="12389339" y="8880715"/>
            <a:ext cx="1043940" cy="1043940"/>
            <a:chOff x="0" y="0"/>
            <a:chExt cx="1489934" cy="1489934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489964" cy="1489964"/>
            </a:xfrm>
            <a:custGeom>
              <a:avLst/>
              <a:gdLst/>
              <a:ahLst/>
              <a:cxnLst/>
              <a:rect l="l" t="t" r="r" b="b"/>
              <a:pathLst>
                <a:path w="1489964" h="1489964">
                  <a:moveTo>
                    <a:pt x="0" y="0"/>
                  </a:moveTo>
                  <a:lnTo>
                    <a:pt x="1489964" y="0"/>
                  </a:lnTo>
                  <a:lnTo>
                    <a:pt x="1489964" y="1489964"/>
                  </a:lnTo>
                  <a:lnTo>
                    <a:pt x="0" y="1489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76" name="Group 76"/>
          <p:cNvGrpSpPr>
            <a:grpSpLocks noChangeAspect="1"/>
          </p:cNvGrpSpPr>
          <p:nvPr/>
        </p:nvGrpSpPr>
        <p:grpSpPr>
          <a:xfrm>
            <a:off x="15113363" y="8286680"/>
            <a:ext cx="1962034" cy="1379891"/>
            <a:chOff x="0" y="0"/>
            <a:chExt cx="2694376" cy="1894944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694432" cy="1894967"/>
            </a:xfrm>
            <a:custGeom>
              <a:avLst/>
              <a:gdLst/>
              <a:ahLst/>
              <a:cxnLst/>
              <a:rect l="l" t="t" r="r" b="b"/>
              <a:pathLst>
                <a:path w="2694432" h="1894967">
                  <a:moveTo>
                    <a:pt x="0" y="0"/>
                  </a:moveTo>
                  <a:lnTo>
                    <a:pt x="2694432" y="0"/>
                  </a:lnTo>
                  <a:lnTo>
                    <a:pt x="2694432" y="1894967"/>
                  </a:lnTo>
                  <a:lnTo>
                    <a:pt x="0" y="1894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r="2" b="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78" name="Freeform 78"/>
          <p:cNvSpPr/>
          <p:nvPr/>
        </p:nvSpPr>
        <p:spPr>
          <a:xfrm>
            <a:off x="9685295" y="8889186"/>
            <a:ext cx="1040130" cy="1040130"/>
          </a:xfrm>
          <a:custGeom>
            <a:avLst/>
            <a:gdLst/>
            <a:ahLst/>
            <a:cxnLst/>
            <a:rect l="l" t="t" r="r" b="b"/>
            <a:pathLst>
              <a:path w="1040130" h="1040130">
                <a:moveTo>
                  <a:pt x="0" y="0"/>
                </a:moveTo>
                <a:lnTo>
                  <a:pt x="1040130" y="0"/>
                </a:lnTo>
                <a:lnTo>
                  <a:pt x="1040130" y="1040130"/>
                </a:lnTo>
                <a:lnTo>
                  <a:pt x="0" y="104013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9" name="TextBox 79"/>
          <p:cNvSpPr txBox="1"/>
          <p:nvPr/>
        </p:nvSpPr>
        <p:spPr>
          <a:xfrm>
            <a:off x="10605556" y="9284877"/>
            <a:ext cx="1783783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790"/>
              </a:lnSpc>
            </a:pPr>
            <a:r>
              <a:rPr lang="en-US" sz="1492" b="1">
                <a:solidFill>
                  <a:srgbClr val="734ED5"/>
                </a:solidFill>
                <a:latin typeface="Arimo Bold"/>
                <a:ea typeface="맑은 고딕"/>
                <a:cs typeface="Arimo Bold"/>
                <a:sym typeface="Arimo Bold"/>
              </a:rPr>
              <a:t>할로윈 음식 선택 상자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9772157" y="8307106"/>
            <a:ext cx="5028979" cy="277997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046"/>
              </a:lnSpc>
            </a:pPr>
            <a:r>
              <a:rPr lang="en-US" sz="1705" b="1">
                <a:solidFill>
                  <a:srgbClr val="FFFFFF"/>
                </a:solidFill>
                <a:latin typeface="Arimo Bold"/>
                <a:ea typeface="맑은 고딕"/>
                <a:cs typeface="Arimo Bold"/>
                <a:sym typeface="Arimo Bold"/>
              </a:rPr>
              <a:t>퀘스트 ‘잊으면 안되는 것’ ‘잃으면 안되는 것’ 클리어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3313410" y="9284877"/>
            <a:ext cx="217376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790"/>
              </a:lnSpc>
            </a:pPr>
            <a:r>
              <a:rPr lang="en-US" sz="1492" b="1">
                <a:solidFill>
                  <a:srgbClr val="734ED5"/>
                </a:solidFill>
                <a:latin typeface="Arimo Bold"/>
                <a:ea typeface="맑은 고딕"/>
                <a:cs typeface="Arimo Bold"/>
                <a:sym typeface="Arimo Bold"/>
              </a:rPr>
              <a:t>할로윈 패션 상자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9772157" y="8602719"/>
            <a:ext cx="3606182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405">
                <a:solidFill>
                  <a:srgbClr val="989898"/>
                </a:solidFill>
                <a:latin typeface="Arimo"/>
                <a:ea typeface="맑은 고딕"/>
                <a:cs typeface="Arimo"/>
                <a:sym typeface="Arimo"/>
              </a:rPr>
              <a:t>1P와 2P 모두 플레이하기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528083" y="1871234"/>
          <a:ext cx="10248054" cy="5471352"/>
        </p:xfrm>
        <a:graphic>
          <a:graphicData uri="http://schemas.openxmlformats.org/drawingml/2006/table">
            <a:tbl>
              <a:tblPr/>
              <a:tblGrid>
                <a:gridCol w="4304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9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5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4588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1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  <a:cs typeface="Noto Sans Bold"/>
                          <a:sym typeface="Noto Sans Bold"/>
                        </a:rPr>
                        <a:t>미션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1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  <a:cs typeface="Noto Sans Bold"/>
                          <a:sym typeface="Noto Sans Bold"/>
                        </a:rPr>
                        <a:t>이벤트 선물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1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  <a:cs typeface="Noto Sans Bold"/>
                          <a:sym typeface="Noto Sans Bold"/>
                        </a:rPr>
                        <a:t>수량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973">
                <a:tc rowSpan="2"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퀘스트 ‘다시 한번 도서관으로’ 클리어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황금 주괴 더미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40개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973">
                <a:tc vMerge="1"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퀘스트 ‘다시 한번 도서관으로’ 클리어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룬의 파편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500개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973">
                <a:tc rowSpan="2"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퀘스트 ‘집으로 돌아가는 길’ 클리어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투박한 보석 보물 상자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20개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973">
                <a:tc vMerge="1"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퀘스트 ‘집으로 돌아가는 길’ 클리어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7030A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엘리트 연금술 재연소 촉매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5개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3973">
                <a:tc rowSpan="2"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퀘스트 ‘잃으면 안되는 것’ 클리어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보석 세공기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10개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3973">
                <a:tc vMerge="1"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퀘스트 ‘잃으면 안되는 것’ 클리어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FF00FF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에픽 연금술 재연소 촉매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3개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3973">
                <a:tc rowSpan="2"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퀘스트 ‘다시 만난 남매’ 클리어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강화 재연소 촉매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20개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3973">
                <a:tc vMerge="1"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퀘스트 ‘다시 만난 남매’ 클리어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FF00FF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에픽 연금술 재연소 촉매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3개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3973">
                <a:tc rowSpan="2"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퀘스트 ‘잊으면 안되는 것’ </a:t>
                      </a:r>
                      <a:endParaRPr lang="en-US" sz="1100">
                        <a:ea typeface="맑은 고딕"/>
                      </a:endParaRPr>
                    </a:p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‘잃으면 안되는 것’ 클리어</a:t>
                      </a: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할로윈 음식 선택 상자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1개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3973">
                <a:tc vMerge="1"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1P와 2P 모두 플레이하기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할로윈 패션 상자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1개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1142821" y="1871234"/>
          <a:ext cx="6713562" cy="2053560"/>
        </p:xfrm>
        <a:graphic>
          <a:graphicData uri="http://schemas.openxmlformats.org/drawingml/2006/table">
            <a:tbl>
              <a:tblPr/>
              <a:tblGrid>
                <a:gridCol w="3356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67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339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1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  <a:cs typeface="Noto Sans Bold"/>
                          <a:sym typeface="Noto Sans Bold"/>
                        </a:rPr>
                        <a:t>아이템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1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  <a:cs typeface="Noto Sans Bold"/>
                          <a:sym typeface="Noto Sans Bold"/>
                        </a:rPr>
                        <a:t>구성품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390">
                <a:tc rowSpan="3"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할로윈 음식 선택 상자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펌킨 샌드위치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3390">
                <a:tc vMerge="1"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할로윈 음식 선택 상자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펌킨 케이크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3390">
                <a:tc vMerge="1"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할로윈 음식 선택 상자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펌킨 샐러드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1142821" y="4758605"/>
          <a:ext cx="6713562" cy="2566950"/>
        </p:xfrm>
        <a:graphic>
          <a:graphicData uri="http://schemas.openxmlformats.org/drawingml/2006/table">
            <a:tbl>
              <a:tblPr/>
              <a:tblGrid>
                <a:gridCol w="3356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67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339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1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  <a:cs typeface="Noto Sans Bold"/>
                          <a:sym typeface="Noto Sans Bold"/>
                        </a:rPr>
                        <a:t>아이템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1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  <a:cs typeface="Noto Sans Bold"/>
                          <a:sym typeface="Noto Sans Bold"/>
                        </a:rPr>
                        <a:t>구성품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390">
                <a:tc rowSpan="4"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할로윈 패션 상자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할로윈 마녀 세트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3390">
                <a:tc vMerge="1"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할로윈 패션 상자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할로윈 잭 오 랜턴 세트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3390">
                <a:tc vMerge="1"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할로윈 패션 상자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할로윈 프랑켄슈타인 세트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3390">
                <a:tc vMerge="1"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할로윈 패션 상자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>
                          <a:ea typeface="맑은 고딕"/>
                        </a:defRPr>
                      </a:pPr>
                      <a:r>
                        <a:rPr lang="en-US" sz="1554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  <a:cs typeface="Noto Sans Bold"/>
                          <a:sym typeface="Noto Sans Bold"/>
                        </a:rPr>
                        <a:t>할로윈 서큐버스 세트</a:t>
                      </a:r>
                      <a:endParaRPr lang="en-US" sz="1100">
                        <a:ea typeface="맑은 고딕"/>
                      </a:endParaRPr>
                    </a:p>
                  </a:txBody>
                  <a:tcPr marL="94780" marR="94780" marT="94780" marB="94780" anchor="ctr">
                    <a:lnL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1734450" y="433849"/>
            <a:ext cx="3075406" cy="571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이벤트 보상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734450" y="433849"/>
            <a:ext cx="6641584" cy="629633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보상 선택 이유 / 보상 기대 효과 </a:t>
            </a: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-143545" y="1268979"/>
            <a:ext cx="6858000" cy="8858244"/>
            <a:chOff x="0" y="0"/>
            <a:chExt cx="9144000" cy="118109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144000" cy="11811000"/>
            </a:xfrm>
            <a:custGeom>
              <a:avLst/>
              <a:gdLst/>
              <a:ahLst/>
              <a:cxnLst/>
              <a:rect l="l" t="t" r="r" b="b"/>
              <a:pathLst>
                <a:path w="9144000" h="11811000">
                  <a:moveTo>
                    <a:pt x="0" y="0"/>
                  </a:moveTo>
                  <a:lnTo>
                    <a:pt x="9144000" y="0"/>
                  </a:lnTo>
                  <a:lnTo>
                    <a:pt x="9144000" y="11811000"/>
                  </a:lnTo>
                  <a:lnTo>
                    <a:pt x="0" y="1181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5736260" y="1268979"/>
            <a:ext cx="6858000" cy="8858244"/>
            <a:chOff x="0" y="0"/>
            <a:chExt cx="9144000" cy="1181099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0" cy="11811000"/>
            </a:xfrm>
            <a:custGeom>
              <a:avLst/>
              <a:gdLst/>
              <a:ahLst/>
              <a:cxnLst/>
              <a:rect l="l" t="t" r="r" b="b"/>
              <a:pathLst>
                <a:path w="9144000" h="11811000">
                  <a:moveTo>
                    <a:pt x="0" y="0"/>
                  </a:moveTo>
                  <a:lnTo>
                    <a:pt x="9144000" y="0"/>
                  </a:lnTo>
                  <a:lnTo>
                    <a:pt x="9144000" y="11811000"/>
                  </a:lnTo>
                  <a:lnTo>
                    <a:pt x="0" y="1181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1616064" y="1268979"/>
            <a:ext cx="6858000" cy="8858244"/>
            <a:chOff x="0" y="0"/>
            <a:chExt cx="9144000" cy="1181099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0" cy="11811000"/>
            </a:xfrm>
            <a:custGeom>
              <a:avLst/>
              <a:gdLst/>
              <a:ahLst/>
              <a:cxnLst/>
              <a:rect l="l" t="t" r="r" b="b"/>
              <a:pathLst>
                <a:path w="9144000" h="11811000">
                  <a:moveTo>
                    <a:pt x="0" y="0"/>
                  </a:moveTo>
                  <a:lnTo>
                    <a:pt x="9144000" y="0"/>
                  </a:lnTo>
                  <a:lnTo>
                    <a:pt x="9144000" y="11811000"/>
                  </a:lnTo>
                  <a:lnTo>
                    <a:pt x="0" y="1181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877704" y="2683703"/>
            <a:ext cx="2815502" cy="4191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A741"/>
                </a:solidFill>
                <a:latin typeface="Arimo Bold"/>
                <a:ea typeface="맑은 고딕"/>
                <a:cs typeface="Noto Sans Bold"/>
                <a:sym typeface="Noto Sans Bold"/>
              </a:rPr>
              <a:t>골드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29228" y="2683703"/>
            <a:ext cx="3472062" cy="4191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A741"/>
                </a:solidFill>
                <a:latin typeface="Arimo Bold"/>
                <a:ea typeface="맑은 고딕"/>
                <a:cs typeface="Noto Sans Bold"/>
                <a:sym typeface="Noto Sans Bold"/>
              </a:rPr>
              <a:t>강화 재료 및 성장 재료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309034" y="2683703"/>
            <a:ext cx="3472062" cy="4191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A741"/>
                </a:solidFill>
                <a:latin typeface="Arimo Bold"/>
                <a:ea typeface="맑은 고딕"/>
                <a:cs typeface="Noto Sans Bold"/>
                <a:sym typeface="Noto Sans Bold"/>
              </a:rPr>
              <a:t>할로윈 패션 상자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7725" y="3593077"/>
            <a:ext cx="4075459" cy="399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맑은 고딕"/>
                <a:cs typeface="Noto Sans"/>
                <a:sym typeface="Noto Sans"/>
              </a:rPr>
              <a:t>골드는 신규 및 복귀 유저부터 기존 고인물 유저 까지 모든 유저가 필요로 하는 </a:t>
            </a:r>
            <a:r>
              <a:rPr lang="en-US" sz="1800" b="1">
                <a:solidFill>
                  <a:srgbClr val="FFFFFF"/>
                </a:solidFill>
                <a:latin typeface="Arimo Bold"/>
                <a:ea typeface="맑은 고딕"/>
                <a:cs typeface="Noto Sans Bold"/>
                <a:sym typeface="Noto Sans Bold"/>
              </a:rPr>
              <a:t>기본 재화</a:t>
            </a:r>
          </a:p>
          <a:p>
            <a:pPr algn="l">
              <a:lnSpc>
                <a:spcPts val="2160"/>
              </a:lnSpc>
            </a:pPr>
            <a:endParaRPr lang="en-US" sz="1800" b="1">
              <a:solidFill>
                <a:srgbClr val="FFFFFF"/>
              </a:solidFill>
              <a:latin typeface="Arimo Bold"/>
              <a:ea typeface="맑은 고딕"/>
              <a:cs typeface="Noto Sans Bold"/>
              <a:sym typeface="Noto Sans Bold"/>
            </a:endParaR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맑은 고딕"/>
                <a:cs typeface="Noto Sans"/>
                <a:sym typeface="Noto Sans"/>
              </a:rPr>
              <a:t>골드 보상은 </a:t>
            </a:r>
            <a:r>
              <a:rPr lang="en-US" sz="1800" b="1">
                <a:solidFill>
                  <a:srgbClr val="FFFFFF"/>
                </a:solidFill>
                <a:latin typeface="Arimo Bold"/>
                <a:ea typeface="맑은 고딕"/>
                <a:cs typeface="Noto Sans Bold"/>
                <a:sym typeface="Noto Sans Bold"/>
              </a:rPr>
              <a:t>장비 수리, 장비 강화, 생활 콘텐츠</a:t>
            </a:r>
            <a:r>
              <a:rPr lang="en-US" sz="1800">
                <a:solidFill>
                  <a:srgbClr val="FFFFFF"/>
                </a:solidFill>
                <a:latin typeface="Arimo"/>
                <a:ea typeface="맑은 고딕"/>
                <a:cs typeface="Noto Sans"/>
                <a:sym typeface="Noto Sans"/>
              </a:rPr>
              <a:t>   등 일상적인 플레이를 원활하게 만들어 유저의 피로도를 완화한다. </a:t>
            </a:r>
          </a:p>
          <a:p>
            <a:pPr algn="l">
              <a:lnSpc>
                <a:spcPts val="2160"/>
              </a:lnSpc>
            </a:pPr>
            <a:endParaRPr lang="en-US" sz="1800">
              <a:solidFill>
                <a:srgbClr val="FFFFFF"/>
              </a:solidFill>
              <a:latin typeface="Arimo"/>
              <a:ea typeface="맑은 고딕"/>
              <a:cs typeface="Noto Sans"/>
              <a:sym typeface="Noto Sans"/>
            </a:endParaR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맑은 고딕"/>
                <a:cs typeface="Noto Sans"/>
                <a:sym typeface="Noto Sans"/>
              </a:rPr>
              <a:t>이를 통해 신규 및 복귀 유저의 정착을 돕고, 기존 유저에게는 꾸준한 접속 동기를 제공하여 장기적인 플레이 지속성을 높인다.</a:t>
            </a:r>
          </a:p>
          <a:p>
            <a:pPr algn="l">
              <a:lnSpc>
                <a:spcPts val="2160"/>
              </a:lnSpc>
            </a:pPr>
            <a:endParaRPr lang="en-US" sz="1800">
              <a:solidFill>
                <a:srgbClr val="FFFFFF"/>
              </a:solidFill>
              <a:latin typeface="Arimo"/>
              <a:ea typeface="맑은 고딕"/>
              <a:cs typeface="Noto Sans"/>
              <a:sym typeface="Noto Sans"/>
            </a:endParaR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맑은 고딕"/>
                <a:cs typeface="Noto Sans"/>
                <a:sym typeface="Noto Sans"/>
              </a:rPr>
              <a:t>항상 </a:t>
            </a:r>
            <a:r>
              <a:rPr lang="en-US" sz="1800" b="1">
                <a:solidFill>
                  <a:srgbClr val="FFFFFF"/>
                </a:solidFill>
                <a:latin typeface="Arimo Bold"/>
                <a:ea typeface="맑은 고딕"/>
                <a:cs typeface="Noto Sans Bold"/>
                <a:sym typeface="Noto Sans Bold"/>
              </a:rPr>
              <a:t>수요가 있는 재화</a:t>
            </a:r>
            <a:r>
              <a:rPr lang="en-US" sz="1800">
                <a:solidFill>
                  <a:srgbClr val="FFFFFF"/>
                </a:solidFill>
                <a:latin typeface="Arimo"/>
                <a:ea typeface="맑은 고딕"/>
                <a:cs typeface="Noto Sans"/>
                <a:sym typeface="Noto Sans"/>
              </a:rPr>
              <a:t>로서 보상으로 제공했을 때 이벤트 만족도를 안정적으로 확보할 수 있다.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27530" y="3593077"/>
            <a:ext cx="4075460" cy="185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맑은 고딕"/>
                <a:cs typeface="Noto Sans"/>
                <a:sym typeface="Noto Sans"/>
              </a:rPr>
              <a:t>강화/성장은 꾸준히 수요가 있는 영역이다.</a:t>
            </a:r>
          </a:p>
          <a:p>
            <a:pPr algn="l">
              <a:lnSpc>
                <a:spcPts val="2160"/>
              </a:lnSpc>
            </a:pPr>
            <a:endParaRPr lang="en-US" sz="1800">
              <a:solidFill>
                <a:srgbClr val="FFFFFF"/>
              </a:solidFill>
              <a:latin typeface="Arimo"/>
              <a:ea typeface="맑은 고딕"/>
              <a:cs typeface="Noto Sans"/>
              <a:sym typeface="Noto Sans"/>
            </a:endParaR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맑은 고딕"/>
                <a:cs typeface="Noto Sans"/>
                <a:sym typeface="Noto Sans"/>
              </a:rPr>
              <a:t>이벤트를 통해 캐릭터의 성장에 필요한 </a:t>
            </a:r>
            <a:r>
              <a:rPr lang="en-US" sz="1800" b="1">
                <a:solidFill>
                  <a:srgbClr val="FFFFFF"/>
                </a:solidFill>
                <a:latin typeface="Arimo Bold"/>
                <a:ea typeface="맑은 고딕"/>
                <a:cs typeface="Noto Sans Bold"/>
                <a:sym typeface="Noto Sans Bold"/>
              </a:rPr>
              <a:t>필수 재료를 보상에 넣어, 이벤트가 끝난 뒤에도 성장에 쓰이게 한다.</a:t>
            </a:r>
            <a:r>
              <a:rPr lang="en-US" sz="1800">
                <a:solidFill>
                  <a:srgbClr val="FFFFFF"/>
                </a:solidFill>
                <a:latin typeface="Arimo"/>
                <a:ea typeface="맑은 고딕"/>
                <a:cs typeface="Noto Sans"/>
                <a:sym typeface="Noto Sans"/>
              </a:rPr>
              <a:t/>
            </a:r>
            <a:r>
              <a:rPr lang="en-US" sz="1800" b="1">
                <a:solidFill>
                  <a:srgbClr val="FFFFFF"/>
                </a:solidFill>
                <a:latin typeface="Arimo Bold"/>
                <a:ea typeface="맑은 고딕"/>
                <a:cs typeface="Noto Sans Bold"/>
                <a:sym typeface="Noto Sans Bold"/>
              </a:rPr>
              <a:t/>
            </a:r>
            <a:r>
              <a:rPr lang="en-US" sz="1800">
                <a:solidFill>
                  <a:srgbClr val="FFFFFF"/>
                </a:solidFill>
                <a:latin typeface="Arimo"/>
                <a:ea typeface="맑은 고딕"/>
                <a:cs typeface="Noto Sans"/>
                <a:sym typeface="Noto Sans"/>
              </a:rPr>
              <a:t/>
            </a:r>
          </a:p>
          <a:p>
            <a:pPr algn="l">
              <a:lnSpc>
                <a:spcPts val="2160"/>
              </a:lnSpc>
            </a:pPr>
            <a:endParaRPr lang="en-US" sz="1800">
              <a:solidFill>
                <a:srgbClr val="FFFFFF"/>
              </a:solidFill>
              <a:latin typeface="Arimo"/>
              <a:ea typeface="맑은 고딕"/>
              <a:cs typeface="Noto Sans"/>
              <a:sym typeface="Noto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007335" y="3593075"/>
            <a:ext cx="4075459" cy="239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맑은 고딕"/>
                <a:cs typeface="Noto Sans"/>
                <a:sym typeface="Noto Sans"/>
              </a:rPr>
              <a:t>시즌 한정 패션은 유저들이  선호하는 보상 카테고리 중 하나.</a:t>
            </a:r>
          </a:p>
          <a:p>
            <a:pPr algn="l">
              <a:lnSpc>
                <a:spcPts val="2160"/>
              </a:lnSpc>
            </a:pPr>
            <a:endParaRPr lang="en-US" sz="1800">
              <a:solidFill>
                <a:srgbClr val="FFFFFF"/>
              </a:solidFill>
              <a:latin typeface="Arimo"/>
              <a:ea typeface="맑은 고딕"/>
              <a:cs typeface="Noto Sans"/>
              <a:sym typeface="Noto Sans"/>
            </a:endParaR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맑은 고딕"/>
                <a:cs typeface="Noto Sans"/>
                <a:sym typeface="Noto Sans"/>
              </a:rPr>
              <a:t>‘할로윈‘은 코스튬과 연관이 있으므로, 이벤트 몰입도를 높일 수 있다.</a:t>
            </a:r>
          </a:p>
          <a:p>
            <a:pPr algn="l">
              <a:lnSpc>
                <a:spcPts val="2160"/>
              </a:lnSpc>
            </a:pPr>
            <a:endParaRPr lang="en-US" sz="1800">
              <a:solidFill>
                <a:srgbClr val="FFFFFF"/>
              </a:solidFill>
              <a:latin typeface="Arimo"/>
              <a:ea typeface="맑은 고딕"/>
              <a:cs typeface="Noto Sans"/>
              <a:sym typeface="Noto Sans"/>
            </a:endParaR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맑은 고딕"/>
                <a:cs typeface="Noto Sans"/>
                <a:sym typeface="Noto Sans"/>
              </a:rPr>
              <a:t>한정 패션 수집 욕구를 자극해 </a:t>
            </a:r>
            <a:r>
              <a:rPr lang="en-US" sz="1800" b="1">
                <a:solidFill>
                  <a:srgbClr val="FFFFFF"/>
                </a:solidFill>
                <a:latin typeface="Arimo Bold"/>
                <a:ea typeface="맑은 고딕"/>
                <a:cs typeface="Noto Sans Bold"/>
                <a:sym typeface="Noto Sans Bold"/>
              </a:rPr>
              <a:t>이벤트 참여율을</a:t>
            </a:r>
            <a:r>
              <a:rPr lang="en-US" sz="1800">
                <a:solidFill>
                  <a:srgbClr val="FFFFFF"/>
                </a:solidFill>
                <a:latin typeface="Arimo"/>
                <a:ea typeface="맑은 고딕"/>
                <a:cs typeface="Noto Sans"/>
                <a:sym typeface="Noto Sans"/>
              </a:rPr>
              <a:t> 증가시키며 기존 유저뿐 아니라 복귀/신규 유저에게도 동기 부여가 가능하다.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165406" y="7679302"/>
            <a:ext cx="1054710" cy="1054418"/>
            <a:chOff x="0" y="0"/>
            <a:chExt cx="3009900" cy="300906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009900" cy="3009066"/>
            </a:xfrm>
            <a:custGeom>
              <a:avLst/>
              <a:gdLst/>
              <a:ahLst/>
              <a:cxnLst/>
              <a:rect l="l" t="t" r="r" b="b"/>
              <a:pathLst>
                <a:path w="3009900" h="3009066">
                  <a:moveTo>
                    <a:pt x="0" y="0"/>
                  </a:moveTo>
                  <a:lnTo>
                    <a:pt x="3009900" y="0"/>
                  </a:lnTo>
                  <a:lnTo>
                    <a:pt x="3009900" y="3009066"/>
                  </a:lnTo>
                  <a:lnTo>
                    <a:pt x="0" y="3009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3" b="-13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055986" y="7679302"/>
            <a:ext cx="1054710" cy="1054417"/>
            <a:chOff x="0" y="0"/>
            <a:chExt cx="3009900" cy="300906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009900" cy="3009066"/>
            </a:xfrm>
            <a:custGeom>
              <a:avLst/>
              <a:gdLst/>
              <a:ahLst/>
              <a:cxnLst/>
              <a:rect l="l" t="t" r="r" b="b"/>
              <a:pathLst>
                <a:path w="3009900" h="3009066">
                  <a:moveTo>
                    <a:pt x="0" y="0"/>
                  </a:moveTo>
                  <a:lnTo>
                    <a:pt x="3009900" y="0"/>
                  </a:lnTo>
                  <a:lnTo>
                    <a:pt x="3009900" y="3009066"/>
                  </a:lnTo>
                  <a:lnTo>
                    <a:pt x="0" y="3009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3" b="-13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007335" y="7679302"/>
            <a:ext cx="1054418" cy="1054417"/>
            <a:chOff x="0" y="0"/>
            <a:chExt cx="3009066" cy="300906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009115" cy="3009089"/>
            </a:xfrm>
            <a:custGeom>
              <a:avLst/>
              <a:gdLst/>
              <a:ahLst/>
              <a:cxnLst/>
              <a:rect l="l" t="t" r="r" b="b"/>
              <a:pathLst>
                <a:path w="3009115" h="3009089">
                  <a:moveTo>
                    <a:pt x="0" y="0"/>
                  </a:moveTo>
                  <a:lnTo>
                    <a:pt x="3009115" y="0"/>
                  </a:lnTo>
                  <a:lnTo>
                    <a:pt x="3009115" y="3009089"/>
                  </a:lnTo>
                  <a:lnTo>
                    <a:pt x="0" y="3009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-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110696" y="7679302"/>
            <a:ext cx="1054710" cy="1054417"/>
            <a:chOff x="0" y="0"/>
            <a:chExt cx="3009900" cy="300906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009900" cy="3009066"/>
            </a:xfrm>
            <a:custGeom>
              <a:avLst/>
              <a:gdLst/>
              <a:ahLst/>
              <a:cxnLst/>
              <a:rect l="l" t="t" r="r" b="b"/>
              <a:pathLst>
                <a:path w="3009900" h="3009066">
                  <a:moveTo>
                    <a:pt x="0" y="0"/>
                  </a:moveTo>
                  <a:lnTo>
                    <a:pt x="3009900" y="0"/>
                  </a:lnTo>
                  <a:lnTo>
                    <a:pt x="3009900" y="3009066"/>
                  </a:lnTo>
                  <a:lnTo>
                    <a:pt x="0" y="3009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3" b="-13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76619" y="7679302"/>
            <a:ext cx="1054418" cy="1054418"/>
            <a:chOff x="0" y="0"/>
            <a:chExt cx="3009900" cy="30099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009900" cy="3009900"/>
            </a:xfrm>
            <a:custGeom>
              <a:avLst/>
              <a:gdLst/>
              <a:ahLst/>
              <a:cxnLst/>
              <a:rect l="l" t="t" r="r" b="b"/>
              <a:pathLst>
                <a:path w="3009900" h="3009900">
                  <a:moveTo>
                    <a:pt x="0" y="0"/>
                  </a:moveTo>
                  <a:lnTo>
                    <a:pt x="3009900" y="0"/>
                  </a:lnTo>
                  <a:lnTo>
                    <a:pt x="3009900" y="3009900"/>
                  </a:lnTo>
                  <a:lnTo>
                    <a:pt x="0" y="3009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061752" y="7679302"/>
            <a:ext cx="1054418" cy="1054417"/>
            <a:chOff x="0" y="0"/>
            <a:chExt cx="2817560" cy="281756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817560" cy="2817560"/>
            </a:xfrm>
            <a:custGeom>
              <a:avLst/>
              <a:gdLst/>
              <a:ahLst/>
              <a:cxnLst/>
              <a:rect l="l" t="t" r="r" b="b"/>
              <a:pathLst>
                <a:path w="2817560" h="2817560">
                  <a:moveTo>
                    <a:pt x="0" y="0"/>
                  </a:moveTo>
                  <a:lnTo>
                    <a:pt x="2817560" y="0"/>
                  </a:lnTo>
                  <a:lnTo>
                    <a:pt x="2817560" y="2817560"/>
                  </a:lnTo>
                  <a:lnTo>
                    <a:pt x="0" y="2817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220115" y="7679302"/>
            <a:ext cx="1054418" cy="1054417"/>
            <a:chOff x="0" y="0"/>
            <a:chExt cx="3009900" cy="30099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009900" cy="3009900"/>
            </a:xfrm>
            <a:custGeom>
              <a:avLst/>
              <a:gdLst/>
              <a:ahLst/>
              <a:cxnLst/>
              <a:rect l="l" t="t" r="r" b="b"/>
              <a:pathLst>
                <a:path w="3009900" h="3009900">
                  <a:moveTo>
                    <a:pt x="0" y="0"/>
                  </a:moveTo>
                  <a:lnTo>
                    <a:pt x="3009900" y="0"/>
                  </a:lnTo>
                  <a:lnTo>
                    <a:pt x="3009900" y="3009900"/>
                  </a:lnTo>
                  <a:lnTo>
                    <a:pt x="0" y="3009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2231037" y="7679302"/>
            <a:ext cx="1054418" cy="1054418"/>
            <a:chOff x="0" y="0"/>
            <a:chExt cx="3009900" cy="30099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009900" cy="3009900"/>
            </a:xfrm>
            <a:custGeom>
              <a:avLst/>
              <a:gdLst/>
              <a:ahLst/>
              <a:cxnLst/>
              <a:rect l="l" t="t" r="r" b="b"/>
              <a:pathLst>
                <a:path w="3009900" h="3009900">
                  <a:moveTo>
                    <a:pt x="0" y="0"/>
                  </a:moveTo>
                  <a:lnTo>
                    <a:pt x="3009900" y="0"/>
                  </a:lnTo>
                  <a:lnTo>
                    <a:pt x="3009900" y="3009900"/>
                  </a:lnTo>
                  <a:lnTo>
                    <a:pt x="0" y="3009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8158162" y="5631507"/>
            <a:ext cx="1980783" cy="1980783"/>
            <a:chOff x="0" y="0"/>
            <a:chExt cx="2641044" cy="26410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41092" cy="2641092"/>
            </a:xfrm>
            <a:custGeom>
              <a:avLst/>
              <a:gdLst/>
              <a:ahLst/>
              <a:cxnLst/>
              <a:rect l="l" t="t" r="r" b="b"/>
              <a:pathLst>
                <a:path w="2641092" h="2641092">
                  <a:moveTo>
                    <a:pt x="0" y="0"/>
                  </a:moveTo>
                  <a:lnTo>
                    <a:pt x="2641092" y="0"/>
                  </a:lnTo>
                  <a:lnTo>
                    <a:pt x="2641092" y="2641092"/>
                  </a:lnTo>
                  <a:lnTo>
                    <a:pt x="0" y="2641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2990613" y="4487861"/>
            <a:ext cx="12306757" cy="7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본 </a:t>
            </a:r>
            <a:r>
              <a:rPr lang="en-US" sz="2400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챕터에서는</a:t>
            </a:r>
            <a:r>
              <a:rPr lang="en-US" sz="2400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신규</a:t>
            </a:r>
            <a:r>
              <a:rPr lang="en-US" sz="2400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콘텐츠</a:t>
            </a:r>
            <a:r>
              <a:rPr lang="en-US" sz="2400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「</a:t>
            </a:r>
            <a:r>
              <a:rPr lang="en-US" sz="2400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키아</a:t>
            </a:r>
            <a:r>
              <a:rPr lang="en-US" sz="2400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던전의</a:t>
            </a:r>
            <a:r>
              <a:rPr lang="en-US" sz="2400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잃어버린</a:t>
            </a:r>
            <a:r>
              <a:rPr lang="en-US" sz="2400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남매」의</a:t>
            </a:r>
            <a:r>
              <a:rPr lang="en-US" sz="2400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중요</a:t>
            </a:r>
            <a:r>
              <a:rPr lang="en-US" sz="2400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내용을</a:t>
            </a:r>
            <a:r>
              <a:rPr lang="en-US" sz="2400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요약하여</a:t>
            </a:r>
            <a:r>
              <a:rPr lang="en-US" sz="2400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설명하고</a:t>
            </a:r>
            <a:endParaRPr lang="en-US" sz="2400" dirty="0">
              <a:solidFill>
                <a:srgbClr val="FFFFFF"/>
              </a:solidFill>
              <a:latin typeface="Arimo"/>
              <a:ea typeface="맑은 고딕"/>
              <a:cs typeface="Arimo"/>
              <a:sym typeface="Arimo"/>
            </a:endParaRPr>
          </a:p>
          <a:p>
            <a:pPr algn="ctr">
              <a:lnSpc>
                <a:spcPts val="2879"/>
              </a:lnSpc>
            </a:pPr>
            <a:r>
              <a:rPr lang="en-US" sz="2400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콘텐츠로</a:t>
            </a:r>
            <a:r>
              <a:rPr lang="en-US" sz="2400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인한</a:t>
            </a:r>
            <a:r>
              <a:rPr lang="en-US" sz="2400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기대</a:t>
            </a:r>
            <a:r>
              <a:rPr lang="en-US" sz="2400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효과에</a:t>
            </a:r>
            <a:r>
              <a:rPr lang="en-US" sz="2400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대해</a:t>
            </a:r>
            <a:r>
              <a:rPr lang="en-US" sz="2400" dirty="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설명한다</a:t>
            </a:r>
            <a:endParaRPr lang="en-US" sz="2400" dirty="0">
              <a:solidFill>
                <a:srgbClr val="FFFFFF"/>
              </a:solidFill>
              <a:latin typeface="Arimo"/>
              <a:ea typeface="맑은 고딕"/>
              <a:cs typeface="Arimo"/>
              <a:sym typeface="Arimo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3056426" y="3122191"/>
            <a:ext cx="12174091" cy="965619"/>
            <a:chOff x="0" y="0"/>
            <a:chExt cx="16232122" cy="1287492"/>
          </a:xfrm>
        </p:grpSpPr>
        <p:sp>
          <p:nvSpPr>
            <p:cNvPr id="6" name="TextBox 6"/>
            <p:cNvSpPr txBox="1"/>
            <p:nvPr/>
          </p:nvSpPr>
          <p:spPr>
            <a:xfrm>
              <a:off x="7464103" y="214466"/>
              <a:ext cx="1305304" cy="752475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FFFFFF"/>
                  </a:solidFill>
                  <a:latin typeface="Arimo"/>
                  <a:ea typeface="맑은 고딕"/>
                  <a:cs typeface="Arimo"/>
                  <a:sym typeface="Arimo"/>
                </a:rPr>
                <a:t>결론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6802315" cy="1287492"/>
            </a:xfrm>
            <a:custGeom>
              <a:avLst/>
              <a:gdLst/>
              <a:ahLst/>
              <a:cxnLst/>
              <a:rect l="l" t="t" r="r" b="b"/>
              <a:pathLst>
                <a:path w="6802315" h="1287492">
                  <a:moveTo>
                    <a:pt x="0" y="0"/>
                  </a:moveTo>
                  <a:lnTo>
                    <a:pt x="6802315" y="0"/>
                  </a:lnTo>
                  <a:lnTo>
                    <a:pt x="6802315" y="1287492"/>
                  </a:lnTo>
                  <a:lnTo>
                    <a:pt x="0" y="1287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00629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8" name="Freeform 8"/>
            <p:cNvSpPr/>
            <p:nvPr/>
          </p:nvSpPr>
          <p:spPr>
            <a:xfrm flipH="1">
              <a:off x="9429807" y="0"/>
              <a:ext cx="6802315" cy="1287492"/>
            </a:xfrm>
            <a:custGeom>
              <a:avLst/>
              <a:gdLst/>
              <a:ahLst/>
              <a:cxnLst/>
              <a:rect l="l" t="t" r="r" b="b"/>
              <a:pathLst>
                <a:path w="6802315" h="1287492">
                  <a:moveTo>
                    <a:pt x="6802315" y="0"/>
                  </a:moveTo>
                  <a:lnTo>
                    <a:pt x="0" y="0"/>
                  </a:lnTo>
                  <a:lnTo>
                    <a:pt x="0" y="1287492"/>
                  </a:lnTo>
                  <a:lnTo>
                    <a:pt x="6802315" y="1287492"/>
                  </a:lnTo>
                  <a:lnTo>
                    <a:pt x="6802315" y="0"/>
                  </a:lnTo>
                  <a:close/>
                </a:path>
              </a:pathLst>
            </a:custGeom>
            <a:blipFill>
              <a:blip r:embed="rId3"/>
              <a:stretch>
                <a:fillRect r="-100629"/>
              </a:stretch>
            </a:blipFill>
          </p:spPr>
          <p:txBody>
            <a:bodyPr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734450" y="433849"/>
            <a:ext cx="978976" cy="629633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요약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26727" y="3576915"/>
            <a:ext cx="9427518" cy="181102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FFFFF"/>
                </a:solidFill>
                <a:latin typeface="Arimo Bold"/>
                <a:ea typeface="맑은 고딕"/>
                <a:cs typeface="Noto Sans Kr Bold"/>
                <a:sym typeface="Noto Sans Kr Bold"/>
              </a:rPr>
              <a:t>키아 던전의 잃어버린 남매를 찾아</a:t>
            </a:r>
          </a:p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FFFFF"/>
                </a:solidFill>
                <a:latin typeface="Arimo Bold"/>
                <a:ea typeface="맑은 고딕"/>
                <a:cs typeface="Noto Sans Kr Bold"/>
                <a:sym typeface="Noto Sans Kr Bold"/>
              </a:rPr>
              <a:t>퍼즐, 기믹 위주의 2인 파티 퀘스트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734450" y="433849"/>
            <a:ext cx="1998486" cy="629633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기대 효과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65016" y="3790722"/>
            <a:ext cx="11811913" cy="7429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799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유저 커뮤니티 활성화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65016" y="5299575"/>
            <a:ext cx="16477041" cy="7429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799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플레이 원동력 제공</a:t>
            </a:r>
          </a:p>
        </p:txBody>
      </p:sp>
      <p:sp>
        <p:nvSpPr>
          <p:cNvPr id="7" name="Freeform 7"/>
          <p:cNvSpPr/>
          <p:nvPr/>
        </p:nvSpPr>
        <p:spPr>
          <a:xfrm>
            <a:off x="645943" y="3963601"/>
            <a:ext cx="416239" cy="416242"/>
          </a:xfrm>
          <a:custGeom>
            <a:avLst/>
            <a:gdLst/>
            <a:ahLst/>
            <a:cxnLst/>
            <a:rect l="l" t="t" r="r" b="b"/>
            <a:pathLst>
              <a:path w="416239" h="416242">
                <a:moveTo>
                  <a:pt x="0" y="0"/>
                </a:moveTo>
                <a:lnTo>
                  <a:pt x="416239" y="0"/>
                </a:lnTo>
                <a:lnTo>
                  <a:pt x="416239" y="416242"/>
                </a:lnTo>
                <a:lnTo>
                  <a:pt x="0" y="4162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645943" y="5472454"/>
            <a:ext cx="416239" cy="416242"/>
          </a:xfrm>
          <a:custGeom>
            <a:avLst/>
            <a:gdLst/>
            <a:ahLst/>
            <a:cxnLst/>
            <a:rect l="l" t="t" r="r" b="b"/>
            <a:pathLst>
              <a:path w="416239" h="416242">
                <a:moveTo>
                  <a:pt x="0" y="0"/>
                </a:moveTo>
                <a:lnTo>
                  <a:pt x="416239" y="0"/>
                </a:lnTo>
                <a:lnTo>
                  <a:pt x="416239" y="416243"/>
                </a:lnTo>
                <a:lnTo>
                  <a:pt x="0" y="4162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734450" y="433849"/>
            <a:ext cx="6000000" cy="6296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Arimo"/>
                <a:ea typeface="맑은 고딕"/>
              </a:rPr>
              <a:t>성과 지표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450" y="1180000"/>
            <a:ext cx="156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기대 효과를 측정 가능한 형태로 정의한다.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434990"/>
              </p:ext>
            </p:extLst>
          </p:nvPr>
        </p:nvGraphicFramePr>
        <p:xfrm>
          <a:off x="1050000" y="1900000"/>
          <a:ext cx="16200000" cy="63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75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500" b="1" dirty="0" err="1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구분</a:t>
                      </a:r>
                      <a:endParaRPr sz="1500" b="1" dirty="0">
                        <a:solidFill>
                          <a:srgbClr val="FFFFFF"/>
                        </a:solidFill>
                        <a:latin typeface="Arimo Bold"/>
                        <a:ea typeface="맑은 고딕"/>
                      </a:endParaRPr>
                    </a:p>
                  </a:txBody>
                  <a:tcPr marL="72000" marR="72000" marT="36000" marB="36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지표</a:t>
                      </a:r>
                    </a:p>
                  </a:txBody>
                  <a:tcPr marL="72000" marR="72000" marT="36000" marB="36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측정 방법</a:t>
                      </a:r>
                    </a:p>
                  </a:txBody>
                  <a:tcPr marL="72000" marR="72000" marT="36000" marB="36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목표</a:t>
                      </a:r>
                    </a:p>
                  </a:txBody>
                  <a:tcPr marL="72000" marR="72000" marT="36000" marB="36000"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5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5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참여</a:t>
                      </a:r>
                      <a:endParaRPr sz="1500" b="0" dirty="0">
                        <a:solidFill>
                          <a:srgbClr val="000000"/>
                        </a:solidFill>
                        <a:latin typeface="Arimo"/>
                        <a:ea typeface="맑은 고딕"/>
                      </a:endParaRP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이벤트 참여율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기간 내 선행 퀘스트를 1회 이상 클리어한 계정 / 기간 내 접속 계정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500" b="1">
                          <a:solidFill>
                            <a:srgbClr val="B05000"/>
                          </a:solidFill>
                          <a:latin typeface="Arimo Bold"/>
                          <a:ea typeface="맑은 고딕"/>
                        </a:rPr>
                        <a:t>40%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5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5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참여</a:t>
                      </a:r>
                      <a:endParaRPr sz="1500" b="0" dirty="0">
                        <a:solidFill>
                          <a:srgbClr val="000000"/>
                        </a:solidFill>
                        <a:latin typeface="Arimo"/>
                        <a:ea typeface="맑은 고딕"/>
                      </a:endParaRP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최종 퀘스트 완주율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「다시 만난 남매」 클리어 계정 / 이벤트 참여 계정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500" b="1">
                          <a:solidFill>
                            <a:srgbClr val="B05000"/>
                          </a:solidFill>
                          <a:latin typeface="Arimo Bold"/>
                          <a:ea typeface="맑은 고딕"/>
                        </a:rPr>
                        <a:t>70%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5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5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소셜</a:t>
                      </a:r>
                      <a:endParaRPr sz="1500" b="0" dirty="0">
                        <a:solidFill>
                          <a:srgbClr val="000000"/>
                        </a:solidFill>
                        <a:latin typeface="Arimo"/>
                        <a:ea typeface="맑은 고딕"/>
                      </a:endParaRP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2인 파티 성사율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퀘스트 진입 성공 횟수 / 파티 매칭 시도 횟수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500" b="1">
                          <a:solidFill>
                            <a:srgbClr val="B05000"/>
                          </a:solidFill>
                          <a:latin typeface="Arimo Bold"/>
                          <a:ea typeface="맑은 고딕"/>
                        </a:rPr>
                        <a:t>90%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5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소셜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채팅 발생량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파티·월드 채팅 메시지 수, 직전 4주 평균 대비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500" b="1">
                          <a:solidFill>
                            <a:srgbClr val="B05000"/>
                          </a:solidFill>
                          <a:latin typeface="Arimo Bold"/>
                          <a:ea typeface="맑은 고딕"/>
                        </a:rPr>
                        <a:t>+20%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75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5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리텐션</a:t>
                      </a:r>
                      <a:endParaRPr sz="1500" b="0" dirty="0">
                        <a:solidFill>
                          <a:srgbClr val="000000"/>
                        </a:solidFill>
                        <a:latin typeface="Arimo"/>
                        <a:ea typeface="맑은 고딕"/>
                      </a:endParaRP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기간 중 DAU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이벤트 기간 일평균 접속자, 직전 4주 평균 대비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500" b="1">
                          <a:solidFill>
                            <a:srgbClr val="B05000"/>
                          </a:solidFill>
                          <a:latin typeface="Arimo Bold"/>
                          <a:ea typeface="맑은 고딕"/>
                        </a:rPr>
                        <a:t>+10%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75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5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리텐션</a:t>
                      </a:r>
                      <a:endParaRPr sz="1500" b="0" dirty="0">
                        <a:solidFill>
                          <a:srgbClr val="000000"/>
                        </a:solidFill>
                        <a:latin typeface="Arimo"/>
                        <a:ea typeface="맑은 고딕"/>
                      </a:endParaRP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평균 접속 시간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1인당 일평균 플레이 시간, 직전 4주 평균 대비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500" b="1">
                          <a:solidFill>
                            <a:srgbClr val="B05000"/>
                          </a:solidFill>
                          <a:latin typeface="Arimo Bold"/>
                          <a:ea typeface="맑은 고딕"/>
                        </a:rPr>
                        <a:t>+15분</a:t>
                      </a:r>
                    </a:p>
                  </a:txBody>
                  <a:tcPr marL="72000" marR="72000" marT="36000" marB="36000" anchor="ctr">
                    <a:solidFill>
                      <a:srgbClr val="E9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875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500" b="0" dirty="0" err="1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품질</a:t>
                      </a:r>
                      <a:endParaRPr sz="1500" b="0" dirty="0">
                        <a:solidFill>
                          <a:srgbClr val="000000"/>
                        </a:solidFill>
                        <a:latin typeface="Arimo"/>
                        <a:ea typeface="맑은 고딕"/>
                      </a:endParaRP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구역별 이탈률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각 구역 진입 대비 미클리어 이탈 비율</a:t>
                      </a: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500" b="1" dirty="0">
                          <a:solidFill>
                            <a:srgbClr val="B05000"/>
                          </a:solidFill>
                          <a:latin typeface="Arimo Bold"/>
                          <a:ea typeface="맑은 고딕"/>
                        </a:rPr>
                        <a:t>전 </a:t>
                      </a:r>
                      <a:r>
                        <a:rPr sz="1500" b="1" dirty="0" err="1">
                          <a:solidFill>
                            <a:srgbClr val="B05000"/>
                          </a:solidFill>
                          <a:latin typeface="Arimo Bold"/>
                          <a:ea typeface="맑은 고딕"/>
                        </a:rPr>
                        <a:t>구역</a:t>
                      </a:r>
                      <a:r>
                        <a:rPr sz="1500" b="1" dirty="0">
                          <a:solidFill>
                            <a:srgbClr val="B05000"/>
                          </a:solidFill>
                          <a:latin typeface="Arimo Bold"/>
                          <a:ea typeface="맑은 고딕"/>
                        </a:rPr>
                        <a:t> 15% </a:t>
                      </a:r>
                      <a:r>
                        <a:rPr sz="1500" b="1" dirty="0" err="1">
                          <a:solidFill>
                            <a:srgbClr val="B05000"/>
                          </a:solidFill>
                          <a:latin typeface="Arimo Bold"/>
                          <a:ea typeface="맑은 고딕"/>
                        </a:rPr>
                        <a:t>미만</a:t>
                      </a:r>
                      <a:endParaRPr sz="1500" b="1" dirty="0">
                        <a:solidFill>
                          <a:srgbClr val="B05000"/>
                        </a:solidFill>
                        <a:latin typeface="Arimo Bold"/>
                        <a:ea typeface="맑은 고딕"/>
                      </a:endParaRPr>
                    </a:p>
                  </a:txBody>
                  <a:tcPr marL="72000" marR="72000" marT="36000" marB="36000" anchor="ctr"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734450" y="9300000"/>
            <a:ext cx="15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5B8"/>
                </a:solidFill>
                <a:latin typeface="Arimo"/>
                <a:ea typeface="맑은 고딕"/>
              </a:rPr>
              <a:t>※ 목표 수치는 실제 지표에 접근할 수 없는 조건에서 설정한 가설값이며, 라이브 데이터 확보 시 재설정을 전제로 한다.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734450" y="433849"/>
            <a:ext cx="7000000" cy="6296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Arimo"/>
                <a:ea typeface="맑은 고딕"/>
              </a:rPr>
              <a:t>제안 이후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450" y="1180000"/>
            <a:ext cx="156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본 문서 작성(2025.10) 이후 실제로 추가된 유사 콘텐츠와 본 기획을 대조한다.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0" y="1950000"/>
            <a:ext cx="76000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A741"/>
                </a:solidFill>
                <a:latin typeface="Arimo Bold"/>
                <a:ea typeface="맑은 고딕"/>
              </a:rPr>
              <a:t>2026.05.07   사이드 퀘스트 「꿈꾸는 여관」 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0" y="2500000"/>
            <a:ext cx="73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· 던바튼 여관 1층 → 2층 → 지하실을 오가는 수동 조작 퍼즐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· 자물쇠 비밀번호, 방향·기호 자물쇠, 순서 자물쇠 등 다단계 퍼즐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· 물·불 등 환경 상호작용으로 아이템을 가공하는 기믹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· NPC 의뢰 → 물건 전달 구조, 선택지에 따른 엔딩 분기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5300000"/>
            <a:ext cx="76000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A741"/>
                </a:solidFill>
                <a:latin typeface="Arimo Bold"/>
                <a:ea typeface="맑은 고딕"/>
              </a:rPr>
              <a:t>→ 검증된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0" y="5850000"/>
            <a:ext cx="73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900" b="1">
                <a:solidFill>
                  <a:srgbClr val="FFA741"/>
                </a:solidFill>
                <a:latin typeface="Arimo Bold"/>
                <a:ea typeface="맑은 고딕"/>
              </a:rPr>
              <a:t>기존 맵 에셋을 재활용한 수동 조작 퍼즐 콘텐츠</a:t>
            </a: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에 대한</a:t>
            </a:r>
          </a:p>
          <a:p>
            <a:pPr algn="l">
              <a:spcAft>
                <a:spcPts val="7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수요가 실제 라이브 서비스에서 확인되었다. 본 기획이 전제한</a:t>
            </a:r>
          </a:p>
          <a:p>
            <a:pPr algn="l">
              <a:spcAft>
                <a:spcPts val="7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"반복적 이벤트 외의 플레이 원동력"이라는 판단은 유효했다.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0000" y="1950000"/>
            <a:ext cx="76000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A741"/>
                </a:solidFill>
                <a:latin typeface="Arimo Bold"/>
                <a:ea typeface="맑은 고딕"/>
              </a:rPr>
              <a:t>→ 본 기획이 여전히 다루는 영역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0000" y="2500000"/>
            <a:ext cx="760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A741"/>
                </a:solidFill>
                <a:latin typeface="Arimo Bold"/>
                <a:ea typeface="맑은 고딕"/>
              </a:rPr>
              <a:t>1. 2인 정보 비대칭 협동은 미구현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「꿈꾸는 여관」은 1인 솔로 구조다. 두 플레이어를 분리해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정보를 나눠 갖게 하는 본 기획의 핵심 구조는 아직 없다.</a:t>
            </a:r>
          </a:p>
          <a:p>
            <a:pPr algn="l">
              <a:spcAft>
                <a:spcPts val="600"/>
              </a:spcAft>
            </a:pPr>
            <a:endParaRPr sz="1900" b="0">
              <a:solidFill>
                <a:srgbClr val="FFFFFF"/>
              </a:solidFill>
              <a:latin typeface="Arimo"/>
              <a:ea typeface="맑은 고딕"/>
            </a:endParaRP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FFA741"/>
                </a:solidFill>
                <a:latin typeface="Arimo Bold"/>
                <a:ea typeface="맑은 고딕"/>
              </a:rPr>
              <a:t>2. 이탈 처리 사양이 불만 지점으로 확인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공식 공지의 "진행 중 게임 종료 시 재시작" 사양이 실제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불만으로 이어졌다. 본 기획의 구역 단위 체크포인트가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이에 대한 대안이 된다.</a:t>
            </a:r>
          </a:p>
          <a:p>
            <a:pPr algn="l">
              <a:spcAft>
                <a:spcPts val="600"/>
              </a:spcAft>
            </a:pPr>
            <a:endParaRPr sz="1900" b="0">
              <a:solidFill>
                <a:srgbClr val="FFFFFF"/>
              </a:solidFill>
              <a:latin typeface="Arimo"/>
              <a:ea typeface="맑은 고딕"/>
            </a:endParaRP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FFA741"/>
                </a:solidFill>
                <a:latin typeface="Arimo Bold"/>
                <a:ea typeface="맑은 고딕"/>
              </a:rPr>
              <a:t>3. 공략 확산 속도가 예상보다 빨랐음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출시 2일 만에 정답이 전면 공개되었다. 기간 한정만으로는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Arimo"/>
                <a:ea typeface="맑은 고딕"/>
              </a:rPr>
              <a:t>부족하며, 정답 셔플과 구조적 내성 설계가 필요하다.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4450" y="9300000"/>
            <a:ext cx="15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5B8"/>
                </a:solidFill>
                <a:latin typeface="Arimo"/>
                <a:ea typeface="맑은 고딕"/>
              </a:rPr>
              <a:t>※ 이후 「괴도와 파수꾼」(2~4인), 「눈치 폭탄 챌린지」(4인), 「두뇌풀가동」(1~8인) 등 소셜·두뇌형 사이드 게임이 연속 추가되었다.   출처: 마비노기 모바일 공식 업데이트 노트(2026.05.06) · 나무위키 「마비노기 모바일/사이드 게임」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734450" y="433849"/>
            <a:ext cx="6000000" cy="6296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Arimo"/>
                <a:ea typeface="맑은 고딕"/>
              </a:rPr>
              <a:t>참고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00" y="1450000"/>
            <a:ext cx="79000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A741"/>
                </a:solidFill>
                <a:latin typeface="Arimo Bold"/>
                <a:ea typeface="맑은 고딕"/>
              </a:rPr>
              <a:t>보도 · 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0" y="1980000"/>
            <a:ext cx="79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Arimo"/>
                <a:ea typeface="맑은 고딕"/>
              </a:rPr>
              <a:t>오동현, 「게임서도 경쟁하라고?…'젠지' 세대가 택한 '마비노기 모바일'」, 뉴시스, 2025.09.12.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Arimo"/>
                <a:ea typeface="맑은 고딕"/>
              </a:rPr>
              <a:t>   https://www.newsis.com/view/NISX20250912_0003327543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Arimo"/>
                <a:ea typeface="맑은 고딕"/>
              </a:rPr>
              <a:t>Joel Julkunen, 「GameRefinery Player Motivations &amp; Archetypes」, GameRefinery.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Arimo"/>
                <a:ea typeface="맑은 고딕"/>
              </a:rPr>
              <a:t>   https://www.gamerefinery.com/gamerefinery-player-motivations-archetypes/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Arimo"/>
                <a:ea typeface="맑은 고딕"/>
              </a:rPr>
              <a:t>마비노기 모바일, 「[마비노기 모바일] BIG CAMPFIRE 쇼케이스」, YouTube.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Arimo"/>
                <a:ea typeface="맑은 고딕"/>
              </a:rPr>
              <a:t>   https://www.youtube.com/watch?v=nSc61aDLYHU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0" y="4750000"/>
            <a:ext cx="79000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A741"/>
                </a:solidFill>
                <a:latin typeface="Arimo Bold"/>
                <a:ea typeface="맑은 고딕"/>
              </a:rPr>
              <a:t>커뮤니티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5280000"/>
            <a:ext cx="79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Arimo"/>
                <a:ea typeface="맑은 고딕"/>
              </a:rPr>
              <a:t>아카라이브 마비노기 모바일 채널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Arimo"/>
                <a:ea typeface="맑은 고딕"/>
              </a:rPr>
              <a:t>디시인사이드 마비노기 모바일 마이너 갤러리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Arimo"/>
                <a:ea typeface="맑은 고딕"/>
              </a:rPr>
              <a:t>디시인사이드 에린(마비노기 모바일) 마이너 갤러리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7CEDB"/>
                </a:solidFill>
                <a:latin typeface="Arimo"/>
                <a:ea typeface="맑은 고딕"/>
              </a:rPr>
              <a:t>※ 커뮤니티 반응은 2025년 10월 조회 기준.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0000" y="1450000"/>
            <a:ext cx="79000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A741"/>
                </a:solidFill>
                <a:latin typeface="Arimo Bold"/>
                <a:ea typeface="맑은 고딕"/>
              </a:rPr>
              <a:t>레퍼런스 게임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0000" y="1980000"/>
            <a:ext cx="79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FFA741"/>
                </a:solidFill>
                <a:latin typeface="Arimo Bold"/>
                <a:ea typeface="맑은 고딕"/>
              </a:rPr>
              <a:t>Steam  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Arimo"/>
                <a:ea typeface="맑은 고딕"/>
              </a:rPr>
              <a:t>We Were Here Too (Total Mayhem Games, 2018) · The Room (Fireproof Games, 2014)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Arimo"/>
                <a:ea typeface="맑은 고딕"/>
              </a:rPr>
              <a:t>Escape Simulator (Pine Studio, 2021) · 사람 속에 피는 꽃 (Team Gypsophila, 2025)</a:t>
            </a:r>
          </a:p>
          <a:p>
            <a:pPr algn="l">
              <a:spcAft>
                <a:spcPts val="700"/>
              </a:spcAft>
            </a:pPr>
            <a:endParaRPr sz="1500" b="0">
              <a:solidFill>
                <a:srgbClr val="FFFFFF"/>
              </a:solidFill>
              <a:latin typeface="Arimo"/>
              <a:ea typeface="맑은 고딕"/>
            </a:endParaRP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FA741"/>
                </a:solidFill>
                <a:latin typeface="Arimo Bold"/>
                <a:ea typeface="맑은 고딕"/>
              </a:rPr>
              <a:t>Google Play  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Arimo"/>
                <a:ea typeface="맑은 고딕"/>
              </a:rPr>
              <a:t>추리 방탈출: 퍼즐 Escape Room · Escape Time: 방탈출 논리 게임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Arimo"/>
                <a:ea typeface="맑은 고딕"/>
              </a:rPr>
              <a:t>방탈출: 감옥 탈출 퍼즐 · 방탈출-Escape Rooms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0000" y="4750000"/>
            <a:ext cx="79000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A741"/>
                </a:solidFill>
                <a:latin typeface="Arimo Bold"/>
                <a:ea typeface="맑은 고딕"/>
              </a:rPr>
              <a:t>사후 검증 자료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0000" y="5280000"/>
            <a:ext cx="79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Arimo"/>
                <a:ea typeface="맑은 고딕"/>
              </a:rPr>
              <a:t>마비노기 모바일, 「5월 7일(목) 업데이트 노트」, 2026.05.06.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Arimo"/>
                <a:ea typeface="맑은 고딕"/>
              </a:rPr>
              <a:t>   https://mabinogimobile.nexon.com/News/Update/3440066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Arimo"/>
                <a:ea typeface="맑은 고딕"/>
              </a:rPr>
              <a:t>조슈아, 「[마비노기 모바일] 꿈꾸는 여관」, 네이버 블로그, 2026.05.09.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Arimo"/>
                <a:ea typeface="맑은 고딕"/>
              </a:rPr>
              <a:t>   https://blog.naver.com/americano319/224279467320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Arimo"/>
                <a:ea typeface="맑은 고딕"/>
              </a:rPr>
              <a:t>나무위키, 「마비노기 모바일 / 사이드 게임」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C7CEDB"/>
                </a:solidFill>
                <a:latin typeface="Arimo"/>
                <a:ea typeface="맑은 고딕"/>
              </a:rPr>
              <a:t>※ 사후 검증 자료는 2026년 8월 조회 기준.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-772417"/>
            <a:ext cx="18288000" cy="11831836"/>
            <a:chOff x="0" y="0"/>
            <a:chExt cx="24384000" cy="15775782"/>
          </a:xfrm>
        </p:grpSpPr>
        <p:sp>
          <p:nvSpPr>
            <p:cNvPr id="3" name="Freeform 3" descr="PC 게임, 전략 비디오 게임, 만화 영화, 비디오 게임 소프트웨어이(가) 표시된 사진  AI 생성 콘텐츠는 정확하지 않을 수 있습니다."/>
            <p:cNvSpPr/>
            <p:nvPr/>
          </p:nvSpPr>
          <p:spPr>
            <a:xfrm>
              <a:off x="0" y="0"/>
              <a:ext cx="24384000" cy="15775812"/>
            </a:xfrm>
            <a:custGeom>
              <a:avLst/>
              <a:gdLst/>
              <a:ahLst/>
              <a:cxnLst/>
              <a:rect l="l" t="t" r="r" b="b"/>
              <a:pathLst>
                <a:path w="24384000" h="15775812">
                  <a:moveTo>
                    <a:pt x="0" y="0"/>
                  </a:moveTo>
                  <a:lnTo>
                    <a:pt x="24384000" y="0"/>
                  </a:lnTo>
                  <a:lnTo>
                    <a:pt x="24384000" y="15775812"/>
                  </a:lnTo>
                  <a:lnTo>
                    <a:pt x="0" y="157758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>
                <a:alpha val="5882"/>
              </a:srgbClr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598601" y="752317"/>
            <a:ext cx="3090798" cy="3043538"/>
            <a:chOff x="0" y="0"/>
            <a:chExt cx="2535554" cy="24967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35555" cy="2496820"/>
            </a:xfrm>
            <a:custGeom>
              <a:avLst/>
              <a:gdLst/>
              <a:ahLst/>
              <a:cxnLst/>
              <a:rect l="l" t="t" r="r" b="b"/>
              <a:pathLst>
                <a:path w="2535555" h="2496820">
                  <a:moveTo>
                    <a:pt x="0" y="0"/>
                  </a:moveTo>
                  <a:lnTo>
                    <a:pt x="2535555" y="0"/>
                  </a:lnTo>
                  <a:lnTo>
                    <a:pt x="2535555" y="2496820"/>
                  </a:lnTo>
                  <a:lnTo>
                    <a:pt x="0" y="2496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835610" y="4500563"/>
            <a:ext cx="12616779" cy="12573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8100">
                <a:solidFill>
                  <a:srgbClr val="FFFFFF"/>
                </a:solidFill>
                <a:latin typeface="Arimo"/>
                <a:ea typeface="맑은 고딕"/>
                <a:cs typeface="Arimo"/>
                <a:sym typeface="Arimo"/>
              </a:rPr>
              <a:t>EOD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734450" y="433849"/>
            <a:ext cx="7000000" cy="6296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Arimo"/>
                <a:ea typeface="맑은 고딕"/>
              </a:rPr>
              <a:t>퀘스트 진행 플로우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450" y="1180000"/>
            <a:ext cx="156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진입 · 파티 구성 · 구역 루프 · 보상 지급까지의 처리 순서와 참조 테이블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4450" y="9300000"/>
            <a:ext cx="15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5B8"/>
                </a:solidFill>
                <a:latin typeface="Arimo"/>
                <a:ea typeface="맑은 고딕"/>
              </a:rPr>
              <a:t>※ 점선은 데이터 참조다. 체크포인트는 구역 단위로 저장하고, 보상은 Reward_Log 기준 계정당 1회만 지급한다.</a:t>
            </a:r>
          </a:p>
        </p:txBody>
      </p:sp>
      <p:pic>
        <p:nvPicPr>
          <p:cNvPr id="8" name="Picture 7" descr="qu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0" y="2218202"/>
            <a:ext cx="16200000" cy="5723596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734450" y="433849"/>
            <a:ext cx="7000000" cy="6296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Arimo"/>
                <a:ea typeface="맑은 고딕"/>
              </a:rPr>
              <a:t>이벤트 퀘스트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450" y="1180000"/>
            <a:ext cx="156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퀘스트 5종과 재플레이 미션 1종의 식별자 · 선행 조건 · 보상 연결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4450" y="9300000"/>
            <a:ext cx="15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5B8"/>
                </a:solidFill>
                <a:latin typeface="Arimo"/>
                <a:ea typeface="맑은 고딕"/>
              </a:rPr>
              <a:t>※ quest_id는 본 문서에서 정의한 제안 키다. 퀘스트는 선행 조건으로 직렬 연결되며, 재플레이 미션(E_HW_M1)만 역할 교체를 요구한다.</a:t>
            </a:r>
          </a:p>
        </p:txBody>
      </p:sp>
      <p:graphicFrame>
        <p:nvGraphicFramePr>
          <p:cNvPr id="8" name="Table 5"/>
          <p:cNvGraphicFramePr>
            <a:graphicFrameLocks noGrp="1"/>
          </p:cNvGraphicFramePr>
          <p:nvPr/>
        </p:nvGraphicFramePr>
        <p:xfrm>
          <a:off x="1050000" y="1830000"/>
          <a:ext cx="16203168" cy="6499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743200"/>
                <a:gridCol w="2651760"/>
                <a:gridCol w="2834640"/>
                <a:gridCol w="6510528"/>
              </a:tblGrid>
              <a:tr h="928571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2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quest_id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2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퀘스트명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2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목표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2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선행 조건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2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완료 시 지급 보상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</a:tr>
              <a:tr h="928571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2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E_HW_01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2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다시 한번 도서관으로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2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도서관으로 이동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2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「한밤의 도서관」 클리어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2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황금 주괴 더미 40 · 룬의 파편 500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928571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2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E_HW_02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2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집으로 돌아가는 길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2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나가는 길 탐색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2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E_HW_01 완료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2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투박한 보석 보물 상자 20 · 엘리트 연금술 재연소 촉매 5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928571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2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E_HW_03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2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잊으면 안되는 것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2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종이 비행기 날리기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2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E_HW_02 완료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2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E_HW_04와 함께 달성 시 할로윈 음식 선택 상자 1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928571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2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E_HW_04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2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잃으면 안되는 것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2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종이비행기 따라가기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2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E_HW_03 완료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2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보석 세공기 10 · 에픽 연금술 재연소 촉매 3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928571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2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E_HW_05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2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다시 만난 남매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2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기억의 장소 탐사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2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E_HW_04 완료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2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강화 재연소 촉매 20 · 에픽 연금술 재연소 촉매 3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928571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2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E_HW_M1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2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1P · 2P 모두 플레이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2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역할을 바꿔 재입장해 클리어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2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E_HW_05 완료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2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할로윈 패션 상자 1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734450" y="433849"/>
            <a:ext cx="7000000" cy="6296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Arimo"/>
                <a:ea typeface="맑은 고딕"/>
              </a:rPr>
              <a:t>보상 지급 테이블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450" y="1180000"/>
            <a:ext cx="156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지급 조건 · 아이템 · 수량 · 수령 제한을 퀘스트 식별자에 묶어 정의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4450" y="9300000"/>
            <a:ext cx="15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5B8"/>
                </a:solidFill>
                <a:latin typeface="Arimo"/>
                <a:ea typeface="맑은 고딕"/>
              </a:rPr>
              <a:t>※ reward_id · item_id는 본 문서에서 정의한 제안 키다. 모든 보상은 Reward_Log에 account_id + reward_id로 기록하며 재플레이 시 중복 지급하지 않는다.</a:t>
            </a:r>
          </a:p>
        </p:txBody>
      </p:sp>
      <p:graphicFrame>
        <p:nvGraphicFramePr>
          <p:cNvPr id="8" name="Table 5"/>
          <p:cNvGraphicFramePr>
            <a:graphicFrameLocks noGrp="1"/>
          </p:cNvGraphicFramePr>
          <p:nvPr/>
        </p:nvGraphicFramePr>
        <p:xfrm>
          <a:off x="1050000" y="1830000"/>
          <a:ext cx="15288768" cy="649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2788920"/>
                <a:gridCol w="3337560"/>
                <a:gridCol w="3813048"/>
                <a:gridCol w="1005840"/>
                <a:gridCol w="1371600"/>
                <a:gridCol w="1737360"/>
              </a:tblGrid>
              <a:tr h="590909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reward_id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지급 조건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item_id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아이템명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수량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지급 방식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수령 제한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</a:tr>
              <a:tr h="590909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RW_01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E_HW_01 완료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ITEM_GOLD_INGOT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황금 주괴 더미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40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우편함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계정 1회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590909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RW_02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E_HW_01 완료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ITEM_RUNE_FRAGMENT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룬의 파편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500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우편함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계정 1회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590909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RW_03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E_HW_02 완료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ITEM_GEM_CHEST_ROUGH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투박한 보석 보물 상자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20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우편함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계정 1회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590909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RW_04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E_HW_02 완료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ITEM_CATALYST_ELITE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엘리트 연금술 재연소 촉매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5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우편함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계정 1회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590909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RW_05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E_HW_04 완료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ITEM_GEM_CUTTER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보석 세공기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10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우편함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계정 1회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590909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RW_06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E_HW_04 완료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ITEM_CATALYST_EPIC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에픽 연금술 재연소 촉매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3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우편함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계정 1회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590909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RW_07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E_HW_05 완료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ITEM_CATALYST_ENHANCE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강화 재연소 촉매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20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우편함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계정 1회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590909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RW_08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E_HW_05 완료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ITEM_CATALYST_EPIC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에픽 연금술 재연소 촉매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3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우편함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계정 1회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590909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RW_09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E_HW_03 + E_HW_04 완료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BOX_HW_FOOD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할로윈 음식 선택 상자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1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우편함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계정 1회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590909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RW_10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E_HW_M1 달성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BOX_HW_FASHION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할로윈 패션 상자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1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우편함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계정 1회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734450" y="433849"/>
            <a:ext cx="7000000" cy="6296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Arimo"/>
                <a:ea typeface="맑은 고딕"/>
              </a:rPr>
              <a:t>운영 설계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450" y="1180000"/>
            <a:ext cx="156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이벤트 전체에 적용되는 규칙. 뒤의 기간 판정 · 수령 판정 · 화면 · QA 표는 이 정책 번호(P-)를 참조한다.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4450" y="9300000"/>
            <a:ext cx="15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5B8"/>
                </a:solidFill>
                <a:latin typeface="Arimo"/>
                <a:ea typeface="맑은 고딕"/>
              </a:rPr>
              <a:t>※ 상태는 근거 수준을 뜻한다. 본 문서는 사내 테이블에 접근하지 않는 조건에서 작성했으므로, 참조 데이터 이름은 제안한 이름이며 실제 테이블을 확인한 뒤 확정한다.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51560" y="1874519"/>
          <a:ext cx="16184880" cy="64465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737360"/>
                <a:gridCol w="3840480"/>
                <a:gridCol w="4846320"/>
                <a:gridCol w="2834640"/>
                <a:gridCol w="1645920"/>
              </a:tblGrid>
              <a:tr h="920931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정책 번호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항목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적용 조건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처리 · 제한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참조 데이터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근거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</a:tr>
              <a:tr h="920931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P-01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참여 대상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선행 퀘스트 「한밤의 도서관」 완료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+ 2인 파티 구성 완료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조건을 채우지 못하면 NPC 대화는 보이지만 입장은 막는다.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파티가 없으면 자동 매칭으로 안내한다.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Quest_Progress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Party_Table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신규 제안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920931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P-02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기간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시작 시각부터 종료 시각 전까지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참여 가능. 참여가 끝난 뒤에도 수령 마감까지는 보상만 받을 수 있다.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Event_Schedule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신규 제안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920931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P-03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진행 저장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구역 클리어 확정 시점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진행 구역 번호를 저장한다. 다시 들어오면 클리어한 구역은 건너뛴다.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Quest_Progress.zone_no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신규 제안</a:t>
                      </a:r>
                    </a:p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(운영 설계 ①)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920931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P-04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보상 지급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퀘스트 완료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+ 같은 보상을 받은 기록 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우편함으로 바로 보내고 지급 기록을 남긴다. 계정당 1회.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Reward_Log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신규 제안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920931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P-05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역할 교체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재입장 시 1P · 2P 선택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파티장을 바꾸지 않아도 미션 "1P · 2P 모두 플레이"를 달성할 수 있다.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Party_Table.role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신규 제안</a:t>
                      </a:r>
                    </a:p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(운영 설계 ①)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920931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P-06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이탈 · 복구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파티원 접속 종료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5분까지 재접속을 기다린다. 돌아오지 않으면 마지막 체크포인트에서 다시 매칭한다.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Quest_Progress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신규 제안</a:t>
                      </a:r>
                    </a:p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(운영 설계 ①)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734450" y="433849"/>
            <a:ext cx="7000000" cy="6296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Arimo"/>
                <a:ea typeface="맑은 고딕"/>
              </a:rPr>
              <a:t>운영 설계 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450" y="1180000"/>
            <a:ext cx="156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기간 경계와 하루 기준.  시작 시각은 포함하고 종료 시각은 포함하지 않는다.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4450" y="9300000"/>
            <a:ext cx="15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5B8"/>
                </a:solidFill>
                <a:latin typeface="Arimo"/>
                <a:ea typeface="맑은 고딕"/>
              </a:rPr>
              <a:t>※ 운영 기간은 27일, 보상 수령 마감은 종료 후 7일이다. T-07은 데이터 설정 실수이므로 정상 판정(T-01~T-06)과 따로 다룬다.</a:t>
            </a:r>
          </a:p>
        </p:txBody>
      </p:sp>
      <p:sp>
        <p:nvSpPr>
          <p:cNvPr id="8" name="Label 8"/>
          <p:cNvSpPr txBox="1"/>
          <p:nvPr/>
        </p:nvSpPr>
        <p:spPr>
          <a:xfrm>
            <a:off x="1234440" y="1874519"/>
            <a:ext cx="73152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기간 설정 값</a:t>
            </a:r>
          </a:p>
        </p:txBody>
      </p:sp>
      <p:sp>
        <p:nvSpPr>
          <p:cNvPr id="9" name="Label 9"/>
          <p:cNvSpPr txBox="1"/>
          <p:nvPr/>
        </p:nvSpPr>
        <p:spPr>
          <a:xfrm>
            <a:off x="9098280" y="1874519"/>
            <a:ext cx="73152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시각별 입장 · 수령 가능 여부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051560" y="2331720"/>
          <a:ext cx="7589520" cy="4754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651760"/>
                <a:gridCol w="3200400"/>
              </a:tblGrid>
              <a:tr h="679268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필드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값 · 형식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정의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시작 시각 (StartAt)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2025-10-23 10:00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참여 시작. 이 시각부터 참여 가능.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종료 시각 (EndAt)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2025-11-19 10:00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참여 종료. 이 시각부터 참여 불가. 운영 27일.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수령 마감 (ClaimEndAt)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2025-11-26 10:00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보상 수령 마감. 참여 종료 후 7일.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서버 시각 (ServerNow)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요청을 받은 시각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판정은 서버 시각으로만 한다. 기기 시간은 쓰지 않는다.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하루 기준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매일 06:00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날짜가 바뀌는 시각. 힌트 누적 시간과는 관계없다.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남은 기간 표시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분 단위, 내림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화면 UI-01의 남은 기간 표시에 쓴다.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915400" y="2331720"/>
          <a:ext cx="8339326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3200400"/>
                <a:gridCol w="2066543"/>
                <a:gridCol w="2066543"/>
              </a:tblGrid>
              <a:tr h="68008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번호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서버 시각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입장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보상 수령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</a:tr>
              <a:tr h="68008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T-01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시작 전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불가 (이벤트 안 보임)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불가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68008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T-02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시작 시각 정각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가능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가능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68008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T-03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진행 중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가능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가능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68008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T-04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종료 시각 정각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불가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가능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68008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T-05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종료 후 ~ 수령 마감 전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불가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가능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68008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T-06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수령 마감 이후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불가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불가 (받지 않은 보상 삭제)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68008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T-07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시작이 종료보다 늦거나 값이 비어 있음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설정 오류 (안 보임)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판정하지 않음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734450" y="433849"/>
            <a:ext cx="7000000" cy="6296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Arimo"/>
                <a:ea typeface="맑은 고딕"/>
              </a:rPr>
              <a:t>보상 수령 판정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450" y="1180000"/>
            <a:ext cx="156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받을 보상 = 완료했지만 지급 기록이 없는 보상 수.  빈칸 = 우편함 최대 수 - 현재 우편 수.  C-01 ~ C-04는 서로 겹치지 않는다.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4450" y="9300000"/>
            <a:ext cx="15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5B8"/>
                </a:solidFill>
                <a:latin typeface="Arimo"/>
                <a:ea typeface="맑은 고딕"/>
              </a:rPr>
              <a:t>※ 선행조건: 기간 T-02 ~ T-05, 처리 중 아님. C-05 · C-07은 선행조건에서 걸러지는 경우다. 화면에서 막아도 서버가 같은 조건을 다시 확인한다. 우편함 최대 수는 기존 우편함 기준을 그대로 쓴다.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51560" y="1874519"/>
          <a:ext cx="16184880" cy="644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4206240"/>
                <a:gridCol w="3566160"/>
                <a:gridCol w="1737360"/>
                <a:gridCol w="2194560"/>
                <a:gridCol w="3474720"/>
              </a:tblGrid>
              <a:tr h="80581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번호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조건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노출 · 외형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선택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서버 요청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성공 후 값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</a:tr>
              <a:tr h="80581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C-01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받을 보상 == 0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노출 · 회색 외형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"수령할 보상 없음"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안내만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보내지 않음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변화 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80581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C-02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받을 보상 &gt; 0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&amp;&amp; 빈칸 &gt;= 받을 보상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노출 · 기본 외형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"모두 받기"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실행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보냄 (확인 없이)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지급 수 = 받을 보상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받을 보상 → 0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80581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C-03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받을 보상 &gt; 0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&amp;&amp; 0 &lt; 빈칸 &amp;&amp; 빈칸 &lt; 받을 보상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노출 · 기본 외형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수량 확인 팝업 (UI-06)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실행 (확인 후)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보냄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지급 수 = 빈칸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받을 보상 → 받을 보상 - 빈칸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80581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C-04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받을 보상 &gt; 0 &amp;&amp; 빈칸 == 0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노출 · 기본 외형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우편함 정리 안내 (UI-06)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안내만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보내지 않음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변화 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80581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C-05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처리 중 == true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노출 · 처리 중 표시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입력 불가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두 번 보내지 않음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변화 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80581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C-06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같은 보상의 지급 기록 == 있음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해당 없음 (서버 판정)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해당 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서버가 해당 보상 제외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두 번 지급 안 됨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80581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C-07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서버 시각 &gt;= 수령 마감 (T-06)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노출 · 회색 외형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기간 종료 안내 (UI-06)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안내만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보내지 않음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받지 않은 보상 삭제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734450" y="433849"/>
            <a:ext cx="7000000" cy="6296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Arimo"/>
                <a:ea typeface="맑은 고딕"/>
              </a:rPr>
              <a:t>이벤트 화면 상태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450" y="1180000"/>
            <a:ext cx="156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화면 요소별로 언제 보이고 누르면 무엇이 되는지, 기존 UI를 어디까지 가져다 쓰는지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4450" y="9300000"/>
            <a:ext cx="15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5B8"/>
                </a:solidFill>
                <a:latin typeface="Arimo"/>
                <a:ea typeface="맑은 고딕"/>
              </a:rPr>
              <a:t>※ 재사용은 위젯 단위로 가져다 쓰고 내부 배치와 연결 데이터만 바꾼다. 새로 만드는 것은 수령 상태 표시 · 일괄 요청 · 역할 자동 지정 세 가지다.</a:t>
            </a:r>
          </a:p>
        </p:txBody>
      </p:sp>
      <p:sp>
        <p:nvSpPr>
          <p:cNvPr id="8" name="Label 8"/>
          <p:cNvSpPr txBox="1"/>
          <p:nvPr/>
        </p:nvSpPr>
        <p:spPr>
          <a:xfrm>
            <a:off x="1234440" y="1874519"/>
            <a:ext cx="73152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화면 요소</a:t>
            </a:r>
          </a:p>
        </p:txBody>
      </p:sp>
      <p:sp>
        <p:nvSpPr>
          <p:cNvPr id="9" name="Label 9"/>
          <p:cNvSpPr txBox="1"/>
          <p:nvPr/>
        </p:nvSpPr>
        <p:spPr>
          <a:xfrm>
            <a:off x="1234440" y="5440680"/>
            <a:ext cx="73152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기존 UI 재사용 범위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051560" y="2304288"/>
          <a:ext cx="16184880" cy="29717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280160"/>
                <a:gridCol w="2377440"/>
                <a:gridCol w="2743200"/>
                <a:gridCol w="2926080"/>
                <a:gridCol w="3017520"/>
                <a:gridCol w="2834640"/>
              </a:tblGrid>
              <a:tr h="424542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화면 번호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위치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항목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참조 데이터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보이는 조건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눌렀을 때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문구 키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UI-01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상단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이벤트 제목 · 잔여 기간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Event_Schedule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진행 중 ~ 수령 마감 전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8000"/>
                          </a:solidFill>
                          <a:latin typeface="Arimo"/>
                          <a:ea typeface="맑은 고딕"/>
                        </a:rPr>
                        <a:t>EVT_HW_TITLE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UI-02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좌측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퀘스트 목록 (5종 + 미션 1종)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Quest_Progress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열 때 · 퀘스트 완료 시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그 퀘스트로 이동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8000"/>
                          </a:solidFill>
                          <a:latin typeface="Arimo"/>
                          <a:ea typeface="맑은 고딕"/>
                        </a:rPr>
                        <a:t>EVT_HW_QUEST_{n}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UI-03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우측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보상 목록 · 수령 상태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Reward_Log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열 때 · 보상 수령 후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그 보상만 받기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8000"/>
                          </a:solidFill>
                          <a:latin typeface="Arimo"/>
                          <a:ea typeface="맑은 고딕"/>
                        </a:rPr>
                        <a:t>EVT_HW_REWARD_{n}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UI-04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하단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모두 받기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받을 보상 · 우편함 빈칸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항상 (상태는 C-01 ~ C-07)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C-02 · C-03만 지급 / 나머지는 안내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8000"/>
                          </a:solidFill>
                          <a:latin typeface="Arimo"/>
                          <a:ea typeface="맑은 고딕"/>
                        </a:rPr>
                        <a:t>EVT_HW_CLAIM_ALL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8000"/>
                          </a:solidFill>
                          <a:latin typeface="Arimo"/>
                          <a:ea typeface="맑은 고딕"/>
                        </a:rPr>
                        <a:t>EVT_HW_CLAIM_NONE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UI-05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하단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자동 매칭 신청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Party_Table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파티가 없을 때 (P-01)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이벤트 전용 매칭 시작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8000"/>
                          </a:solidFill>
                          <a:latin typeface="Arimo"/>
                          <a:ea typeface="맑은 고딕"/>
                        </a:rPr>
                        <a:t>EVT_HW_MATCH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UI-06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팝업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확인 · 안내 공통 팝업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상황별 문구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C-03 · C-04 · C-07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닫기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8000"/>
                          </a:solidFill>
                          <a:latin typeface="Arimo"/>
                          <a:ea typeface="맑은 고딕"/>
                        </a:rPr>
                        <a:t>EVT_HW_MSG_*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8000"/>
                          </a:solidFill>
                          <a:latin typeface="Arimo"/>
                          <a:ea typeface="맑은 고딕"/>
                        </a:rPr>
                        <a:t>(스트링 표 참조)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051560" y="5870448"/>
          <a:ext cx="16184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743200"/>
                <a:gridCol w="2926080"/>
                <a:gridCol w="2926080"/>
                <a:gridCol w="3291840"/>
                <a:gridCol w="2194560"/>
              </a:tblGrid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화면 요소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가져다 쓸 기존 UI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그대로 쓰는 부분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바꾸는 부분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새로 만들 것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근거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이벤트 프레임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기존 이벤트 팝업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외곽 · 타이틀 · 닫기 위치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내부 콘텐츠 배치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재사용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퀘스트 목록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기존 퀘스트 추적 UI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행 레이아웃 · 완료 체크 표시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연결 데이터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재사용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보상 슬롯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기존 보상 슬롯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슬롯 외형 · 수량 표기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연결 아이템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수령 상태 표시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재사용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모두 받기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기존 일괄 수령 버튼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버튼 스타일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문구 · 활성 조건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일괄 요청 · 부분 지급 처리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신규 제안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자동 매칭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기존 파티 매칭 큐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큐 진입 · 대기 UI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이벤트 전용 큐 분리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역할 자동 지정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신규 제안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734450" y="433849"/>
            <a:ext cx="7000000" cy="6296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Arimo"/>
                <a:ea typeface="맑은 고딕"/>
              </a:rPr>
              <a:t>QA 검수 Case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450" y="1180000"/>
            <a:ext cx="156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진입 · 기간 · 진행 저장.  정책(P) · 기간(T) 규칙을 사전 값과 기대 데이터로 확인한다.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4450" y="9300000"/>
            <a:ext cx="15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5B8"/>
                </a:solidFill>
                <a:latin typeface="Arimo"/>
                <a:ea typeface="맑은 고딕"/>
              </a:rPr>
              <a:t>※ 시각 관련 테스트(Q-03 ~ Q-06)는 서버 시각을 바꿔서 확인한다. 기기 시간을 바꿔서는 확인할 수 없다.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51560" y="1874519"/>
          <a:ext cx="16184880" cy="644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463040"/>
                <a:gridCol w="3657600"/>
                <a:gridCol w="3291840"/>
                <a:gridCol w="3566160"/>
                <a:gridCol w="3200400"/>
              </a:tblGrid>
              <a:tr h="644652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검수 번호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참조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사전 값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입력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기대 데이터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기대 화면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</a:tr>
              <a:tr h="644652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Q-01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P-01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「한밤의 도서관」 미완료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이벤트 NPC 대화 → 입장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Quest_Progress 변화 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입장 막힘 · 선행 퀘스트 안내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644652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Q-02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P-01 · UI-05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파티 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자동 매칭 신청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Party_Table.role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파티장 1P · 파티원 2P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매칭 대기 후 입장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644652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Q-03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T-02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서버 시각 2025-10-23 10:00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입장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Quest_Progress 생성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입장 가능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644652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Q-04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T-04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서버 시각 2025-11-19 10:00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받을 보상 1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입장 → 모두 받기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Reward_Log +1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입장 불가 · 수령 가능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644652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Q-05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T-06 · C-07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서버 시각 2025-11-26 10:00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받을 보상 2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모두 받기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Reward_Log 변화 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기간 종료 안내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644652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Q-06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T-07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시작 시각 &gt; 종료 시각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이벤트 목록 열기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판정 안 함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이벤트 안 보임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644652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Q-07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P-03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zone_no = 2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강제 종료 → 재입장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zone_no = 2 유지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3구역부터 시작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644652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Q-08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P-06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2P 접속 종료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5분 안에 재접속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파티 · zone_no 유지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같은 파티로 복귀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644652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Q-09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P-06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2P 접속 종료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5분 넘게 미복귀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zone_no 유지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마지막 체크포인트에서 재매칭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734450" y="433849"/>
            <a:ext cx="7000000" cy="6296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Arimo"/>
                <a:ea typeface="맑은 고딕"/>
              </a:rPr>
              <a:t>QA 검수 Case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450" y="1180000"/>
            <a:ext cx="156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보상 수령 · 중복 요청.  수령 판정(C) · 서버 처리(S) 규칙을 확인한다.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4450" y="9300000"/>
            <a:ext cx="15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5B8"/>
                </a:solidFill>
                <a:latin typeface="Arimo"/>
                <a:ea typeface="맑은 고딕"/>
              </a:rPr>
              <a:t>※ Q-16 ~ Q-19는 테스트 도구로 응답 차단 · 동시 전송을 만들어 확인한다. 기대 데이터는 Reward_Log 행 수로 검수한다.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51560" y="1874519"/>
          <a:ext cx="16184880" cy="64465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463040"/>
                <a:gridCol w="3657600"/>
                <a:gridCol w="3291840"/>
                <a:gridCol w="3566160"/>
                <a:gridCol w="3200400"/>
              </a:tblGrid>
              <a:tr h="586047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검수 번호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참조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사전 값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입력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기대 데이터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기대 화면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</a:tr>
              <a:tr h="586047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Q-10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C-02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받을 보상 2 (RW_01 · RW_02)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빈칸 5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모두 받기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Reward_Log +2 · 우편 +2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빈칸 3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결과 팝업 1회 (2개)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586047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Q-11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C-03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받을 보상 3 (RW_03 ~ RW_05)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빈칸 1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모두 받기 → 팝업 확인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RW_03만 기록 · 빈칸 0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받을 보상 2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"3개 중 1개" 팝업 → 결과 팝업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586047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Q-12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C-04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받을 보상 1 · 빈칸 0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모두 받기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변화 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우편함 정리 안내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586047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Q-13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C-05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받을 보상 2 · 빈칸 5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모두 받기 0.2초 간격 2회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요청 1건 · Reward_Log +2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처리 중 표시 후 결과 1회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586047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Q-14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C-06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RW_01 지급 기록 있음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RW_01 수령 요청 강제 전송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변화 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수령 완료 표시 유지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586047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Q-15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P-05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1P로 5구역 클리어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2P로 재입장 후 클리어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RW_10 기록 · 패션 상자 1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미션 달성 표시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586047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Q-16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S-01 · S-05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받을 보상 2 · 빈칸 5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성공 응답 차단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같은 request_id 재전송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Reward_Log +2 (1회만)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최초 결과 표시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586047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Q-17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S-02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확정된 request_id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같은 id · 다른 expected_count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변화 없음 (CONFLICT)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재조회 후 다시 표시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586047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Q-18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S-03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받을 보상 2 · 빈칸 5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다른 request_id 2건 동시 전송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Reward_Log +2 · 두 번째 NONE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결과 1회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586047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Q-19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S-04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C-03 팝업 표시 중 우편 1개 수령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(빈칸 1 → 2)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팝업 확인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변화 없음 (CONFLICT)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재조회 후 "3개 중 2개" 팝업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734450" y="433849"/>
            <a:ext cx="7000000" cy="6296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Arimo"/>
                <a:ea typeface="맑은 고딕"/>
              </a:rPr>
              <a:t>모두 받기 처리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450" y="1180000"/>
            <a:ext cx="156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일괄 수령의 대상 · 수량 · 확인 · 실패 계약.  보상 수령 판정(C-01 ~ C-07)의 처리 범위를 정한다.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4450" y="9300000"/>
            <a:ext cx="15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5B8"/>
                </a:solidFill>
                <a:latin typeface="Arimo"/>
                <a:ea typeface="맑은 고딕"/>
              </a:rPr>
              <a:t>※ 모두 받기는 신규 제안이다. 기존 일괄 수령 기능이 있으면 그 요청 형식과 중복 처리 기능을 먼저 연결한다.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51560" y="1874519"/>
          <a:ext cx="16184880" cy="6446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0972800"/>
                <a:gridCol w="3017520"/>
              </a:tblGrid>
              <a:tr h="46046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항목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정한 기준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관련 번호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</a:tr>
              <a:tr h="46046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채택 이유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보상 10건(RW_01 ~ RW_10)을 하나씩 받으면 최대 10번 눌러야 한다. 지급 조건이 정해져 있어 받는 순서가 결과를 바꾸지 않는다.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P-04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6046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대상 범위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이 이벤트의 받을 보상 전체. 다른 이벤트 보상과 우편함 수령은 포함하지 않는다.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C-01 ~ C-04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6046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처리 수량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지급 수 = min(받을 보상, 빈칸)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C-02 · C-03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6046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버튼 의미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받을 수 있는 만큼 받기. 다 받지 못하면 수량을 팝업으로 먼저 보여준다.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UI-04 · UI-06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6046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확인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C-02는 확인 없이 지급. C-03은 "받을 보상 {0}개 중 {1}개" 확인 후 지급.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EVT_HW_MSG_PARTIAL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6046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확인 후 변경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서버가 다시 계산한 지급 수 != expected_count 이면 전체 거절. 재조회 후 다시 확인한다.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S-04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6046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지급 순서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reward_id 오름차순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서버 처리 ① 7단계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6046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비용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재화 소모 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해당 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6046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서버 처리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요청 1건. 지급 수만큼의 지급 기록과 우편을 하나의 성공 단위로 확정한다.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서버 처리 ① 8단계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6046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실패 계약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전부 확정 또는 전부 취소. C-03의 일부 지급은 정상 결과이며, 실패 후 일부만 남는 경우는 없다.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S-05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6046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연출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지급한 보상을 결과 팝업 1회에 묶어 보여준다. 건별 반복 연출 없음.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클라이언트 처리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6046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후속 행동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우편함 자동 수령은 포함하지 않는다.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해당 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6046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재전송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request_id로 같은 동작을 구분한다.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S-01 · S-02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734450" y="433849"/>
            <a:ext cx="7000000" cy="6296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Arimo"/>
                <a:ea typeface="맑은 고딕"/>
              </a:rPr>
              <a:t>스트링 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450" y="1180000"/>
            <a:ext cx="156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화면에 출력하는 문구와 키.  {0}은 출력 치환 값이며 데이터 경로가 아니다.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4450" y="9300000"/>
            <a:ext cx="15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5B8"/>
                </a:solidFill>
                <a:latin typeface="Arimo"/>
                <a:ea typeface="맑은 고딕"/>
              </a:rPr>
              <a:t>※ 초록색은 문구 키와 실제 출력 문구다. 수량은 최대 10이라 긴 숫자 표기는 생기지 않는다. 모든 키는 새로 제안한 키이며 기존 스트링 확인이 필요하다.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51560" y="1874519"/>
          <a:ext cx="16184880" cy="644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017520"/>
                <a:gridCol w="5669280"/>
                <a:gridCol w="2651760"/>
                <a:gridCol w="2103120"/>
                <a:gridCol w="1371600"/>
              </a:tblGrid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상태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문구 키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출력 문구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치환 값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호출 조건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위치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신규 제안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8000"/>
                          </a:solidFill>
                          <a:latin typeface="Arimo"/>
                          <a:ea typeface="맑은 고딕"/>
                        </a:rPr>
                        <a:t>EVT_HW_TITLE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8000"/>
                          </a:solidFill>
                          <a:latin typeface="Arimo"/>
                          <a:ea typeface="맑은 고딕"/>
                        </a:rPr>
                        <a:t>키아 던전의 잃어버린 남매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화면 출력 시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UI-01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신규 제안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8000"/>
                          </a:solidFill>
                          <a:latin typeface="Arimo"/>
                          <a:ea typeface="맑은 고딕"/>
                        </a:rPr>
                        <a:t>EVT_HW_PERIOD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8000"/>
                          </a:solidFill>
                          <a:latin typeface="Arimo"/>
                          <a:ea typeface="맑은 고딕"/>
                        </a:rPr>
                        <a:t>남은 기간 {0}일 {1}시간 {2}분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{0} {1} {2} 정수 · 분 단위 내림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T-02 ~ T-05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UI-01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신규 제안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8000"/>
                          </a:solidFill>
                          <a:latin typeface="Arimo"/>
                          <a:ea typeface="맑은 고딕"/>
                        </a:rPr>
                        <a:t>EVT_HW_QUEST_{n}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8000"/>
                          </a:solidFill>
                          <a:latin typeface="Arimo"/>
                          <a:ea typeface="맑은 고딕"/>
                        </a:rPr>
                        <a:t>퀘스트 구성 표의 퀘스트명 (예: 다시 한번 도서관으로)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목록 출력 시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UI-02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신규 제안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8000"/>
                          </a:solidFill>
                          <a:latin typeface="Arimo"/>
                          <a:ea typeface="맑은 고딕"/>
                        </a:rPr>
                        <a:t>EVT_HW_REWARD_{n}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8000"/>
                          </a:solidFill>
                          <a:latin typeface="Arimo"/>
                          <a:ea typeface="맑은 고딕"/>
                        </a:rPr>
                        <a:t>보상 지급 테이블의 아이템명 + " x" + 수량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목록 출력 시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UI-03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신규 제안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8000"/>
                          </a:solidFill>
                          <a:latin typeface="Arimo"/>
                          <a:ea typeface="맑은 고딕"/>
                        </a:rPr>
                        <a:t>EVT_HW_CLAIM_ALL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8000"/>
                          </a:solidFill>
                          <a:latin typeface="Arimo"/>
                          <a:ea typeface="맑은 고딕"/>
                        </a:rPr>
                        <a:t>모두 받기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C-02 ~ C-04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UI-04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신규 제안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8000"/>
                          </a:solidFill>
                          <a:latin typeface="Arimo"/>
                          <a:ea typeface="맑은 고딕"/>
                        </a:rPr>
                        <a:t>EVT_HW_CLAIM_NONE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8000"/>
                          </a:solidFill>
                          <a:latin typeface="Arimo"/>
                          <a:ea typeface="맑은 고딕"/>
                        </a:rPr>
                        <a:t>수령할 보상 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C-01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UI-04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신규 제안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8000"/>
                          </a:solidFill>
                          <a:latin typeface="Arimo"/>
                          <a:ea typeface="맑은 고딕"/>
                        </a:rPr>
                        <a:t>EVT_HW_MSG_PARTIAL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8000"/>
                          </a:solidFill>
                          <a:latin typeface="Arimo"/>
                          <a:ea typeface="맑은 고딕"/>
                        </a:rPr>
                        <a:t>우편함 빈칸이 부족해 보상 {0}개 중 {1}개만 받습니다.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8000"/>
                          </a:solidFill>
                          <a:latin typeface="Arimo"/>
                          <a:ea typeface="맑은 고딕"/>
                        </a:rPr>
                        <a:t>나머지는 우편함을 비운 뒤 받을 수 있습니다.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{0} 받을 보상 · {1} 지급 수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C-03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UI-06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신규 제안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8000"/>
                          </a:solidFill>
                          <a:latin typeface="Arimo"/>
                          <a:ea typeface="맑은 고딕"/>
                        </a:rPr>
                        <a:t>EVT_HW_MSG_MAILFULL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8000"/>
                          </a:solidFill>
                          <a:latin typeface="Arimo"/>
                          <a:ea typeface="맑은 고딕"/>
                        </a:rPr>
                        <a:t>우편함이 가득 찼습니다. 우편함을 비운 뒤 다시 받아 주세요.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C-04 · MAIL_FULL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UI-06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신규 제안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8000"/>
                          </a:solidFill>
                          <a:latin typeface="Arimo"/>
                          <a:ea typeface="맑은 고딕"/>
                        </a:rPr>
                        <a:t>EVT_HW_MSG_CLOSED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8000"/>
                          </a:solidFill>
                          <a:latin typeface="Arimo"/>
                          <a:ea typeface="맑은 고딕"/>
                        </a:rPr>
                        <a:t>보상 수령 기간이 끝났습니다.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C-07 · CLAIM_CLOSED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UI-06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신규 제안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8000"/>
                          </a:solidFill>
                          <a:latin typeface="Arimo"/>
                          <a:ea typeface="맑은 고딕"/>
                        </a:rPr>
                        <a:t>EVT_HW_MSG_DONE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8000"/>
                          </a:solidFill>
                          <a:latin typeface="Arimo"/>
                          <a:ea typeface="맑은 고딕"/>
                        </a:rPr>
                        <a:t>보상 {0}개를 우편함으로 보냈습니다.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{0} 지급 수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OK · PARTIAL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결과 팝업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신규 제안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8000"/>
                          </a:solidFill>
                          <a:latin typeface="Arimo"/>
                          <a:ea typeface="맑은 고딕"/>
                        </a:rPr>
                        <a:t>EVT_HW_MSG_CHECKING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8000"/>
                          </a:solidFill>
                          <a:latin typeface="Arimo"/>
                          <a:ea typeface="맑은 고딕"/>
                        </a:rPr>
                        <a:t>수령 결과를 확인하고 있습니다.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응답 미수신 2회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UI-06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신규 제안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8000"/>
                          </a:solidFill>
                          <a:latin typeface="Arimo"/>
                          <a:ea typeface="맑은 고딕"/>
                        </a:rPr>
                        <a:t>EVT_HW_MSG_RETRY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8000"/>
                          </a:solidFill>
                          <a:latin typeface="Arimo"/>
                          <a:ea typeface="맑은 고딕"/>
                        </a:rPr>
                        <a:t>보상을 받지 못했습니다. 다시 시도해 주세요.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ERROR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UI-06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신규 제안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8000"/>
                          </a:solidFill>
                          <a:latin typeface="Arimo"/>
                          <a:ea typeface="맑은 고딕"/>
                        </a:rPr>
                        <a:t>EVT_HW_MSG_PREQUEST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8000"/>
                          </a:solidFill>
                          <a:latin typeface="Arimo"/>
                          <a:ea typeface="맑은 고딕"/>
                        </a:rPr>
                        <a:t>「한밤의 도서관」을 완료하면 입장할 수 있습니다.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P-01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NPC 대화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신규 제안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8000"/>
                          </a:solidFill>
                          <a:latin typeface="Arimo"/>
                          <a:ea typeface="맑은 고딕"/>
                        </a:rPr>
                        <a:t>EVT_HW_MATCH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8000"/>
                          </a:solidFill>
                          <a:latin typeface="Arimo"/>
                          <a:ea typeface="맑은 고딕"/>
                        </a:rPr>
                        <a:t>자동 매칭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P-01 파티 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UI-05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734450" y="433849"/>
            <a:ext cx="7000000" cy="6296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Arimo"/>
                <a:ea typeface="맑은 고딕"/>
              </a:rPr>
              <a:t>클라이언트 처리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450" y="1180000"/>
            <a:ext cx="156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입력 → 요청 → 처리 중 → 응답 반영 순서.  화면에서 수량을 먼저 줄이지 않고 서버 응답 값만 반영한다.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4450" y="9300000"/>
            <a:ext cx="15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5B8"/>
                </a:solidFill>
                <a:latin typeface="Arimo"/>
                <a:ea typeface="맑은 고딕"/>
              </a:rPr>
              <a:t>※ 화면 판정은 입력을 거르는 용도이고 최종 판정은 서버가 한다. 10초 타임아웃은 제안 값이며 기존 통신 기준이 있으면 따른다.</a:t>
            </a:r>
          </a:p>
        </p:txBody>
      </p:sp>
      <p:sp>
        <p:nvSpPr>
          <p:cNvPr id="8" name="Label 8"/>
          <p:cNvSpPr txBox="1"/>
          <p:nvPr/>
        </p:nvSpPr>
        <p:spPr>
          <a:xfrm>
            <a:off x="1234440" y="1828800"/>
            <a:ext cx="73152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입력 · 응답</a:t>
            </a:r>
          </a:p>
        </p:txBody>
      </p:sp>
      <p:sp>
        <p:nvSpPr>
          <p:cNvPr id="9" name="Label 9"/>
          <p:cNvSpPr txBox="1"/>
          <p:nvPr/>
        </p:nvSpPr>
        <p:spPr>
          <a:xfrm>
            <a:off x="1234440" y="6053328"/>
            <a:ext cx="73152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응답 코드별 처리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051560" y="2240280"/>
          <a:ext cx="1618488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377440"/>
                <a:gridCol w="2743200"/>
                <a:gridCol w="2743200"/>
                <a:gridCol w="3200400"/>
                <a:gridCol w="3017520"/>
              </a:tblGrid>
              <a:tr h="535577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입력 · 사건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화면에서 먼저 확인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요청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처리 중 화면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응답 반영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실패 · 복구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모두 받기 선택</a:t>
                      </a:r>
                    </a:p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(UI-04)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C-01 ~ C-07 판정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(마지막 서버 값 기준)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C-02 바로 전송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C-03 팝업 확인 후 전송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그 외 전송 안 함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UI-03 · UI-04 입력 잠금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처리 중 표시 · 닫기 허용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granted_ids를 수령 완료로 표시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받을 보상 · 빈칸 다시 계산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응답 코드 표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개별 받기</a:t>
                      </a:r>
                    </a:p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(UI-03 슬롯)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해당 보상 미수령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&amp;&amp; 빈칸 &gt;= 1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reward_ids = [선택 보상]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모두 받기와 같음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해당 슬롯만 수령 완료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응답 코드 표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응답 미수신</a:t>
                      </a:r>
                    </a:p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(10초)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같은 request_id로 1회 재전송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처리 중 유지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응답이 오면 정상 반영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2회째도 없으면 확인 중 안내 + 상태 재조회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새 request_id로 보내지 않음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화면 재진입 · 재접속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이벤트 상태 조회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로딩 표시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Quest_Progress · Reward_Log 기준으로 다시 구성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조회 실패 시 재시도 버튼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화면을 연 채 수령 마감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남은 시간 == 0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전송 안 함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UI-04를 C-07 상태로 변경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지급 연출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결과 팝업 1회에 묶어 표시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연출 중 닫아도 지급 유지 · 다시 표시 안 함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051560" y="6464808"/>
          <a:ext cx="1618488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486400"/>
                <a:gridCol w="5760720"/>
                <a:gridCol w="2926080"/>
              </a:tblGrid>
              <a:tr h="33718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응답 코드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의미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화면 처리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재조회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OK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받을 보상 전부 지급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결과 팝업 (EVT_HW_MSG_DONE)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안 함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PARTIAL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빈칸 수만큼 지급 (C-03)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결과 팝업 + 남은 보상 수 표시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안 함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NONE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받을 보상 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UI-04를 C-01 상태로 변경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함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MAIL_FULL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빈칸 0 (C-04)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우편함 정리 안내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함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CLAIM_CLOSED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수령 마감 이후 (C-07)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기간 종료 안내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함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CONFLICT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확인한 수량과 다름 · 같은 request_id에 다른 내용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재조회 후 팝업 다시 표시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함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ERROR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확정 실패 · 변경 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재시도 안내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함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734450" y="433849"/>
            <a:ext cx="7000000" cy="6296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Arimo"/>
                <a:ea typeface="맑은 고딕"/>
              </a:rPr>
              <a:t>서버 처리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450" y="1180000"/>
            <a:ext cx="156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요청 · 응답 필드와 처리 순서.  ClaimEventReward는 설명용 이름이며 기존 공통 요청 형식에 맞춘다.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4450" y="9300000"/>
            <a:ext cx="15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5B8"/>
                </a:solidFill>
                <a:latin typeface="Arimo"/>
                <a:ea typeface="맑은 고딕"/>
              </a:rPr>
              <a:t>※ 계정은 인증된 요청에서 가져온다. 클라이언트가 보낸 수량은 확인용이며 서버가 보유 상태로 다시 계산한다.</a:t>
            </a:r>
          </a:p>
        </p:txBody>
      </p:sp>
      <p:sp>
        <p:nvSpPr>
          <p:cNvPr id="8" name="Label 8"/>
          <p:cNvSpPr txBox="1"/>
          <p:nvPr/>
        </p:nvSpPr>
        <p:spPr>
          <a:xfrm>
            <a:off x="1234440" y="1828800"/>
            <a:ext cx="73152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요청 ClaimEventReward</a:t>
            </a:r>
          </a:p>
        </p:txBody>
      </p:sp>
      <p:sp>
        <p:nvSpPr>
          <p:cNvPr id="9" name="Label 9"/>
          <p:cNvSpPr txBox="1"/>
          <p:nvPr/>
        </p:nvSpPr>
        <p:spPr>
          <a:xfrm>
            <a:off x="1234440" y="4754880"/>
            <a:ext cx="73152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응답</a:t>
            </a:r>
          </a:p>
        </p:txBody>
      </p:sp>
      <p:sp>
        <p:nvSpPr>
          <p:cNvPr id="10" name="Label 10"/>
          <p:cNvSpPr txBox="1"/>
          <p:nvPr/>
        </p:nvSpPr>
        <p:spPr>
          <a:xfrm>
            <a:off x="10195560" y="1828800"/>
            <a:ext cx="64008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처리 순서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051560" y="2240280"/>
          <a:ext cx="8686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097280"/>
                <a:gridCol w="1463040"/>
                <a:gridCol w="1371600"/>
                <a:gridCol w="3154680"/>
              </a:tblGrid>
              <a:tr h="475488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필드명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변수형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입력 예시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이름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상세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event_id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int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20251023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이벤트 번호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Event_Schedule 참조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request_id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string(36)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9f1c…e2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요청 번호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입력 1회마다 새로 생성 · 재전송은 같은 값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reward_ids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string[]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[] / ["RW_03"]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대상 보상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빈 배열 = 모두 받기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expected_count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int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1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확인한 지급 수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C-03 팝업에 표시한 수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51560" y="5166360"/>
          <a:ext cx="86868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097280"/>
                <a:gridCol w="1463040"/>
                <a:gridCol w="1371600"/>
                <a:gridCol w="3154680"/>
              </a:tblGrid>
              <a:tr h="48006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필드명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변수형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입력 예시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이름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상세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result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enum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PARTIAL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결과 코드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클라이언트 처리의 응답 코드 7종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granted_ids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string[]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["RW_03"]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지급 보상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reward_id 오름차순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remain_count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int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2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남은 받을 보상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지급 후 값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mail_free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int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0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지급 후 빈칸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지급 후 값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need_refresh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bool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false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재조회 필요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OK · PARTIAL 외에는 true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0012680" y="2240280"/>
          <a:ext cx="7223760" cy="676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566160"/>
                <a:gridCol w="3017520"/>
              </a:tblGrid>
              <a:tr h="676656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순서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처리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실패 시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1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인증 계정 · 필드 형식 검증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ERROR · 변경 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2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같은 request_id의 확정 결과 확인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같은 내용 → 최초 결과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다른 내용 → CONFLICT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3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계정 단위 수령 잠금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앞 요청이 끝난 뒤 처리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4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서버 시각 고정 · 기간 판정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서버 시각 &gt;= 수령 마감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→ CLAIM_CLOSED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5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받을 보상 계산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완료 퀘스트 보상 - 지급 기록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0 → NONE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6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빈칸 확인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0 → MAIL_FULL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7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지급 수 = min(받을 보상, 빈칸)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reward_id 오름차순 선택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expected_count 다름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→ CONFLICT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8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Reward_Log 기록 + 우편 생성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하나의 성공 단위로 확정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전부 취소 → ERROR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9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결과 응답 · request_id 결과 보관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9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734450" y="433849"/>
            <a:ext cx="7000000" cy="6296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Arimo"/>
                <a:ea typeface="맑은 고딕"/>
              </a:rPr>
              <a:t>서버 처리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450" y="1180000"/>
            <a:ext cx="156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중복 · 동시 요청과 지급 확정 범위.  요청 중복은 request_id로, 보상 중복은 지급 기록으로 막는다.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4450" y="9300000"/>
            <a:ext cx="15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5B8"/>
                </a:solidFill>
                <a:latin typeface="Arimo"/>
                <a:ea typeface="맑은 고딕"/>
              </a:rPr>
              <a:t>※ 요청 중복 방지와 보상 중복 방지는 기준이 다르다. request_id 보관은 이 이벤트 요청에서 직접 한다 (D-03).</a:t>
            </a:r>
          </a:p>
        </p:txBody>
      </p:sp>
      <p:sp>
        <p:nvSpPr>
          <p:cNvPr id="8" name="Label 8"/>
          <p:cNvSpPr txBox="1"/>
          <p:nvPr/>
        </p:nvSpPr>
        <p:spPr>
          <a:xfrm>
            <a:off x="1234440" y="1828800"/>
            <a:ext cx="73152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중복 · 동시 요청</a:t>
            </a:r>
          </a:p>
        </p:txBody>
      </p:sp>
      <p:sp>
        <p:nvSpPr>
          <p:cNvPr id="9" name="Label 9"/>
          <p:cNvSpPr txBox="1"/>
          <p:nvPr/>
        </p:nvSpPr>
        <p:spPr>
          <a:xfrm>
            <a:off x="1234440" y="5596128"/>
            <a:ext cx="73152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지급 확정 범위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051560" y="2240280"/>
          <a:ext cx="16184880" cy="32461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4206240"/>
                <a:gridCol w="6400800"/>
                <a:gridCol w="4572000"/>
              </a:tblGrid>
              <a:tr h="463731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0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번호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0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상황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0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처리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0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결과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S-01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같은 request_id + 같은 내용 재전송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보관한 최초 결과를 그대로 반환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추가 지급 없음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S-02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같은 request_id + 다른 내용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CONFLICT로 거절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최초 결과 유지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S-03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다른 request_id 2건 동시 도착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계정 단위 잠금으로 순서대로 처리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두 번째는 받을 보상을 다시 계산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두 번째는 NONE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(account_id, reward_id) 중복 기록 불가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S-04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팝업 확인 후 빈칸 변경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expected_count != 지급 수 → CONFLICT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재조회 후 다시 확인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S-05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성공 후 응답 유실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클라이언트가 같은 request_id로 재전송 → S-01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실패로 단정하지 않음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S-06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수령 마감 직전 요청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4단계에서 고정한 서버 시각으로 판정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처리 중 마감이 지나도 결과 유지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051560" y="6007608"/>
          <a:ext cx="16184880" cy="3108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0972800"/>
                <a:gridCol w="2286000"/>
              </a:tblGrid>
              <a:tr h="444137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0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항목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0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기준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0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근거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성공 단위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Reward_Log 기록과 우편 생성을 함께 확정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신규 제안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확정 전 실패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둘 다 취소. 받을 보상 수 그대로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신규 제안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우편이 별도 서비스일 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Reward_Log에 지급 예약으로 기록 → 우편 생성 성공 시 전달 완료. 예약 상태는 재시도로 전달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신규 제안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화면 표시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전달 완료만 수령 완료로 표시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신규 제안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request_id 보관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수령 마감 후 7일까지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신규 제안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타임아웃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클라이언트 타임아웃으로 확정된 지급을 되돌리지 않음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0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신규 제안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734450" y="433849"/>
            <a:ext cx="7000000" cy="6296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Arimo"/>
                <a:ea typeface="맑은 고딕"/>
              </a:rPr>
              <a:t>모두 받기 서버 처리 순서도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450" y="1180000"/>
            <a:ext cx="156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서버 처리 ①의 9단계를 판정 순서대로 그렸다.  표 · 순서도 · QA는 같은 판정 순서를 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4450" y="9300000"/>
            <a:ext cx="15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5B8"/>
                </a:solidFill>
                <a:latin typeface="Arimo"/>
                <a:ea typeface="맑은 고딕"/>
              </a:rPr>
              <a:t>※ 점선은 데이터 참조다. 연결자 A는 같은 흐름이 이어지는 지점이다. 응답 코드는 클라이언트 처리의 응답 코드 표와 같다.</a:t>
            </a:r>
          </a:p>
        </p:txBody>
      </p:sp>
      <p:pic>
        <p:nvPicPr>
          <p:cNvPr id="8" name="Picture 7" descr="cla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2630" y="1828800"/>
            <a:ext cx="12682739" cy="726948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734450" y="433849"/>
            <a:ext cx="7000000" cy="6296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Arimo"/>
                <a:ea typeface="맑은 고딕"/>
              </a:rPr>
              <a:t>구현 연동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450" y="1180000"/>
            <a:ext cx="156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본 문서의 정책을 실제 서비스에 붙일 때 쓰는 기준이다. 서버 · 클라이언트 · UI가 같은 기준으로 작업한다.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4450" y="9300000"/>
            <a:ext cx="15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5B8"/>
                </a:solidFill>
                <a:latin typeface="Arimo"/>
                <a:ea typeface="맑은 고딕"/>
              </a:rPr>
              <a:t>※ 모두 받기의 수량 · 확인 · 실패 계약과 아래 연동 기준은 모두 본 문서에서 정한 신규 제안이다.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51560" y="1874519"/>
          <a:ext cx="161848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834640"/>
                <a:gridCol w="6035040"/>
                <a:gridCol w="4480560"/>
                <a:gridCol w="1645920"/>
              </a:tblGrid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번호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위치 · 관련 데이터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연동 기준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구현 영향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근거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D-01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C-03 · C-04 · 우편함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우편함 최대 수는 기존 우편함 기준. 이벤트 보상 우편은 수령 후 7일 보관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빈칸 = 우편함 최대 수 - 현재 우편 수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신규 제안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D-02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서버 처리 ② · 우편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우편은 별도 서비스로 보고 지급 예약 → 전달 완료 2단계로 처리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Reward_Log에 예약 상태 컬럼 추가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신규 제안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D-03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S-01 · request_id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request_id는 이 이벤트 요청에서 직접 보관 (수령 마감 후 7일)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중복 요청은 최초 결과 반환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신규 제안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D-04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기존 UI 재사용 범위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이벤트 팝업 · 보상 슬롯 · 일괄 수령 버튼은 위젯 단위 재사용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신규 작업은 수령 상태 표시 · 일괄 요청 · 역할 지정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신규 제안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D-05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참조 데이터 이름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Quest_Progress · Party_Table · Reward_Log · Event_Schedule을 본 문서의 기준 이름으로 쓴다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모든 표 · 순서도 · QA가 같은 이름 참조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신규 제안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D-06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운영 설계 ④ 기간 값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운영 27일, 수령 마감은 종료 후 7일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T-01 ~ T-07 판정 기준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신규 제안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r="-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734450" y="433849"/>
            <a:ext cx="7000000" cy="6296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Arimo"/>
                <a:ea typeface="맑은 고딕"/>
              </a:rPr>
              <a:t>담당별 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450" y="1180000"/>
            <a:ext cx="156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읽는 사람별로 확인할 구간과 페이지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4450" y="9300000"/>
            <a:ext cx="15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5B8"/>
                </a:solidFill>
                <a:latin typeface="Arimo"/>
                <a:ea typeface="맑은 고딕"/>
              </a:rPr>
              <a:t>※ 2026.10 보강분은 팀 프로젝트 원본(2025.10)에 본인이 시스템 명세를 추가한 것이다.</a:t>
            </a:r>
          </a:p>
        </p:txBody>
      </p:sp>
      <p:sp>
        <p:nvSpPr>
          <p:cNvPr id="8" name="Label 8"/>
          <p:cNvSpPr txBox="1"/>
          <p:nvPr/>
        </p:nvSpPr>
        <p:spPr>
          <a:xfrm>
            <a:off x="1234440" y="1828800"/>
            <a:ext cx="73152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담당별 목차</a:t>
            </a:r>
          </a:p>
        </p:txBody>
      </p:sp>
      <p:sp>
        <p:nvSpPr>
          <p:cNvPr id="9" name="Label 9"/>
          <p:cNvSpPr txBox="1"/>
          <p:nvPr/>
        </p:nvSpPr>
        <p:spPr>
          <a:xfrm>
            <a:off x="1234440" y="6629400"/>
            <a:ext cx="73152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7CEDB"/>
                </a:solidFill>
                <a:latin typeface="Arimo"/>
                <a:ea typeface="맑은 고딕"/>
              </a:rPr>
              <a:t>수정 이력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051560" y="2240280"/>
          <a:ext cx="161848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926080"/>
                <a:gridCol w="7863840"/>
                <a:gridCol w="2103120"/>
              </a:tblGrid>
              <a:tr h="420624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구간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읽는 사람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확인할 내용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페이지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콘텐츠 개요 · 기획 의도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전체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콘텐츠 개념, 타겟, 기획 배경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6 ~ 24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퀘스트 · 맵 · 퍼즐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콘텐츠 · 레벨 기획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퀘스트 흐름, 구역 구성, 퍼즐 정답과 해법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25 ~ 62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운영 정책 · 기간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시스템 기획 · 운영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P-01 ~ P-06, T-01 ~ T-07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63 ~ 66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보상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시스템 기획 · 운영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보상 테이블, 수령 판정 C-01 ~ C-07, 모두 받기 기준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67 ~ 72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UI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UI 기획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UI-01 ~ UI-06, 기존 UI 재사용 범위, 스트링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73 ~ 74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클라이언트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클라이언트 개발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입력 · 요청 · 응답 반영, 응답 코드별 처리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75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서버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서버 개발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요청 · 응답 필드, 처리 순서, S-01 ~ S-06, 순서도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76 ~ 78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QA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QA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Q-01 ~ Q-19 사전 값 · 입력 · 기대 결과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79 ~ 80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구현 연동 기준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전체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D-01 ~ D-06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81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051560" y="7040880"/>
          <a:ext cx="161848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179576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날짜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변경 내용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Arimo Bold"/>
                          <a:ea typeface="맑은 고딕"/>
                        </a:rPr>
                        <a:t>작성</a:t>
                      </a:r>
                    </a:p>
                  </a:txBody>
                  <a:tcPr marL="72000" marR="72000" marT="27000" marB="27000" anchor="ctr"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2025.10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최초 작성 (4인 팀 프로젝트)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팀 공동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2026.10.20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퀘스트 플로우 · 퀘스트 · 보상 테이블, 운영 정책 · 기간 · 수령 판정 · 화면 · QA 추가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김태윤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2026.10.21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모두 받기 기준 · 스트링 · 클라이언트 · 서버 처리 · 순서도 · 구현 연동 기준 추가, QA 확장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lang="ko-KR" sz="1050" b="0" dirty="0">
                          <a:solidFill>
                            <a:srgbClr val="000000"/>
                          </a:solidFill>
                          <a:latin typeface="Arimo"/>
                          <a:ea typeface="맑은 고딕"/>
                        </a:rPr>
                        <a:t>김태윤</a:t>
                      </a:r>
                    </a:p>
                  </a:txBody>
                  <a:tcPr marL="72000" marR="72000" marT="27000" marB="27000" anchor="ctr"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4862</Words>
  <Application>Microsoft Office PowerPoint</Application>
  <PresentationFormat>사용자 지정</PresentationFormat>
  <Paragraphs>843</Paragraphs>
  <Slides>71</Slides>
  <Notes>43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71</vt:i4>
      </vt:variant>
    </vt:vector>
  </HeadingPairs>
  <TitlesOfParts>
    <vt:vector size="77" baseType="lpstr">
      <vt:lpstr>맑은 고딕</vt:lpstr>
      <vt:lpstr>Arial</vt:lpstr>
      <vt:lpstr>Arimo Bold</vt:lpstr>
      <vt:lpstr>Calibri</vt:lpstr>
      <vt:lpstr>Arimo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마비노기 모바일 신규 콘텐츠 기획서</dc:title>
  <cp:lastModifiedBy>태윤 김</cp:lastModifiedBy>
  <cp:revision>2</cp:revision>
  <dcterms:created xsi:type="dcterms:W3CDTF">2006-08-16T00:00:00Z</dcterms:created>
  <dcterms:modified xsi:type="dcterms:W3CDTF">2026-08-28T00:26:11Z</dcterms:modified>
  <dc:identifier>DAG0Il4OmLA</dc:identifier>
</cp:coreProperties>
</file>