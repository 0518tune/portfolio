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343" r:id="rId98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6" r:id="rId91"/>
    <p:sldId id="333" r:id="rId88"/>
    <p:sldId id="337" r:id="rId92"/>
    <p:sldId id="338" r:id="rId93"/>
    <p:sldId id="339" r:id="rId94"/>
    <p:sldId id="340" r:id="rId95"/>
    <p:sldId id="341" r:id="rId96"/>
    <p:sldId id="334" r:id="rId89"/>
    <p:sldId id="335" r:id="rId90"/>
    <p:sldId id="342" r:id="rId97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시스템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하나를 풀 때마다 남매의 기억 한 조각을 되찾도록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보상에 넣어, 이벤트가 끝난 뒤에도 성장에 쓰이게 한다.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/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/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/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EOD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18202"/>
            <a:ext cx="16200000" cy="572359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이벤트 전체에 적용되는 규칙. 뒤의 기간 판정 · 수령 판정 · 화면 · QA 표는 이 정책 번호(P-)를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본 문서는 사내 테이블에 접근하지 않는 조건에서 작성했으므로, 참조 데이터 이름은 제안한 이름이며 실제 테이블을 확인한 뒤 확정한다.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정책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조건을 채우지 못하면 NPC 대화는 보이지만 입장은 막는다.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없으면 자동 매칭으로 안내한다.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시각부터 종료 시각 전까지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참여가 끝난 뒤에도 수령 마감까지는 보상만 받을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구역 번호를 저장한다. 다시 들어오면 클리어한 구역은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같은 보상을 받은 기록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바로 보내고 지급 기록을 남긴다.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미션 "1P · 2P 모두 플레이"를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5분까지 재접속을 기다린다. 돌아오지 않으면 마지막 체크포인트에서 다시 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하루 기준.  시작 시각은 포함하고 종료 시각은 포함하지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날짜는 27일 운영 기준으로 잡은 더미 값이다. 실제 일정은 라이브 캘린더에 맞춘다. T-07은 데이터 설정 실수이므로 정상 판정(T-01~T-06)과 따로 다룬다.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설정 값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시각별 입장 · 수령 가능 여부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(StartAt)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시작. 이 시각부터 참여 가능.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(EndAt)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종료. 이 시각부터 참여 불가.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(ClaimEndAt)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마감. 참여 종료 후 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(ServerNow)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요청을 받은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판정은 서버 시각으로만 한다. 기기 시간은 쓰지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하루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날짜가 바뀌는 시각. 힌트 누적 시간과는 관계없다.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기간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분 단위,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UI-01의 남은 기간 표시에 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시각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(이벤트 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후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(받지 않은 보상 삭제)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시작이 종료보다 늦거나 값이 비어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(안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받을 보상 = 완료했지만 지급 기록이 없는 보상 수.  빈칸 = 우편함 최대 수 - 현재 우편 수.  C-01 ~ C-04는 서로 겹치지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선행조건: 기간 T-02 ~ T-05, 처리 중 아님. C-05 · C-07은 선행조건에서 걸러지는 경우다. 화면에서 막아도 서버가 같은 조건을 다시 확인한다. 우편함 최대 수는 기존 우편 사양 확인 필요.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3566160"/>
                <a:gridCol w="1737360"/>
                <a:gridCol w="2194560"/>
                <a:gridCol w="347472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노출 · 외형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성공 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 (확인 없이)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받을 보상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0 &lt; 빈칸 &amp;&amp; 빈칸 &lt;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확인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 (확인 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빈칸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받을 보상 -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 &amp;&amp; 빈칸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==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처리 중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보상의 지급 기록 ==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해당 보상 제외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 (T-06)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받지 않은 보상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요소별로 언제 보이고 누르면 무엇이 되는지, 기존 UI를 어디까지 가져다 쓰는지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 판단은 게임 화면을 보고 한 것이다. 실제 UI 구조와 리소스는 확인하지 못했으므로 가져다 쓸 수 있어도 개발 작업이 없다는 뜻은 아니다.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UI 재사용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보이는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눌렀을 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퀘스트 완료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퀘스트로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보상 수령 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보상만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우편함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항상 (상태는 C-01 ~ 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C-03만 지급 / 나머지는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없을 때 (P-01)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매칭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상황별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EVT_HW_MSG_*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(스트링 표 참조)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가져다 쓸 기존 UI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그대로 쓰는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바꾸는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새로 만들 것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기간 · 진행 저장.  정책(P) · 기간(T) 규칙을 사전 값과 기대 데이터로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관련 테스트(Q-03 ~ Q-06)는 서버 시각을 바꿔서 확인한다. 기기 시간을 바꿔서는 확인할 수 없다.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미완료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NPC 대화 →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막힘 · 선행 퀘스트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 1P · 파티원 2P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 대기 후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생성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2025-11-19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 · 수령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2025-11-26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&gt; 종료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목록 열기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안 보임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강제 종료 → 재입장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3구역부터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안에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· 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파티로 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넘게 미복귀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재매칭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보상 수령 · 중복 요청.  수령 판정(C) · 서버 처리(S) 규칙을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Q-16 ~ Q-19는 테스트 도구로 응답 차단 · 동시 전송을 만들어 확인한다. 기대 데이터는 Reward_Log 행 수로 검수한다.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(RW_01 · RW_02)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우편 +2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 (2개)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3 (RW_03 ~ RW_05)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→ 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RW_03만 기록 · 빈칸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"3개 중 1개" 팝업 → 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 · 빈칸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0.2초 간격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 · Reward_Log +2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후 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지급 기록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수령 요청 강제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완료 표시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5구역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2P로 재입장 후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 기록 ·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미션 달성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응답 차단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(1회만)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확정된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id · 다른 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두 번째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표시 중 우편 1개 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(빈칸 1 → 2)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"3개 중 2개"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처리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일괄 수령의 대상 · 수량 · 확인 · 실패 계약.  보상 수령 판정(C-01 ~ C-07)의 처리 범위를 정한다.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받기는 신규 제안이다. 기존 일괄 수령 기능이 있으면 그 요청 형식과 중복 처리 기능을 먼저 연결한다.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0"/>
                <a:gridCol w="3017520"/>
              </a:tblGrid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정한 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관련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채택 이유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10건(RW_01 ~ RW_10)을 하나씩 받으면 최대 10번 눌러야 한다. 지급 조건이 정해져 있어 받는 순서가 결과를 바꾸지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 이벤트의 받을 보상 전체. 다른 이벤트 보상과 우편함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의미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수 있는 만큼 받기. 다 받지 못하면 수량을 팝업으로 먼저 보여준다.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 · 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C-02는 확인 없이 지급. C-03은 "받을 보상 {0}개 중 {1}개" 확인 후 지급.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후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다시 계산한 지급 수 != expected_count 이면 전체 거절. 재조회 후 다시 확인한다.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순서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7단계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비용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재화 소모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1건. 지급 수만큼의 지급 기록과 우편을 하나의 성공 단위로 확정한다.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8단계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 계약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확정 또는 전부 취소. C-03의 일부 지급은 정상 결과이며, 실패 후 일부만 남는 경우는 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지급한 보상을 결과 팝업 1회에 묶어 보여준다. 건별 반복 연출 없음.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후속 행동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자동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request_id로 같은 동작을 구분한다.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스트링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화면에 출력하는 문구와 키.  {0}은 출력 치환 값이며 데이터 경로가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초록색은 문구 키와 실제 출력 문구다. 수량은 최대 10이라 긴 숫자 표기는 생기지 않는다. 모든 키는 새로 제안한 키이며 기존 스트링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017520"/>
                <a:gridCol w="5669280"/>
                <a:gridCol w="2651760"/>
                <a:gridCol w="2103120"/>
                <a:gridCol w="1371600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출력 문구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치환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호출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키아 던전의 잃어버린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EVT_HW_PERIOD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남은 기간 {0}일 {1}시간 {2}분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{1} {2} 정수 · 분 단위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 ~ 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퀘스트 구성 표의 퀘스트명 (예: 다시 한번 도서관으로)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지급 테이블의 아이템명 + " x" +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수령할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 빈칸이 부족해 보상 {0}개 중 {1}개만 받습니다.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나머지는 우편함을 비운 뒤 받을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받을 보상 · {1}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EVT_HW_MSG_MAILFULL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우편함이 가득 찼습니다. 우편함을 비운 뒤 다시 받아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 ·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수령 기간이 끝났습니다.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 ·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EVT_HW_MSG_DONE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{0}개를 우편함으로 보냈습니다.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EVT_HW_MSG_CHECKING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 결과를 확인하고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EVT_HW_MSG_RETRY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보상을 받지 못했습니다. 다시 시도해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EVT_HW_MSG_PREQUEST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「한밤의 도서관」을 완료하면 입장할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NPC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클라이언트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→ 요청 → 처리 중 → 응답 반영 순서.  화면에서 수량을 먼저 줄이지 않고 서버 응답 값만 반영한다.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화면 판정은 입력을 거르는 용도이고 최종 판정은 서버가 한다. 10초 타임아웃은 제안 값이며 기존 통신 기준이 있으면 따른다.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· 응답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0533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 코드별 처리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743200"/>
                <a:gridCol w="2743200"/>
                <a:gridCol w="3200400"/>
                <a:gridCol w="3017520"/>
              </a:tblGrid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· 사건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화면에서 먼저 확인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중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반영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· 복구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선택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C-07 판정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(마지막 서버 값 기준)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바로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확인 후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외 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 · UI-04 입력 잠금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· 닫기 허용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granted_ids를 수령 완료로 표시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빈칸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개별 받기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(UI-03 슬롯)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보상 미수령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 = [선택 보상]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받기와 같음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슬롯만 수령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(10초)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request_id로 1회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응답이 오면 정상 반영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2회째도 없으면 확인 중 안내 + 상태 재조회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새 request_id로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재진입 ·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상태 조회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로딩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Reward_Log 기준으로 다시 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조회 실패 시 재시도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화면을 연 채 수령 마감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시간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C-07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1회에 묶어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 중 닫아도 지급 유지 · 다시 표시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464808"/>
          <a:ext cx="161848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5760720"/>
                <a:gridCol w="2926080"/>
              </a:tblGrid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코드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의미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재조회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전부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(EVT_HW_MSG_DONE)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수만큼 지급 (C-03)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+ 남은 보상 수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C-01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0 (C-04)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 (C-07)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수량과 다름 · 같은 request_id에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팝업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실패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재시도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· 응답 필드와 처리 순서.  ClaimEventReward는 설명용 이름이며 기존 공통 요청 형식에 맞춘다.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계정은 인증된 요청에서 가져온다. 클라이언트가 보낸 수량은 확인용이며 서버가 보유 상태로 다시 계산한다.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ClaimEventReward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47548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</a:t>
            </a:r>
          </a:p>
        </p:txBody>
      </p:sp>
      <p:sp>
        <p:nvSpPr>
          <p:cNvPr id="10" name="Label 10"/>
          <p:cNvSpPr txBox="1"/>
          <p:nvPr/>
        </p:nvSpPr>
        <p:spPr>
          <a:xfrm>
            <a:off x="10195560" y="1828800"/>
            <a:ext cx="64008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처리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24028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20251023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 참조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string(36)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9f1c…e2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1회마다 새로 생성 · 재전송은 같은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[] / 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 배열 =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팝업에 표시한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051560" y="5166360"/>
          <a:ext cx="8686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8006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result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enum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코드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처리의 응답 코드 7종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remain_count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mail_free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need_refresh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bool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false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 외에는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7223760" cy="676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3017520"/>
              </a:tblGrid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순서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인증 계정 · 필드 형식 검증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request_id의 확정 결과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내용 → 최초 결과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내용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수령 잠금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앞 요청이 끝난 뒤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고정 · 기간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계산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완료 퀘스트 보상 - 지급 기록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다름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 + 우편 생성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하나의 성공 단위로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취소 → 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응답 · request_id 결과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요청과 지급 확정 범위.  요청 중복은 request_id로, 보상 중복은 지급 기록으로 막는다.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요청 중복 방지와 보상 중복 방지는 기준이 다르다. 기존 공통 중복 처리 기능이 있으면 request_id 보관은 그 기능을 쓴다.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5961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확정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6400800"/>
                <a:gridCol w="4572000"/>
              </a:tblGrid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같은 내용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보관한 최초 결과를 그대로 반환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추가 지급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CONFLICT로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도착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잠금으로 순서대로 처리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받을 보상을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NONE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(account_id, reward_id) 중복 기록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 후 빈칸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!= 지급 수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후 응답 유실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클라이언트가 같은 request_id로 재전송 → 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실패로 단정하지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직전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4단계에서 고정한 서버 시각으로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마감이 지나도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007608"/>
          <a:ext cx="16184880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0"/>
                <a:gridCol w="2286000"/>
              </a:tblGrid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단위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기록과 우편 생성을 함께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전 실패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둘 다 취소. 받을 보상 수 그대로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우편이 별도 서비스일 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Reward_Log에 지급 예약으로 기록 → 우편 생성 성공 시 전달 완료. 예약 상태는 재시도로 전달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전달 완료만 수령 완료로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후 7일까지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타임아웃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타임아웃으로 확정된 지급을 되돌리지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서버 처리 순서도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서버 처리 ①의 9단계를 판정 순서대로 그렸다.  표 · 순서도 · QA는 같은 판정 순서를 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연결자 A는 같은 흐름이 이어지는 지점이다. 응답 코드는 클라이언트 처리의 응답 코드 표와 같다.</a:t>
            </a:r>
          </a:p>
        </p:txBody>
      </p:sp>
      <p:pic>
        <p:nvPicPr>
          <p:cNvPr id="8" name="Picture 7" descr="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630" y="1828800"/>
            <a:ext cx="12682739" cy="726948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남은 확인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문서에서 정한 정책은 그대로 두고, 실제 서비스에 연결하려면 확인해야 하는 외부 정보만 모았다.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받기의 수량 · 확인 · 실패 계약은 본 문서에서 정한 신규 제안이다. 아래 항목은 그 정책을 실제 시스템에 연결할 때 확인한다.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743200"/>
                <a:gridCol w="4754880"/>
                <a:gridCol w="2834640"/>
                <a:gridCol w="3017520"/>
                <a:gridCol w="1463040"/>
              </a:tblGrid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 · 관련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확인할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필요한 자료 · 담당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구현 영향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최대 수와 이벤트 보상 우편 보관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우편 사양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계산식, C-03 · C-04 존재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② · 우편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 생성이 게임 상태와 같은 처리 단위인지, 별도 서비스인지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구조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예약 상태 필요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공통 요청에 중복 처리 기능이 있는지, 보관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공통 프로토콜 · 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 보관 신규 구현 여부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UI 재사용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팝업 · 보상 슬롯 · 일괄 수령 버튼을 위젯 단위로 재사용할 수 있는지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 리소스 · UI · 클라이언트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작업량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참조 데이터 이름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Party_Table · Reward_Log · Event_Schedule의 실제 이름과 컬럼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사내 테이블 · 시스템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참조 경로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설계 ④ 기간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실제 운영 일정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라이브 캘린더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값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읽는 사람별로 확인할 구간과 페이지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2026.10 보강분은 팀 프로젝트 원본(2025.10)에 본인이 시스템 명세를 추가한 것이다.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6294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수정 이력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926080"/>
                <a:gridCol w="786384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읽는 사람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확인할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페이지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개요 · 기획 의도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개념, 타겟, 기획 배경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 ~ 24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· 맵 · 퍼즐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· 레벨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흐름, 구역 구성, 퍼즐 정답과 해법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25 ~ 62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정책 ·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~ P-06, T-01 ~ 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63 ~ 66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테이블, 수령 판정 C-01 ~ C-07, 모두 받기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67 ~ 72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 ~ UI-06, 기존 UI 재사용 범위, 스트링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73 ~ 74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· 요청 · 응답 반영, 응답 코드별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· 응답 필드, 처리 순서, S-01 ~ S-06, 순서도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76 ~ 78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 ~ Q-19 사전 값 · 입력 · 기대 결과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79 ~ 80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확인 사항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OPEN-01 ~ OPEN-06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7040880"/>
          <a:ext cx="16184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79576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날짜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변경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작성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2025.10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작성 (4인 팀 프로젝트)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팀 공동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2026.10.20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플로우 · 퀘스트 · 보상 테이블, 운영 정책 · 기간 · 수령 판정 · 화면 · QA 추가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김태윤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2026.10.21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기준 · 스트링 · 클라이언트 · 서버 처리 · 순서도 · 남은 확인 사항 추가, QA 확장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김태윤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신규 콘텐츠 기획서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