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328821" cy="10264140"/>
          </a:xfrm>
          <a:custGeom>
            <a:avLst/>
            <a:gdLst/>
            <a:ahLst/>
            <a:cxnLst/>
            <a:rect r="r" b="b" t="t" l="l"/>
            <a:pathLst>
              <a:path h="10264140" w="18328821">
                <a:moveTo>
                  <a:pt x="0" y="0"/>
                </a:moveTo>
                <a:lnTo>
                  <a:pt x="18328821" y="0"/>
                </a:lnTo>
                <a:lnTo>
                  <a:pt x="18328821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1606" y="7410385"/>
            <a:ext cx="2184788" cy="30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68" b="true">
                <a:solidFill>
                  <a:srgbClr val="B3B3B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정진영 | 김태윤 | 김태훈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9632" y="6881872"/>
            <a:ext cx="2009558" cy="3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74" spc="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언리얼 너무 어렵조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642092"/>
            <a:ext cx="16287750" cy="97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고전 동화의 성공적인 재구성에서 얻은 영감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3750764"/>
            <a:ext cx="12858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100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2023년 대한민국 게임대상 대상을 수상한 'P의 거짓'은 고전 피노키오 이야기를 스팀펑크 배경으로 훌륭하게 재해석하여 전 세계적인 몰입감을 선사했습니다.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4950914"/>
            <a:ext cx="12858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100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우리 팀은 이러한 성공 사례에 영감을 받아, 대중에게 친숙한 '빨간 모자' 이야기를 잔혹 동화적 관점에서 재해석한 '여우의 복수'를 기획하게 되었습니다.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6151064"/>
            <a:ext cx="12858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100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이 프로젝트는 플레이어에게 익숙함 속에서 낯선 매력을 느끼게 하는 독특하고 매력적인 경험을 제공하는 것을 목표로 합니다.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PURPOSE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0283" y="1860661"/>
            <a:ext cx="17777717" cy="105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새로운 장르적 도전과 차별화된 가치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3879056"/>
            <a:ext cx="571500" cy="571500"/>
            <a:chOff x="0" y="0"/>
            <a:chExt cx="762000" cy="762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0" r="0" b="-125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4804172"/>
            <a:ext cx="5238769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차별화된 경험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523309"/>
            <a:ext cx="5238769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기존의 단조로운 게임 플레이를 넘어, 플레이어에게 역동적이고 차별화된 경험을 선사하기 위해 개발되었습니다.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24644" y="3879056"/>
            <a:ext cx="714375" cy="571500"/>
            <a:chOff x="0" y="0"/>
            <a:chExt cx="952500" cy="762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" r="0" b="-24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24644" y="4804172"/>
            <a:ext cx="5238769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역동적 메커니즘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4644" y="5523309"/>
            <a:ext cx="5238769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재구성된 동화 세계를 배경으로 독창적인 전투 메커니즘을 개발하여, 시각적 즐거움과 몰입감을 동시에 제공합니다.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92038" y="3879056"/>
            <a:ext cx="642938" cy="571500"/>
            <a:chOff x="0" y="0"/>
            <a:chExt cx="857250" cy="762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57250" cy="762000"/>
            </a:xfrm>
            <a:custGeom>
              <a:avLst/>
              <a:gdLst/>
              <a:ahLst/>
              <a:cxnLst/>
              <a:rect r="r" b="b" t="t" l="l"/>
              <a:pathLst>
                <a:path h="7620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6" r="0" b="-13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2038" y="4804172"/>
            <a:ext cx="5238769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세계관의 확장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38" y="5523309"/>
            <a:ext cx="5238769" cy="94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단순한 오락을 넘어 동화 속 주인공이 되어 복수의 여정을 떠나는 듯한 생생한 현장감을 전달합니다.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CONCEPT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813542"/>
            <a:ext cx="16573500" cy="87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러닝 액션과 소울라이크의 파격적인 융합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4906137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Running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621703"/>
            <a:ext cx="8001000" cy="94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쉴 새 없이 몰아치는 속도감과 리듬감 있는 이동을 통해 플레이어에게 즉각적인 아드레날린을 선사합니다.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9750" y="4906137"/>
            <a:ext cx="800100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Souls-like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9750" y="5621703"/>
            <a:ext cx="8001000" cy="94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한순간의 방심도 허용하지 않는 전략적 긴장감과 정교한 전투 메커니즘으로 깊이 있는 몰입감을 제공합니다.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8301952"/>
            <a:ext cx="16573500" cy="62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31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어둡고 기괴한 분위기 속에서 펼쳐지는 화려한 액션은 </a:t>
            </a:r>
            <a:r>
              <a:rPr lang="en-US" sz="2318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'여우의 복수'만이 가진 강력한 시각적 아이덴티티</a:t>
            </a:r>
            <a:r>
              <a:rPr lang="en-US" sz="231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입니다.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GAMEPLAY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091928"/>
            <a:ext cx="165735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이원화된 레벨 설계를 통한 리듬감 있는 진행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3625453"/>
            <a:ext cx="4143375" cy="1085850"/>
            <a:chOff x="0" y="0"/>
            <a:chExt cx="5524500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24501" cy="1447800"/>
            </a:xfrm>
            <a:custGeom>
              <a:avLst/>
              <a:gdLst/>
              <a:ahLst/>
              <a:cxnLst/>
              <a:rect r="r" b="b" t="t" l="l"/>
              <a:pathLst>
                <a:path h="1447800" w="5524501">
                  <a:moveTo>
                    <a:pt x="0" y="0"/>
                  </a:moveTo>
                  <a:lnTo>
                    <a:pt x="5524501" y="0"/>
                  </a:lnTo>
                  <a:lnTo>
                    <a:pt x="5524501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524500" cy="1533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9"/>
                </a:lnSpc>
              </a:pPr>
              <a:r>
                <a:rPr lang="en-US" sz="2386" b="true">
                  <a:solidFill>
                    <a:srgbClr val="FF2A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단계 유형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00625" y="3625453"/>
            <a:ext cx="5800725" cy="1085850"/>
            <a:chOff x="0" y="0"/>
            <a:chExt cx="7734300" cy="1447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34302" cy="1447800"/>
            </a:xfrm>
            <a:custGeom>
              <a:avLst/>
              <a:gdLst/>
              <a:ahLst/>
              <a:cxnLst/>
              <a:rect r="r" b="b" t="t" l="l"/>
              <a:pathLst>
                <a:path h="1447800" w="7734302">
                  <a:moveTo>
                    <a:pt x="0" y="0"/>
                  </a:moveTo>
                  <a:lnTo>
                    <a:pt x="7734302" y="0"/>
                  </a:lnTo>
                  <a:lnTo>
                    <a:pt x="7734302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91" r="0" b="-540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7734300" cy="1533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9"/>
                </a:lnSpc>
              </a:pPr>
              <a:r>
                <a:rPr lang="en-US" sz="2386" b="true">
                  <a:solidFill>
                    <a:srgbClr val="FF2A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핵심 특징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01350" y="3625453"/>
            <a:ext cx="6629400" cy="1085850"/>
            <a:chOff x="0" y="0"/>
            <a:chExt cx="8839200" cy="144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39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61" r="0" b="-689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839200" cy="1533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9"/>
                </a:lnSpc>
              </a:pPr>
              <a:r>
                <a:rPr lang="en-US" sz="2386" b="true">
                  <a:solidFill>
                    <a:srgbClr val="FF2A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주요 메커니즘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5756" y="4880724"/>
            <a:ext cx="4126354" cy="141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8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러닝 액션 구간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09131" y="4842624"/>
            <a:ext cx="5622160" cy="145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빠른 진행과 지속적인 움직임에 중점을 둔 레벨 설계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15638" y="5011341"/>
            <a:ext cx="6600825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MOVEMENT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15638" y="5494211"/>
            <a:ext cx="6600825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장애물 회피, 속도감 있는 이동, 리듬감 있는 조작 강조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5756" y="6725145"/>
            <a:ext cx="4126354" cy="182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8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소울라이크 구간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09131" y="6687045"/>
            <a:ext cx="5622160" cy="18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신중하고 전략적인 접근이 필요한 고난도 전투 구역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15638" y="6848627"/>
            <a:ext cx="6600825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STRATEGIC COMBAT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5638" y="7331497"/>
            <a:ext cx="6600825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적 패턴 분석, 정교한 타이밍의 공격과 회피, 도전적인 메커니즘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PLAYER CHARACTER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927842"/>
            <a:ext cx="7415212" cy="17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복수를 위해</a:t>
            </a:r>
          </a:p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다시 태어난 '여우'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288070"/>
            <a:ext cx="741521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100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동화 속의 연약한 주인공이 아닌, 강력한 복수의 화신으로 재탄생했습니다. 한국적인 미와 현대적인 전투 기능성이 결합된 독창적인 디자인을 자랑합니다.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15538" y="2768203"/>
            <a:ext cx="7415212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디자인 컨셉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15538" y="3487341"/>
            <a:ext cx="7415212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한복 스타일의 의상과 세련된 화이트 &amp; 레드 컬러 조합. 어두운 전장 속에서 플레이어의 존재감을 극대화하는 시각적 아이덴티티를 구축했습니다.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5538" y="5931322"/>
            <a:ext cx="7415212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전투 스타일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15538" y="6650460"/>
            <a:ext cx="7415212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민첩한 기동성을 바탕으로 한 화려한 검술. 적의 공격을 정교하게 회피하고 치명적인 반격을 가하는 소울라이크 특유의 긴장감 넘치는 액션을 구사합니다.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WORLD VIEW &amp; ENEMIES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709139"/>
            <a:ext cx="7858125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03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붉은 달 아래 펼쳐지는 잔혹한 전장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4490314"/>
            <a:ext cx="7858125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100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'여우의 복수'의 세계관은 붉은 달이 떠 있는 불길하고 몽환적인 숲을 배경으로 하며, 다크 판타지 특유의 무겁고 긴장감 넘치는 분위기를 연출합니다. 이러한 시각적 연출은 게임의 몰입도를 극대화하는 핵심 요소입니다.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2625" y="2709139"/>
            <a:ext cx="78581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03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기괴하게 변형된 동화 속 적들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625" y="4333151"/>
            <a:ext cx="7858125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Monster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2625" y="4835595"/>
            <a:ext cx="7858125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동화 속 요소들을 기괴하게 변형시킨 몬스터들이 플레이어를 위협합니다.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625" y="5790476"/>
            <a:ext cx="7858125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Boss Patterns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2625" y="6292920"/>
            <a:ext cx="7858125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압도적인 위압감을 주는 보스 캐릭터들은 정교한 AI 패턴을 통해 끊임없는 도전을 요구합니다.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2625" y="7626420"/>
            <a:ext cx="7858125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Atmosphere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2625" y="8128864"/>
            <a:ext cx="7858125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안개와 광원 효과를 활용하여 다크 판타지의 정수를 시각적으로 구현했습니다.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COMBAT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0283" y="1841611"/>
            <a:ext cx="17777717" cy="120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정교한 조작과 화려한 타격감의 조화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4001900"/>
            <a:ext cx="514350" cy="514350"/>
            <a:chOff x="0" y="0"/>
            <a:chExt cx="685800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88" r="0" b="-138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4862713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정교한 메커니즘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562810"/>
            <a:ext cx="5143500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단순한 버튼 연타가 아닌, 적의 허점을 파고드는 정교한 조작과 타이밍이 핵심입니다. 소울라이크 특유의 긴장감을 액션으로 승화시켰습니다.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72250" y="4001900"/>
            <a:ext cx="385762" cy="514350"/>
            <a:chOff x="0" y="0"/>
            <a:chExt cx="514350" cy="6858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1435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88" r="0" b="-138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72250" y="4862713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강력한 특수 공격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72250" y="5562810"/>
            <a:ext cx="5143500" cy="120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스킬 게이지를 활용한 필살기 시스템을 통해 전황을 단숨에 뒤집는 쾌감을 제공합니다. 타격감을 극대화한 이펙트와 사운드가 동반됩니다.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87250" y="4001900"/>
            <a:ext cx="578644" cy="514350"/>
            <a:chOff x="0" y="0"/>
            <a:chExt cx="771525" cy="6858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71525" cy="685800"/>
            </a:xfrm>
            <a:custGeom>
              <a:avLst/>
              <a:gdLst/>
              <a:ahLst/>
              <a:cxnLst/>
              <a:rect r="r" b="b" t="t" l="l"/>
              <a:pathLst>
                <a:path h="685800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" r="0" b="-76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87250" y="4862713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직관적인 인터페이스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7250" y="5562810"/>
            <a:ext cx="5143500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게임의 분위기를 해치지 않으면서도 필요한 정보를 명확히 전달하는 UI 디자인을 통해 플레이어가 전투에 온전히 몰입할 수 있도록 돕습니다.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STAGE 1 - 붉은 달의 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824258"/>
            <a:ext cx="16573500" cy="97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'붉은 달의 숲'을 통한 핵심 재미의 증명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4890192"/>
            <a:ext cx="5143500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564086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독특한 공간감 연출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6311798"/>
            <a:ext cx="5143500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울창하고 어두운 숲 배경에 스팀펑크적 요소를 가미하여 본 게임만의 독보적인 분위기를 조성했습니다.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72250" y="4890192"/>
            <a:ext cx="5143500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Effects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72250" y="5564086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하이엔드 비주얼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72250" y="6311798"/>
            <a:ext cx="5143500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안개와 광원 효과를 적극적으로 활용하여 몽환적이면서도 긴장감 넘치는 시각적 경험을 제공합니다.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0" y="4890192"/>
            <a:ext cx="5143500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70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Gameplay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7250" y="5564086"/>
            <a:ext cx="5143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자연스러운 전환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7250" y="6311798"/>
            <a:ext cx="5143500" cy="135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러닝 구간에서 전투 구간으로 이어지는 매끄러운 흐름을 통해 플레이어에게 끊임없는 몰입감을 선사합니다.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234803"/>
            <a:ext cx="162877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언리얼 엔진을 활용한 기술적 완성도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4044553"/>
            <a:ext cx="4286250" cy="91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74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Engine &amp; Graphics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0" y="3996928"/>
            <a:ext cx="11430000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Unreal Engine의 강력한 기능을 활용하여 하이엔드 그래픽과 최적화 사이의 완벽한 균형을 추구했습니다. 다크 판타지 특유의 안개와 광원 효과를 실시간으로 구현했습니다.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5667527"/>
            <a:ext cx="4286250" cy="91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74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Physics &amp; Animation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0" y="5619902"/>
            <a:ext cx="11430000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복잡한 물리 엔진을 기반으로 한 역동적인 전투 애니메이션을 구현했습니다. 캐릭터의 움직임과 타격 이펙트의 정교한 동기화를 통해 소울라이크의 손맛을 살렸습니다.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7290492"/>
            <a:ext cx="4286250" cy="91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74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&amp;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0" y="7242867"/>
            <a:ext cx="11430000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보스 캐릭터의 정교한 AI 패턴 시스템을 구축하여 플레이어에게 끊임없는 도전을 제공합니다. 러닝 구간과 전투 구간의 자연스러운 전환을 위한 심리스 시스템을 적용했습니다.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9035891"/>
            <a:ext cx="11085481" cy="53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68" i="true">
                <a:solidFill>
                  <a:srgbClr val="FF2A2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"언리얼 너무 어렵조" - 개발 과정의 수많은 어려움을 열정으로 극복하고 완성도를 높여온 우리 팀의 여정을 상징합니다.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324976"/>
            <a:ext cx="2600325" cy="58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29075" y="2653903"/>
            <a:ext cx="12544425" cy="69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9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콘텐츠 확장 및 세계관 심화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29075" y="3461147"/>
            <a:ext cx="12544425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더 다양한 동화적 배경을 가진 신규 스테이지와 보스 캐릭터를 추가하여 콘텐츠의 깊이를 더할 예정입니다. 각 스테이지는 고유의 기믹과 스토리를 담고 있습니다.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4926635"/>
            <a:ext cx="2600325" cy="58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9075" y="5255571"/>
            <a:ext cx="12544425" cy="69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9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멀티 플랫폼 및 글로벌 서비스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9075" y="6062815"/>
            <a:ext cx="12544425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PC 플랫폼을 넘어 콘솔 시장(PS5, Xbox)까지 겨냥한 글로벌 서비스를 준비하고 있습니다. 전 세계 플레이어들이 최적의 환경에서 게임을 즐길 수 있도록 현지화 작업을 병행합니다.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7528303"/>
            <a:ext cx="2600325" cy="58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386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29075" y="7857230"/>
            <a:ext cx="12544425" cy="69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9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완성도 제고 및 커뮤니티 소통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29075" y="8664473"/>
            <a:ext cx="12544425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177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유저 피드백을 적극적으로 수용하여 전투 밸런스와 연출을 지속적으로 강화해 나갈 것입니다. 이는 본 프로젝트가 가진 무한한 확장 가능성을 실현하는 핵심 동력이 될 것입니다.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42950"/>
            <a:ext cx="17430750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204" spc="3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Q&amp;A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3327464"/>
            <a:ext cx="9258300" cy="189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723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기대를 뛰어넘는</a:t>
            </a:r>
          </a:p>
          <a:p>
            <a:pPr algn="l">
              <a:lnSpc>
                <a:spcPts val="6999"/>
              </a:lnSpc>
            </a:pPr>
            <a:r>
              <a:rPr lang="en-US" sz="5723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새로운 액션의 정수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935342"/>
            <a:ext cx="8572500" cy="153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318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'여우의 복수'는 단순한 게임을 넘어 새로운 장르적 시도와 기술적 완성도를 담아낸 야심찬 프로젝트입니다. 한국적인 감성이 담긴 고퀄리티 액션 게임을 보여드리겠습니다.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8625" y="3213592"/>
            <a:ext cx="5572125" cy="108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872" b="true">
                <a:solidFill>
                  <a:srgbClr val="FF2A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Q&amp;A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58625" y="4860227"/>
            <a:ext cx="5572125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5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경청해 주셔서 감사합니다.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58625" y="6379464"/>
            <a:ext cx="5572125" cy="62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88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</a:t>
            </a: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 언리얼 너무 어렵조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8625" y="7099525"/>
            <a:ext cx="5572125" cy="62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88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MEMBERS</a:t>
            </a:r>
            <a:r>
              <a:rPr lang="en-US" sz="1883">
                <a:solidFill>
                  <a:srgbClr val="B3B3B3"/>
                </a:solidFill>
                <a:latin typeface="Calibri (MS)"/>
                <a:ea typeface="Calibri (MS)"/>
                <a:cs typeface="Calibri (MS)"/>
                <a:sym typeface="Calibri (MS)"/>
              </a:rPr>
              <a:t> 정진영 | 김태윤 | 김태훈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DAHAzOAXYVQ</dc:identifier>
  <dcterms:modified xsi:type="dcterms:W3CDTF">2011-08-01T06:04:30Z</dcterms:modified>
  <cp:revision>1</cp:revision>
  <dc:title>여우의 복수 프로젝트</dc:title>
</cp:coreProperties>
</file>